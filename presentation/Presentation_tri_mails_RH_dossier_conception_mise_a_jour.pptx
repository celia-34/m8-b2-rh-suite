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4"/>
  </p:sldMasterIdLst>
  <p:notesMasterIdLst>
    <p:notesMasterId r:id="rId10"/>
  </p:notesMasterIdLst>
  <p:handoutMasterIdLst>
    <p:handoutMasterId r:id="rId11"/>
  </p:handoutMasterIdLst>
  <p:sldIdLst>
    <p:sldId id="256" r:id="rId5"/>
    <p:sldId id="257" r:id="rId6"/>
    <p:sldId id="258" r:id="rId7"/>
    <p:sldId id="259" r:id="rId8"/>
    <p:sldId id="260" r:id="rId9"/>
  </p:sldIdLst>
  <p:sldSz cx="12192000" cy="6858000"/>
  <p:notesSz cx="6858000" cy="9144000"/>
  <p:embeddedFontLst>
    <p:embeddedFont>
      <p:font typeface="Biennale" pitchFamily="50" charset="0"/>
      <p:regular r:id="rId12"/>
    </p:embeddedFont>
    <p:embeddedFont>
      <p:font typeface="Biennale Bold" pitchFamily="50" charset="0"/>
      <p:bold r:id="rId1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825" userDrawn="1">
          <p15:clr>
            <a:srgbClr val="A4A3A4"/>
          </p15:clr>
        </p15:guide>
        <p15:guide id="2" pos="273" userDrawn="1">
          <p15:clr>
            <a:srgbClr val="A4A3A4"/>
          </p15:clr>
        </p15:guide>
        <p15:guide id="3" orient="horz" pos="908" userDrawn="1">
          <p15:clr>
            <a:srgbClr val="A4A3A4"/>
          </p15:clr>
        </p15:guide>
        <p15:guide id="4" pos="7414" userDrawn="1">
          <p15:clr>
            <a:srgbClr val="A4A3A4"/>
          </p15:clr>
        </p15:guide>
      </p15:sldGuideLst>
    </p:ext>
    <p:ext uri="{2D200454-40CA-4A62-9FC3-DE9A4176ACB9}">
      <p15:notesGuideLst xmlns:p15="http://schemas.microsoft.com/office/powerpoint/2012/main">
        <p15:guide id="1" orient="horz" pos="2880" userDrawn="1">
          <p15:clr>
            <a:srgbClr val="A4A3A4"/>
          </p15:clr>
        </p15:guide>
        <p15:guide id="2" pos="2160" userDrawn="1">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F5A6D71-E4F3-21D1-830B-0C9E1F4E3726}" name="LESLIE AVEROUS" initials="LA" userId="S::leslie.averous@atos.net::8e0d0ce1-5b1f-499c-8023-f1dd738f3f1f" providerId="AD"/>
  <p188:author id="{F965DBDF-E308-8A13-02CC-8EEE06C9451B}" name="ANTON DEMASLES" initials="AD" userId="S::anton.demasles@atos.net::9ca625ab-b9fa-4fca-86f3-d6b56bf53211"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6AD"/>
    <a:srgbClr val="57ABFF"/>
    <a:srgbClr val="003A73"/>
    <a:srgbClr val="8FC7FF"/>
    <a:srgbClr val="4137FF"/>
    <a:srgbClr val="FE4D15"/>
    <a:srgbClr val="2F84BD"/>
    <a:srgbClr val="4AA82D"/>
    <a:srgbClr val="F2F2F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52B9329-7EF1-48B0-B187-CEC9E4C158AF}" v="4" dt="2026-09-30T09:18:44.48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5"/>
    <p:restoredTop sz="94752"/>
  </p:normalViewPr>
  <p:slideViewPr>
    <p:cSldViewPr snapToGrid="0">
      <p:cViewPr varScale="1">
        <p:scale>
          <a:sx n="57" d="100"/>
          <a:sy n="57" d="100"/>
        </p:scale>
        <p:origin x="120" y="66"/>
      </p:cViewPr>
      <p:guideLst>
        <p:guide orient="horz" pos="3825"/>
        <p:guide pos="273"/>
        <p:guide orient="horz" pos="908"/>
        <p:guide pos="7414"/>
      </p:guideLst>
    </p:cSldViewPr>
  </p:slideViewPr>
  <p:notesTextViewPr>
    <p:cViewPr>
      <p:scale>
        <a:sx n="1" d="1"/>
        <a:sy n="1" d="1"/>
      </p:scale>
      <p:origin x="0" y="0"/>
    </p:cViewPr>
  </p:notesTextViewPr>
  <p:notesViewPr>
    <p:cSldViewPr snapToGrid="0">
      <p:cViewPr varScale="1">
        <p:scale>
          <a:sx n="66" d="100"/>
          <a:sy n="66" d="100"/>
        </p:scale>
        <p:origin x="0" y="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font" Target="fonts/font2.fntdata"/><Relationship Id="rId18" Type="http://schemas.microsoft.com/office/2016/11/relationships/changesInfo" Target="changesInfos/changesInfo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font" Target="fonts/font1.fntdata"/><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20"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notesMaster" Target="notesMasters/notesMaster1.xml"/><Relationship Id="rId19"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élia Fortuna" userId="55362e07-c1cb-4cb1-9335-b97c56bf83fd" providerId="ADAL" clId="{E299ED2B-D03A-42EE-81E6-BB7F1ECDDBD3}"/>
    <pc:docChg chg="undo custSel modSld">
      <pc:chgData name="Célia Fortuna" userId="55362e07-c1cb-4cb1-9335-b97c56bf83fd" providerId="ADAL" clId="{E299ED2B-D03A-42EE-81E6-BB7F1ECDDBD3}" dt="2026-09-30T09:18:51.352" v="98" actId="114"/>
      <pc:docMkLst>
        <pc:docMk/>
      </pc:docMkLst>
      <pc:sldChg chg="modSp mod">
        <pc:chgData name="Célia Fortuna" userId="55362e07-c1cb-4cb1-9335-b97c56bf83fd" providerId="ADAL" clId="{E299ED2B-D03A-42EE-81E6-BB7F1ECDDBD3}" dt="2026-09-30T09:18:51.352" v="98" actId="114"/>
        <pc:sldMkLst>
          <pc:docMk/>
          <pc:sldMk cId="0" sldId="257"/>
        </pc:sldMkLst>
        <pc:spChg chg="mod">
          <ac:chgData name="Célia Fortuna" userId="55362e07-c1cb-4cb1-9335-b97c56bf83fd" providerId="ADAL" clId="{E299ED2B-D03A-42EE-81E6-BB7F1ECDDBD3}" dt="2026-09-30T09:06:30.416" v="81" actId="21"/>
          <ac:spMkLst>
            <pc:docMk/>
            <pc:sldMk cId="0" sldId="257"/>
            <ac:spMk id="2" creationId="{00000000-0000-0000-0000-000000000000}"/>
          </ac:spMkLst>
        </pc:spChg>
        <pc:spChg chg="mod">
          <ac:chgData name="Célia Fortuna" userId="55362e07-c1cb-4cb1-9335-b97c56bf83fd" providerId="ADAL" clId="{E299ED2B-D03A-42EE-81E6-BB7F1ECDDBD3}" dt="2026-09-30T09:06:42.742" v="85"/>
          <ac:spMkLst>
            <pc:docMk/>
            <pc:sldMk cId="0" sldId="257"/>
            <ac:spMk id="3" creationId="{00000000-0000-0000-0000-000000000000}"/>
          </ac:spMkLst>
        </pc:spChg>
        <pc:spChg chg="mod">
          <ac:chgData name="Célia Fortuna" userId="55362e07-c1cb-4cb1-9335-b97c56bf83fd" providerId="ADAL" clId="{E299ED2B-D03A-42EE-81E6-BB7F1ECDDBD3}" dt="2026-09-30T09:18:30.240" v="91" actId="113"/>
          <ac:spMkLst>
            <pc:docMk/>
            <pc:sldMk cId="0" sldId="257"/>
            <ac:spMk id="4" creationId="{00000000-0000-0000-0000-000000000000}"/>
          </ac:spMkLst>
        </pc:spChg>
        <pc:spChg chg="mod">
          <ac:chgData name="Célia Fortuna" userId="55362e07-c1cb-4cb1-9335-b97c56bf83fd" providerId="ADAL" clId="{E299ED2B-D03A-42EE-81E6-BB7F1ECDDBD3}" dt="2026-09-30T09:18:51.352" v="98" actId="114"/>
          <ac:spMkLst>
            <pc:docMk/>
            <pc:sldMk cId="0" sldId="257"/>
            <ac:spMk id="5" creationId="{00000000-0000-0000-0000-00000000000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9F3E4D40-3228-1C24-32C4-502B03868EB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BF2ACEF2-A3DF-6534-FA7A-72EB00E4640A}"/>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49540CC-CE8C-4A70-BF05-2114CEE721C9}" type="datetimeFigureOut">
              <a:rPr lang="en-US" smtClean="0"/>
              <a:t>9/30/2026</a:t>
            </a:fld>
            <a:endParaRPr lang="en-US"/>
          </a:p>
        </p:txBody>
      </p:sp>
      <p:sp>
        <p:nvSpPr>
          <p:cNvPr id="4" name="Footer Placeholder 3">
            <a:extLst>
              <a:ext uri="{FF2B5EF4-FFF2-40B4-BE49-F238E27FC236}">
                <a16:creationId xmlns:a16="http://schemas.microsoft.com/office/drawing/2014/main" id="{648134E3-450C-99A7-AD31-0AD855962FF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01F3B346-D077-B037-8AF1-1A5943152BE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A198758-294F-43B0-9FDA-82B4C942C448}" type="slidenum">
              <a:rPr lang="en-US" smtClean="0"/>
              <a:t>‹N°›</a:t>
            </a:fld>
            <a:endParaRPr lang="en-US"/>
          </a:p>
        </p:txBody>
      </p:sp>
    </p:spTree>
    <p:extLst>
      <p:ext uri="{BB962C8B-B14F-4D97-AF65-F5344CB8AC3E}">
        <p14:creationId xmlns:p14="http://schemas.microsoft.com/office/powerpoint/2010/main" val="102313827"/>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Biennale" panose="00000500000000000000" pitchFamily="2" charset="0"/>
              </a:defRPr>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Biennale" panose="00000500000000000000" pitchFamily="2" charset="0"/>
              </a:defRPr>
            </a:lvl1pPr>
          </a:lstStyle>
          <a:p>
            <a:fld id="{2F30A58F-C1CB-4583-BA10-6EBD3D104964}" type="datetimeFigureOut">
              <a:rPr lang="en-US" smtClean="0"/>
              <a:pPr/>
              <a:t>9/30/2026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Biennale" panose="00000500000000000000" pitchFamily="2" charset="0"/>
              </a:defRPr>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Biennale" panose="00000500000000000000" pitchFamily="2" charset="0"/>
              </a:defRPr>
            </a:lvl1pPr>
          </a:lstStyle>
          <a:p>
            <a:fld id="{8B625186-1159-4D34-813C-4B43A94F9814}" type="slidenum">
              <a:rPr lang="en-US" smtClean="0"/>
              <a:pPr/>
              <a:t>‹N°›</a:t>
            </a:fld>
            <a:endParaRPr lang="en-US"/>
          </a:p>
        </p:txBody>
      </p:sp>
    </p:spTree>
    <p:extLst>
      <p:ext uri="{BB962C8B-B14F-4D97-AF65-F5344CB8AC3E}">
        <p14:creationId xmlns:p14="http://schemas.microsoft.com/office/powerpoint/2010/main" val="612476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Biennale" panose="00000500000000000000" pitchFamily="2" charset="0"/>
        <a:ea typeface="+mn-ea"/>
        <a:cs typeface="+mn-cs"/>
      </a:defRPr>
    </a:lvl1pPr>
    <a:lvl2pPr marL="457200" algn="l" defTabSz="914400" rtl="0" eaLnBrk="1" latinLnBrk="0" hangingPunct="1">
      <a:defRPr sz="1200" kern="1200">
        <a:solidFill>
          <a:schemeClr val="tx1"/>
        </a:solidFill>
        <a:latin typeface="Biennale" panose="00000500000000000000" pitchFamily="2" charset="0"/>
        <a:ea typeface="+mn-ea"/>
        <a:cs typeface="+mn-cs"/>
      </a:defRPr>
    </a:lvl2pPr>
    <a:lvl3pPr marL="914400" algn="l" defTabSz="914400" rtl="0" eaLnBrk="1" latinLnBrk="0" hangingPunct="1">
      <a:defRPr sz="1200" kern="1200">
        <a:solidFill>
          <a:schemeClr val="tx1"/>
        </a:solidFill>
        <a:latin typeface="Biennale" panose="00000500000000000000" pitchFamily="2" charset="0"/>
        <a:ea typeface="+mn-ea"/>
        <a:cs typeface="+mn-cs"/>
      </a:defRPr>
    </a:lvl3pPr>
    <a:lvl4pPr marL="1371600" algn="l" defTabSz="914400" rtl="0" eaLnBrk="1" latinLnBrk="0" hangingPunct="1">
      <a:defRPr sz="1200" kern="1200">
        <a:solidFill>
          <a:schemeClr val="tx1"/>
        </a:solidFill>
        <a:latin typeface="Biennale" panose="00000500000000000000" pitchFamily="2" charset="0"/>
        <a:ea typeface="+mn-ea"/>
        <a:cs typeface="+mn-cs"/>
      </a:defRPr>
    </a:lvl4pPr>
    <a:lvl5pPr marL="1828800" algn="l" defTabSz="914400" rtl="0" eaLnBrk="1" latinLnBrk="0" hangingPunct="1">
      <a:defRPr sz="1200" kern="1200">
        <a:solidFill>
          <a:schemeClr val="tx1"/>
        </a:solidFill>
        <a:latin typeface="Biennale" panose="00000500000000000000" pitchFamily="2"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[Sources]</a:t>
            </a:r>
          </a:p>
          <a:p>
            <a:r>
              <a:t>dossier_conception.md</a:t>
            </a:r>
          </a:p>
          <a:p>
            <a:r>
              <a:t>document_cadrage.md</a:t>
            </a:r>
          </a:p>
          <a:p>
            <a:r>
              <a:t>document_cadrage_theo.md</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[Sources]</a:t>
            </a:r>
          </a:p>
          <a:p>
            <a:r>
              <a:t>document_cadrage_theo.md — besoin initial et évolution après avis DPO</a:t>
            </a:r>
          </a:p>
          <a:p>
            <a:r>
              <a:t>dossier_conception.md — décision sur les données d’entrée</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[Sources]</a:t>
            </a:r>
          </a:p>
          <a:p>
            <a:r>
              <a:t>dossier_conception.md — arbitrages ML, SLM/LLM, RAG, agents et architecture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[Sources]</a:t>
            </a:r>
          </a:p>
          <a:p>
            <a:r>
              <a:t>dossier_conception.md — §3 Architecture finale et sobriété, flowchart repris sans modification fonctionnelle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[Sources]</a:t>
            </a:r>
          </a:p>
          <a:p>
            <a:r>
              <a:t>dossier_conception.md — §7 Coûts et §4–5 conditions du pilote</a:t>
            </a:r>
          </a:p>
          <a:p>
            <a:r>
              <a:t>document_cadrage_theo.md — budget indicatif de première année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sv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Master" Target="../slideMasters/slideMaster1.xml"/><Relationship Id="rId4" Type="http://schemas.openxmlformats.org/officeDocument/2006/relationships/image" Target="../media/image14.png"/></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15.svg"/><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16.svg"/><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17.svg"/><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15.svg"/><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15.svg"/><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15.svg"/><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17.svg"/><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15.svg"/><Relationship Id="rId1" Type="http://schemas.openxmlformats.org/officeDocument/2006/relationships/slideMaster" Target="../slideMasters/slideMaster1.xml"/></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75.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83.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84.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85.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86.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87.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88.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89.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9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91.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92.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9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94.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95.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9.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10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10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over 1">
    <p:bg>
      <p:bgPr>
        <a:solidFill>
          <a:schemeClr val="accent1"/>
        </a:solidFill>
        <a:effectLst/>
      </p:bgPr>
    </p:bg>
    <p:spTree>
      <p:nvGrpSpPr>
        <p:cNvPr id="1" name=""/>
        <p:cNvGrpSpPr/>
        <p:nvPr/>
      </p:nvGrpSpPr>
      <p:grpSpPr>
        <a:xfrm>
          <a:off x="0" y="0"/>
          <a:ext cx="0" cy="0"/>
          <a:chOff x="0" y="0"/>
          <a:chExt cx="0" cy="0"/>
        </a:xfrm>
      </p:grpSpPr>
      <p:sp>
        <p:nvSpPr>
          <p:cNvPr id="10" name="Title 4">
            <a:extLst>
              <a:ext uri="{FF2B5EF4-FFF2-40B4-BE49-F238E27FC236}">
                <a16:creationId xmlns:a16="http://schemas.microsoft.com/office/drawing/2014/main" id="{A9E4E46B-8E80-22D6-A4AA-962991575ACA}"/>
              </a:ext>
            </a:extLst>
          </p:cNvPr>
          <p:cNvSpPr>
            <a:spLocks noGrp="1"/>
          </p:cNvSpPr>
          <p:nvPr>
            <p:ph type="title" hasCustomPrompt="1"/>
          </p:nvPr>
        </p:nvSpPr>
        <p:spPr>
          <a:xfrm>
            <a:off x="428625" y="530715"/>
            <a:ext cx="6766560" cy="1554480"/>
          </a:xfrm>
        </p:spPr>
        <p:txBody>
          <a:bodyPr anchor="b"/>
          <a:lstStyle>
            <a:lvl1pPr>
              <a:spcAft>
                <a:spcPts val="300"/>
              </a:spcAft>
              <a:defRPr lang="en-US" sz="4400" kern="1200" dirty="0">
                <a:solidFill>
                  <a:schemeClr val="bg1"/>
                </a:solidFill>
                <a:latin typeface="+mj-lt"/>
                <a:ea typeface="+mn-ea"/>
                <a:cs typeface="+mn-cs"/>
              </a:defRPr>
            </a:lvl1pPr>
          </a:lstStyle>
          <a:p>
            <a:r>
              <a:rPr lang="en-US"/>
              <a:t>Presentation title</a:t>
            </a:r>
          </a:p>
        </p:txBody>
      </p:sp>
      <p:sp>
        <p:nvSpPr>
          <p:cNvPr id="11" name="Text Placeholder 8">
            <a:extLst>
              <a:ext uri="{FF2B5EF4-FFF2-40B4-BE49-F238E27FC236}">
                <a16:creationId xmlns:a16="http://schemas.microsoft.com/office/drawing/2014/main" id="{B4B312D9-45D5-76C3-38DD-AA18B93BFBDB}"/>
              </a:ext>
            </a:extLst>
          </p:cNvPr>
          <p:cNvSpPr>
            <a:spLocks noGrp="1"/>
          </p:cNvSpPr>
          <p:nvPr>
            <p:ph type="body" sz="quarter" idx="13" hasCustomPrompt="1"/>
          </p:nvPr>
        </p:nvSpPr>
        <p:spPr>
          <a:xfrm>
            <a:off x="428625" y="2082422"/>
            <a:ext cx="6766560" cy="1216152"/>
          </a:xfrm>
        </p:spPr>
        <p:txBody>
          <a:bodyPr/>
          <a:lstStyle>
            <a:lvl1pPr marL="0" indent="0">
              <a:buNone/>
              <a:defRPr sz="3200">
                <a:solidFill>
                  <a:schemeClr val="accent3"/>
                </a:solidFill>
                <a:latin typeface="+mj-lt"/>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a:t>Subtitle</a:t>
            </a:r>
          </a:p>
        </p:txBody>
      </p:sp>
      <p:sp>
        <p:nvSpPr>
          <p:cNvPr id="12" name="Text Placeholder 9">
            <a:extLst>
              <a:ext uri="{FF2B5EF4-FFF2-40B4-BE49-F238E27FC236}">
                <a16:creationId xmlns:a16="http://schemas.microsoft.com/office/drawing/2014/main" id="{7D2D5D63-E8BA-926E-F60F-3C489D1CF733}"/>
              </a:ext>
            </a:extLst>
          </p:cNvPr>
          <p:cNvSpPr>
            <a:spLocks noGrp="1"/>
          </p:cNvSpPr>
          <p:nvPr>
            <p:ph type="body" sz="quarter" idx="15" hasCustomPrompt="1"/>
          </p:nvPr>
        </p:nvSpPr>
        <p:spPr>
          <a:xfrm>
            <a:off x="428625" y="4765675"/>
            <a:ext cx="3995928" cy="969264"/>
          </a:xfrm>
        </p:spPr>
        <p:txBody>
          <a:bodyPr/>
          <a:lstStyle>
            <a:lvl1pPr marL="0" indent="0">
              <a:buNone/>
              <a:defRPr lang="en-US" sz="1800" kern="1200" dirty="0">
                <a:solidFill>
                  <a:schemeClr val="bg1"/>
                </a:solidFill>
                <a:latin typeface="+mn-lt"/>
                <a:ea typeface="+mn-ea"/>
                <a:cs typeface="+mn-cs"/>
              </a:defRPr>
            </a:lvl1pPr>
          </a:lstStyle>
          <a:p>
            <a:pPr lvl="0"/>
            <a:r>
              <a:rPr lang="en-US"/>
              <a:t>Date</a:t>
            </a:r>
          </a:p>
        </p:txBody>
      </p:sp>
      <p:sp>
        <p:nvSpPr>
          <p:cNvPr id="4" name="Graphique 10" descr="Atos logo">
            <a:extLst>
              <a:ext uri="{FF2B5EF4-FFF2-40B4-BE49-F238E27FC236}">
                <a16:creationId xmlns:a16="http://schemas.microsoft.com/office/drawing/2014/main" id="{090DB5EA-F397-D75A-9B05-13145E2FB4AB}"/>
              </a:ext>
            </a:extLst>
          </p:cNvPr>
          <p:cNvSpPr>
            <a:spLocks noChangeAspect="1"/>
          </p:cNvSpPr>
          <p:nvPr userDrawn="1"/>
        </p:nvSpPr>
        <p:spPr>
          <a:xfrm>
            <a:off x="9848292" y="5921362"/>
            <a:ext cx="1920640" cy="587312"/>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a:p>
        </p:txBody>
      </p:sp>
      <p:pic>
        <p:nvPicPr>
          <p:cNvPr id="2" name="Graphic 1">
            <a:extLst>
              <a:ext uri="{FF2B5EF4-FFF2-40B4-BE49-F238E27FC236}">
                <a16:creationId xmlns:a16="http://schemas.microsoft.com/office/drawing/2014/main" id="{9FD7C0F0-4D00-0140-8807-06D6E9D5C32A}"/>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flipH="1" flipV="1">
            <a:off x="5334000" y="0"/>
            <a:ext cx="6858000" cy="6858000"/>
          </a:xfrm>
          <a:prstGeom prst="rect">
            <a:avLst/>
          </a:prstGeom>
        </p:spPr>
      </p:pic>
    </p:spTree>
    <p:extLst>
      <p:ext uri="{BB962C8B-B14F-4D97-AF65-F5344CB8AC3E}">
        <p14:creationId xmlns:p14="http://schemas.microsoft.com/office/powerpoint/2010/main" val="15584430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over 2">
    <p:bg>
      <p:bgPr>
        <a:solidFill>
          <a:schemeClr val="accent3"/>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E0C3BDD0-AF5E-6A61-A0D9-F70CA0FF875B}"/>
              </a:ext>
              <a:ext uri="{C183D7F6-B498-43B3-948B-1728B52AA6E4}">
                <adec:decorative xmlns:adec="http://schemas.microsoft.com/office/drawing/2017/decorative" val="1"/>
              </a:ext>
            </a:extLst>
          </p:cNvPr>
          <p:cNvGrpSpPr/>
          <p:nvPr userDrawn="1"/>
        </p:nvGrpSpPr>
        <p:grpSpPr>
          <a:xfrm>
            <a:off x="1703638" y="0"/>
            <a:ext cx="9768784" cy="6858000"/>
            <a:chOff x="1703638" y="0"/>
            <a:chExt cx="9768784" cy="6858000"/>
          </a:xfrm>
        </p:grpSpPr>
        <p:pic>
          <p:nvPicPr>
            <p:cNvPr id="6" name="Graphic 5">
              <a:extLst>
                <a:ext uri="{FF2B5EF4-FFF2-40B4-BE49-F238E27FC236}">
                  <a16:creationId xmlns:a16="http://schemas.microsoft.com/office/drawing/2014/main" id="{52CDB108-6598-0C55-80C9-43F0EA8BD0C4}"/>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flipH="1" flipV="1">
              <a:off x="6588030" y="0"/>
              <a:ext cx="4884392" cy="4884392"/>
            </a:xfrm>
            <a:prstGeom prst="rect">
              <a:avLst/>
            </a:prstGeom>
          </p:spPr>
        </p:pic>
        <p:pic>
          <p:nvPicPr>
            <p:cNvPr id="8" name="Graphic 7">
              <a:extLst>
                <a:ext uri="{FF2B5EF4-FFF2-40B4-BE49-F238E27FC236}">
                  <a16:creationId xmlns:a16="http://schemas.microsoft.com/office/drawing/2014/main" id="{708434B2-C000-651C-6DD8-76477D020A49}"/>
                </a:ext>
                <a:ext uri="{C183D7F6-B498-43B3-948B-1728B52AA6E4}">
                  <adec:decorative xmlns:adec="http://schemas.microsoft.com/office/drawing/2017/decorative" val="1"/>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b="59594"/>
            <a:stretch/>
          </p:blipFill>
          <p:spPr>
            <a:xfrm>
              <a:off x="1703638" y="4884393"/>
              <a:ext cx="4884392" cy="1973607"/>
            </a:xfrm>
            <a:prstGeom prst="rect">
              <a:avLst/>
            </a:prstGeom>
          </p:spPr>
        </p:pic>
      </p:grpSp>
      <p:sp>
        <p:nvSpPr>
          <p:cNvPr id="10" name="Title 4">
            <a:extLst>
              <a:ext uri="{FF2B5EF4-FFF2-40B4-BE49-F238E27FC236}">
                <a16:creationId xmlns:a16="http://schemas.microsoft.com/office/drawing/2014/main" id="{A9E4E46B-8E80-22D6-A4AA-962991575ACA}"/>
              </a:ext>
            </a:extLst>
          </p:cNvPr>
          <p:cNvSpPr>
            <a:spLocks noGrp="1"/>
          </p:cNvSpPr>
          <p:nvPr>
            <p:ph type="title" hasCustomPrompt="1"/>
          </p:nvPr>
        </p:nvSpPr>
        <p:spPr>
          <a:xfrm>
            <a:off x="428625" y="530715"/>
            <a:ext cx="6766560" cy="1554480"/>
          </a:xfrm>
        </p:spPr>
        <p:txBody>
          <a:bodyPr anchor="b"/>
          <a:lstStyle>
            <a:lvl1pPr>
              <a:spcAft>
                <a:spcPts val="300"/>
              </a:spcAft>
              <a:defRPr lang="en-US" sz="4400" kern="1200" dirty="0">
                <a:solidFill>
                  <a:schemeClr val="bg1"/>
                </a:solidFill>
                <a:latin typeface="+mj-lt"/>
                <a:ea typeface="+mn-ea"/>
                <a:cs typeface="+mn-cs"/>
              </a:defRPr>
            </a:lvl1pPr>
          </a:lstStyle>
          <a:p>
            <a:r>
              <a:rPr lang="en-US"/>
              <a:t>Presentation title</a:t>
            </a:r>
          </a:p>
        </p:txBody>
      </p:sp>
      <p:sp>
        <p:nvSpPr>
          <p:cNvPr id="11" name="Text Placeholder 8">
            <a:extLst>
              <a:ext uri="{FF2B5EF4-FFF2-40B4-BE49-F238E27FC236}">
                <a16:creationId xmlns:a16="http://schemas.microsoft.com/office/drawing/2014/main" id="{B4B312D9-45D5-76C3-38DD-AA18B93BFBDB}"/>
              </a:ext>
            </a:extLst>
          </p:cNvPr>
          <p:cNvSpPr>
            <a:spLocks noGrp="1"/>
          </p:cNvSpPr>
          <p:nvPr>
            <p:ph type="body" sz="quarter" idx="13" hasCustomPrompt="1"/>
          </p:nvPr>
        </p:nvSpPr>
        <p:spPr>
          <a:xfrm>
            <a:off x="428625" y="2082422"/>
            <a:ext cx="6766560" cy="1216152"/>
          </a:xfrm>
        </p:spPr>
        <p:txBody>
          <a:bodyPr/>
          <a:lstStyle>
            <a:lvl1pPr marL="0" indent="0">
              <a:buNone/>
              <a:defRPr sz="3200">
                <a:solidFill>
                  <a:srgbClr val="3DC7FF"/>
                </a:solidFill>
                <a:latin typeface="+mj-lt"/>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a:t>Subtitle</a:t>
            </a:r>
          </a:p>
        </p:txBody>
      </p:sp>
      <p:sp>
        <p:nvSpPr>
          <p:cNvPr id="12" name="Text Placeholder 9">
            <a:extLst>
              <a:ext uri="{FF2B5EF4-FFF2-40B4-BE49-F238E27FC236}">
                <a16:creationId xmlns:a16="http://schemas.microsoft.com/office/drawing/2014/main" id="{7D2D5D63-E8BA-926E-F60F-3C489D1CF733}"/>
              </a:ext>
            </a:extLst>
          </p:cNvPr>
          <p:cNvSpPr>
            <a:spLocks noGrp="1"/>
          </p:cNvSpPr>
          <p:nvPr>
            <p:ph type="body" sz="quarter" idx="15" hasCustomPrompt="1"/>
          </p:nvPr>
        </p:nvSpPr>
        <p:spPr>
          <a:xfrm>
            <a:off x="428625" y="4765675"/>
            <a:ext cx="3995928" cy="969264"/>
          </a:xfrm>
        </p:spPr>
        <p:txBody>
          <a:bodyPr/>
          <a:lstStyle>
            <a:lvl1pPr marL="0" indent="0">
              <a:buNone/>
              <a:defRPr lang="en-US" sz="1800" kern="1200" dirty="0">
                <a:solidFill>
                  <a:schemeClr val="bg1"/>
                </a:solidFill>
                <a:latin typeface="+mn-lt"/>
                <a:ea typeface="+mn-ea"/>
                <a:cs typeface="+mn-cs"/>
              </a:defRPr>
            </a:lvl1pPr>
          </a:lstStyle>
          <a:p>
            <a:pPr lvl="0"/>
            <a:r>
              <a:rPr lang="en-US"/>
              <a:t>Date</a:t>
            </a:r>
          </a:p>
        </p:txBody>
      </p:sp>
      <p:sp>
        <p:nvSpPr>
          <p:cNvPr id="4" name="Graphique 10" descr="Atos logo">
            <a:extLst>
              <a:ext uri="{FF2B5EF4-FFF2-40B4-BE49-F238E27FC236}">
                <a16:creationId xmlns:a16="http://schemas.microsoft.com/office/drawing/2014/main" id="{090DB5EA-F397-D75A-9B05-13145E2FB4AB}"/>
              </a:ext>
            </a:extLst>
          </p:cNvPr>
          <p:cNvSpPr>
            <a:spLocks noChangeAspect="1"/>
          </p:cNvSpPr>
          <p:nvPr userDrawn="1"/>
        </p:nvSpPr>
        <p:spPr>
          <a:xfrm>
            <a:off x="9848292" y="5921362"/>
            <a:ext cx="1920640" cy="587312"/>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a:p>
        </p:txBody>
      </p:sp>
    </p:spTree>
    <p:extLst>
      <p:ext uri="{BB962C8B-B14F-4D97-AF65-F5344CB8AC3E}">
        <p14:creationId xmlns:p14="http://schemas.microsoft.com/office/powerpoint/2010/main" val="34312176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Cover 3">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5BA3BD25-5930-04B1-68A5-F9BDC9B138EB}"/>
              </a:ext>
              <a:ext uri="{C183D7F6-B498-43B3-948B-1728B52AA6E4}">
                <adec:decorative xmlns:adec="http://schemas.microsoft.com/office/drawing/2017/decorative" val="1"/>
              </a:ext>
            </a:extLst>
          </p:cNvPr>
          <p:cNvGrpSpPr/>
          <p:nvPr userDrawn="1"/>
        </p:nvGrpSpPr>
        <p:grpSpPr>
          <a:xfrm>
            <a:off x="4467366" y="-2"/>
            <a:ext cx="7724635" cy="6858000"/>
            <a:chOff x="4467366" y="-2"/>
            <a:chExt cx="7724635" cy="6858000"/>
          </a:xfrm>
        </p:grpSpPr>
        <p:pic>
          <p:nvPicPr>
            <p:cNvPr id="2" name="Graphic 1">
              <a:extLst>
                <a:ext uri="{FF2B5EF4-FFF2-40B4-BE49-F238E27FC236}">
                  <a16:creationId xmlns:a16="http://schemas.microsoft.com/office/drawing/2014/main" id="{DCC1C307-4A11-8265-F1FF-AC20B78DEB9D}"/>
                </a:ext>
                <a:ext uri="{C183D7F6-B498-43B3-948B-1728B52AA6E4}">
                  <adec:decorative xmlns:adec="http://schemas.microsoft.com/office/drawing/2017/decorative" val="1"/>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22438"/>
            <a:stretch/>
          </p:blipFill>
          <p:spPr>
            <a:xfrm rot="5400000" flipH="1">
              <a:off x="4900683" y="3428998"/>
              <a:ext cx="2995683" cy="3862317"/>
            </a:xfrm>
            <a:prstGeom prst="rect">
              <a:avLst/>
            </a:prstGeom>
          </p:spPr>
        </p:pic>
        <p:pic>
          <p:nvPicPr>
            <p:cNvPr id="3" name="Graphic 2">
              <a:extLst>
                <a:ext uri="{FF2B5EF4-FFF2-40B4-BE49-F238E27FC236}">
                  <a16:creationId xmlns:a16="http://schemas.microsoft.com/office/drawing/2014/main" id="{E0CF8E77-A4EE-35C7-A5CD-F520193C39D8}"/>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8329684" y="-2"/>
              <a:ext cx="3862317" cy="3862317"/>
            </a:xfrm>
            <a:prstGeom prst="rect">
              <a:avLst/>
            </a:prstGeom>
          </p:spPr>
        </p:pic>
      </p:grpSp>
      <p:sp>
        <p:nvSpPr>
          <p:cNvPr id="10" name="Title 4">
            <a:extLst>
              <a:ext uri="{FF2B5EF4-FFF2-40B4-BE49-F238E27FC236}">
                <a16:creationId xmlns:a16="http://schemas.microsoft.com/office/drawing/2014/main" id="{A9E4E46B-8E80-22D6-A4AA-962991575ACA}"/>
              </a:ext>
            </a:extLst>
          </p:cNvPr>
          <p:cNvSpPr>
            <a:spLocks noGrp="1"/>
          </p:cNvSpPr>
          <p:nvPr>
            <p:ph type="title" hasCustomPrompt="1"/>
          </p:nvPr>
        </p:nvSpPr>
        <p:spPr>
          <a:xfrm>
            <a:off x="428625" y="530715"/>
            <a:ext cx="6766560" cy="1554480"/>
          </a:xfrm>
        </p:spPr>
        <p:txBody>
          <a:bodyPr anchor="b"/>
          <a:lstStyle>
            <a:lvl1pPr>
              <a:spcAft>
                <a:spcPts val="300"/>
              </a:spcAft>
              <a:defRPr lang="en-US" sz="4400" kern="1200" dirty="0">
                <a:solidFill>
                  <a:schemeClr val="accent1"/>
                </a:solidFill>
                <a:latin typeface="+mj-lt"/>
                <a:ea typeface="+mn-ea"/>
                <a:cs typeface="+mn-cs"/>
              </a:defRPr>
            </a:lvl1pPr>
          </a:lstStyle>
          <a:p>
            <a:r>
              <a:rPr lang="en-US"/>
              <a:t>Presentation title</a:t>
            </a:r>
          </a:p>
        </p:txBody>
      </p:sp>
      <p:sp>
        <p:nvSpPr>
          <p:cNvPr id="11" name="Text Placeholder 8">
            <a:extLst>
              <a:ext uri="{FF2B5EF4-FFF2-40B4-BE49-F238E27FC236}">
                <a16:creationId xmlns:a16="http://schemas.microsoft.com/office/drawing/2014/main" id="{B4B312D9-45D5-76C3-38DD-AA18B93BFBDB}"/>
              </a:ext>
            </a:extLst>
          </p:cNvPr>
          <p:cNvSpPr>
            <a:spLocks noGrp="1"/>
          </p:cNvSpPr>
          <p:nvPr>
            <p:ph type="body" sz="quarter" idx="13" hasCustomPrompt="1"/>
          </p:nvPr>
        </p:nvSpPr>
        <p:spPr>
          <a:xfrm>
            <a:off x="428625" y="2082422"/>
            <a:ext cx="6766560" cy="1216152"/>
          </a:xfrm>
        </p:spPr>
        <p:txBody>
          <a:bodyPr/>
          <a:lstStyle>
            <a:lvl1pPr marL="0" indent="0">
              <a:buNone/>
              <a:defRPr sz="3200">
                <a:solidFill>
                  <a:schemeClr val="accent3"/>
                </a:solidFill>
                <a:latin typeface="+mj-lt"/>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a:t>Subtitle</a:t>
            </a:r>
          </a:p>
        </p:txBody>
      </p:sp>
      <p:sp>
        <p:nvSpPr>
          <p:cNvPr id="12" name="Text Placeholder 9">
            <a:extLst>
              <a:ext uri="{FF2B5EF4-FFF2-40B4-BE49-F238E27FC236}">
                <a16:creationId xmlns:a16="http://schemas.microsoft.com/office/drawing/2014/main" id="{7D2D5D63-E8BA-926E-F60F-3C489D1CF733}"/>
              </a:ext>
            </a:extLst>
          </p:cNvPr>
          <p:cNvSpPr>
            <a:spLocks noGrp="1"/>
          </p:cNvSpPr>
          <p:nvPr>
            <p:ph type="body" sz="quarter" idx="15" hasCustomPrompt="1"/>
          </p:nvPr>
        </p:nvSpPr>
        <p:spPr>
          <a:xfrm>
            <a:off x="428625" y="4765675"/>
            <a:ext cx="3995928" cy="969264"/>
          </a:xfrm>
        </p:spPr>
        <p:txBody>
          <a:bodyPr/>
          <a:lstStyle>
            <a:lvl1pPr marL="0" indent="0">
              <a:buNone/>
              <a:defRPr lang="en-US" sz="1800" kern="1200" dirty="0">
                <a:solidFill>
                  <a:schemeClr val="accent3"/>
                </a:solidFill>
                <a:latin typeface="+mn-lt"/>
                <a:ea typeface="+mn-ea"/>
                <a:cs typeface="+mn-cs"/>
              </a:defRPr>
            </a:lvl1pPr>
          </a:lstStyle>
          <a:p>
            <a:pPr lvl="0"/>
            <a:r>
              <a:rPr lang="en-US"/>
              <a:t>Date</a:t>
            </a:r>
          </a:p>
        </p:txBody>
      </p:sp>
      <p:sp>
        <p:nvSpPr>
          <p:cNvPr id="4" name="Graphique 10" descr="Atos logo">
            <a:extLst>
              <a:ext uri="{FF2B5EF4-FFF2-40B4-BE49-F238E27FC236}">
                <a16:creationId xmlns:a16="http://schemas.microsoft.com/office/drawing/2014/main" id="{090DB5EA-F397-D75A-9B05-13145E2FB4AB}"/>
              </a:ext>
            </a:extLst>
          </p:cNvPr>
          <p:cNvSpPr>
            <a:spLocks noChangeAspect="1"/>
          </p:cNvSpPr>
          <p:nvPr userDrawn="1"/>
        </p:nvSpPr>
        <p:spPr>
          <a:xfrm>
            <a:off x="9848292" y="5921362"/>
            <a:ext cx="1920640" cy="587312"/>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accent1"/>
          </a:solidFill>
          <a:ln w="5690" cap="flat">
            <a:noFill/>
            <a:prstDash val="solid"/>
            <a:miter/>
          </a:ln>
        </p:spPr>
        <p:txBody>
          <a:bodyPr rtlCol="0" anchor="ctr"/>
          <a:lstStyle/>
          <a:p>
            <a:endParaRPr lang="fr-FR"/>
          </a:p>
        </p:txBody>
      </p:sp>
    </p:spTree>
    <p:extLst>
      <p:ext uri="{BB962C8B-B14F-4D97-AF65-F5344CB8AC3E}">
        <p14:creationId xmlns:p14="http://schemas.microsoft.com/office/powerpoint/2010/main" val="28732450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Cover 4">
    <p:bg>
      <p:bgPr>
        <a:solidFill>
          <a:schemeClr val="accent1"/>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24ED5386-93F9-CDA8-E734-D9726F47303C}"/>
              </a:ext>
              <a:ext uri="{C183D7F6-B498-43B3-948B-1728B52AA6E4}">
                <adec:decorative xmlns:adec="http://schemas.microsoft.com/office/drawing/2017/decorative" val="1"/>
              </a:ext>
            </a:extLst>
          </p:cNvPr>
          <p:cNvGrpSpPr/>
          <p:nvPr userDrawn="1"/>
        </p:nvGrpSpPr>
        <p:grpSpPr>
          <a:xfrm>
            <a:off x="1703638" y="0"/>
            <a:ext cx="9768784" cy="6858000"/>
            <a:chOff x="1703638" y="0"/>
            <a:chExt cx="9768784" cy="6858000"/>
          </a:xfrm>
        </p:grpSpPr>
        <p:pic>
          <p:nvPicPr>
            <p:cNvPr id="6" name="Graphic 5">
              <a:extLst>
                <a:ext uri="{FF2B5EF4-FFF2-40B4-BE49-F238E27FC236}">
                  <a16:creationId xmlns:a16="http://schemas.microsoft.com/office/drawing/2014/main" id="{52CDB108-6598-0C55-80C9-43F0EA8BD0C4}"/>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flipH="1" flipV="1">
              <a:off x="6588030" y="0"/>
              <a:ext cx="4884392" cy="4884392"/>
            </a:xfrm>
            <a:prstGeom prst="rect">
              <a:avLst/>
            </a:prstGeom>
          </p:spPr>
        </p:pic>
        <p:pic>
          <p:nvPicPr>
            <p:cNvPr id="8" name="Graphic 7">
              <a:extLst>
                <a:ext uri="{FF2B5EF4-FFF2-40B4-BE49-F238E27FC236}">
                  <a16:creationId xmlns:a16="http://schemas.microsoft.com/office/drawing/2014/main" id="{708434B2-C000-651C-6DD8-76477D020A49}"/>
                </a:ext>
                <a:ext uri="{C183D7F6-B498-43B3-948B-1728B52AA6E4}">
                  <adec:decorative xmlns:adec="http://schemas.microsoft.com/office/drawing/2017/decorative" val="1"/>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b="59594"/>
            <a:stretch/>
          </p:blipFill>
          <p:spPr>
            <a:xfrm>
              <a:off x="1703638" y="4884393"/>
              <a:ext cx="4884392" cy="1973607"/>
            </a:xfrm>
            <a:prstGeom prst="rect">
              <a:avLst/>
            </a:prstGeom>
          </p:spPr>
        </p:pic>
      </p:grpSp>
      <p:sp>
        <p:nvSpPr>
          <p:cNvPr id="10" name="Title 4">
            <a:extLst>
              <a:ext uri="{FF2B5EF4-FFF2-40B4-BE49-F238E27FC236}">
                <a16:creationId xmlns:a16="http://schemas.microsoft.com/office/drawing/2014/main" id="{A9E4E46B-8E80-22D6-A4AA-962991575ACA}"/>
              </a:ext>
            </a:extLst>
          </p:cNvPr>
          <p:cNvSpPr>
            <a:spLocks noGrp="1"/>
          </p:cNvSpPr>
          <p:nvPr>
            <p:ph type="title" hasCustomPrompt="1"/>
          </p:nvPr>
        </p:nvSpPr>
        <p:spPr>
          <a:xfrm>
            <a:off x="428625" y="530715"/>
            <a:ext cx="6766560" cy="1554480"/>
          </a:xfrm>
        </p:spPr>
        <p:txBody>
          <a:bodyPr anchor="b"/>
          <a:lstStyle>
            <a:lvl1pPr>
              <a:spcAft>
                <a:spcPts val="300"/>
              </a:spcAft>
              <a:defRPr lang="en-US" sz="4400" kern="1200" dirty="0">
                <a:solidFill>
                  <a:schemeClr val="bg1"/>
                </a:solidFill>
                <a:latin typeface="+mj-lt"/>
                <a:ea typeface="+mn-ea"/>
                <a:cs typeface="+mn-cs"/>
              </a:defRPr>
            </a:lvl1pPr>
          </a:lstStyle>
          <a:p>
            <a:r>
              <a:rPr lang="en-US"/>
              <a:t>Presentation title</a:t>
            </a:r>
          </a:p>
        </p:txBody>
      </p:sp>
      <p:sp>
        <p:nvSpPr>
          <p:cNvPr id="11" name="Text Placeholder 8">
            <a:extLst>
              <a:ext uri="{FF2B5EF4-FFF2-40B4-BE49-F238E27FC236}">
                <a16:creationId xmlns:a16="http://schemas.microsoft.com/office/drawing/2014/main" id="{B4B312D9-45D5-76C3-38DD-AA18B93BFBDB}"/>
              </a:ext>
            </a:extLst>
          </p:cNvPr>
          <p:cNvSpPr>
            <a:spLocks noGrp="1"/>
          </p:cNvSpPr>
          <p:nvPr>
            <p:ph type="body" sz="quarter" idx="13" hasCustomPrompt="1"/>
          </p:nvPr>
        </p:nvSpPr>
        <p:spPr>
          <a:xfrm>
            <a:off x="428625" y="2082422"/>
            <a:ext cx="6766560" cy="1216152"/>
          </a:xfrm>
        </p:spPr>
        <p:txBody>
          <a:bodyPr/>
          <a:lstStyle>
            <a:lvl1pPr marL="0" indent="0">
              <a:buNone/>
              <a:defRPr sz="3200">
                <a:solidFill>
                  <a:schemeClr val="accent3"/>
                </a:solidFill>
                <a:latin typeface="+mj-lt"/>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a:t>Subtitle</a:t>
            </a:r>
          </a:p>
        </p:txBody>
      </p:sp>
      <p:sp>
        <p:nvSpPr>
          <p:cNvPr id="12" name="Text Placeholder 9">
            <a:extLst>
              <a:ext uri="{FF2B5EF4-FFF2-40B4-BE49-F238E27FC236}">
                <a16:creationId xmlns:a16="http://schemas.microsoft.com/office/drawing/2014/main" id="{7D2D5D63-E8BA-926E-F60F-3C489D1CF733}"/>
              </a:ext>
            </a:extLst>
          </p:cNvPr>
          <p:cNvSpPr>
            <a:spLocks noGrp="1"/>
          </p:cNvSpPr>
          <p:nvPr>
            <p:ph type="body" sz="quarter" idx="15" hasCustomPrompt="1"/>
          </p:nvPr>
        </p:nvSpPr>
        <p:spPr>
          <a:xfrm>
            <a:off x="428625" y="4765675"/>
            <a:ext cx="3995928" cy="969264"/>
          </a:xfrm>
        </p:spPr>
        <p:txBody>
          <a:bodyPr/>
          <a:lstStyle>
            <a:lvl1pPr marL="0" indent="0">
              <a:buNone/>
              <a:defRPr lang="en-US" sz="1800" kern="1200" dirty="0">
                <a:solidFill>
                  <a:schemeClr val="bg1"/>
                </a:solidFill>
                <a:latin typeface="+mn-lt"/>
                <a:ea typeface="+mn-ea"/>
                <a:cs typeface="+mn-cs"/>
              </a:defRPr>
            </a:lvl1pPr>
          </a:lstStyle>
          <a:p>
            <a:pPr lvl="0"/>
            <a:r>
              <a:rPr lang="en-US"/>
              <a:t>Date</a:t>
            </a:r>
          </a:p>
        </p:txBody>
      </p:sp>
      <p:sp>
        <p:nvSpPr>
          <p:cNvPr id="2" name="Graphique 10" descr="Atos logo">
            <a:extLst>
              <a:ext uri="{FF2B5EF4-FFF2-40B4-BE49-F238E27FC236}">
                <a16:creationId xmlns:a16="http://schemas.microsoft.com/office/drawing/2014/main" id="{4EAE2C9A-6617-E131-E7DC-EDB5219632CC}"/>
              </a:ext>
            </a:extLst>
          </p:cNvPr>
          <p:cNvSpPr>
            <a:spLocks noChangeAspect="1"/>
          </p:cNvSpPr>
          <p:nvPr userDrawn="1"/>
        </p:nvSpPr>
        <p:spPr>
          <a:xfrm>
            <a:off x="7805427" y="6024696"/>
            <a:ext cx="1582715" cy="483978"/>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a:p>
        </p:txBody>
      </p:sp>
      <p:grpSp>
        <p:nvGrpSpPr>
          <p:cNvPr id="4" name="Group 3" descr="Client/Partner/Alliance logo placeholder text box">
            <a:extLst>
              <a:ext uri="{FF2B5EF4-FFF2-40B4-BE49-F238E27FC236}">
                <a16:creationId xmlns:a16="http://schemas.microsoft.com/office/drawing/2014/main" id="{FC6D797E-46C0-6931-DE5B-BADA16383D13}"/>
              </a:ext>
              <a:ext uri="{C183D7F6-B498-43B3-948B-1728B52AA6E4}">
                <adec:decorative xmlns:adec="http://schemas.microsoft.com/office/drawing/2017/decorative" val="0"/>
              </a:ext>
            </a:extLst>
          </p:cNvPr>
          <p:cNvGrpSpPr/>
          <p:nvPr userDrawn="1"/>
        </p:nvGrpSpPr>
        <p:grpSpPr>
          <a:xfrm>
            <a:off x="12439558" y="6039739"/>
            <a:ext cx="2291081" cy="743281"/>
            <a:chOff x="9462769" y="4607169"/>
            <a:chExt cx="2291081" cy="743281"/>
          </a:xfrm>
        </p:grpSpPr>
        <p:sp>
          <p:nvSpPr>
            <p:cNvPr id="5" name="Rectangle 4">
              <a:extLst>
                <a:ext uri="{FF2B5EF4-FFF2-40B4-BE49-F238E27FC236}">
                  <a16:creationId xmlns:a16="http://schemas.microsoft.com/office/drawing/2014/main" id="{D822352F-7391-98C4-F87B-0D47FB92F00D}"/>
                </a:ext>
              </a:extLst>
            </p:cNvPr>
            <p:cNvSpPr/>
            <p:nvPr/>
          </p:nvSpPr>
          <p:spPr>
            <a:xfrm>
              <a:off x="10102849" y="4607169"/>
              <a:ext cx="1651001" cy="743281"/>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r>
                <a:rPr lang="en-US" sz="1400">
                  <a:solidFill>
                    <a:schemeClr val="tx1"/>
                  </a:solidFill>
                </a:rPr>
                <a:t>Place the partner or alliance</a:t>
              </a:r>
              <a:br>
                <a:rPr lang="en-US" sz="1400">
                  <a:solidFill>
                    <a:schemeClr val="tx1"/>
                  </a:solidFill>
                </a:rPr>
              </a:br>
              <a:r>
                <a:rPr lang="en-US" sz="1400">
                  <a:solidFill>
                    <a:schemeClr val="tx1"/>
                  </a:solidFill>
                </a:rPr>
                <a:t>logo here</a:t>
              </a:r>
            </a:p>
          </p:txBody>
        </p:sp>
        <p:cxnSp>
          <p:nvCxnSpPr>
            <p:cNvPr id="7" name="Straight Arrow Connector 6">
              <a:extLst>
                <a:ext uri="{FF2B5EF4-FFF2-40B4-BE49-F238E27FC236}">
                  <a16:creationId xmlns:a16="http://schemas.microsoft.com/office/drawing/2014/main" id="{E0415C20-974D-3C5A-FB64-90A65740B1FA}"/>
                </a:ext>
              </a:extLst>
            </p:cNvPr>
            <p:cNvCxnSpPr>
              <a:cxnSpLocks/>
            </p:cNvCxnSpPr>
            <p:nvPr/>
          </p:nvCxnSpPr>
          <p:spPr>
            <a:xfrm rot="5400000">
              <a:off x="9782809" y="4658769"/>
              <a:ext cx="0" cy="640080"/>
            </a:xfrm>
            <a:prstGeom prst="straightConnector1">
              <a:avLst/>
            </a:prstGeom>
            <a:ln w="28575">
              <a:solidFill>
                <a:srgbClr val="FFFF00"/>
              </a:solidFill>
              <a:tailEnd type="triangle" w="lg" len="lg"/>
            </a:ln>
          </p:spPr>
          <p:style>
            <a:lnRef idx="1">
              <a:schemeClr val="accent1"/>
            </a:lnRef>
            <a:fillRef idx="0">
              <a:schemeClr val="accent1"/>
            </a:fillRef>
            <a:effectRef idx="0">
              <a:schemeClr val="accent1"/>
            </a:effectRef>
            <a:fontRef idx="minor">
              <a:schemeClr val="tx1"/>
            </a:fontRef>
          </p:style>
        </p:cxnSp>
      </p:grpSp>
      <p:cxnSp>
        <p:nvCxnSpPr>
          <p:cNvPr id="13" name="Straight Connector 12">
            <a:extLst>
              <a:ext uri="{FF2B5EF4-FFF2-40B4-BE49-F238E27FC236}">
                <a16:creationId xmlns:a16="http://schemas.microsoft.com/office/drawing/2014/main" id="{D82F4E58-5BE5-7AAF-3296-A6ADEFF55B2D}"/>
              </a:ext>
              <a:ext uri="{C183D7F6-B498-43B3-948B-1728B52AA6E4}">
                <adec:decorative xmlns:adec="http://schemas.microsoft.com/office/drawing/2017/decorative" val="1"/>
              </a:ext>
            </a:extLst>
          </p:cNvPr>
          <p:cNvCxnSpPr>
            <a:cxnSpLocks/>
          </p:cNvCxnSpPr>
          <p:nvPr userDrawn="1"/>
        </p:nvCxnSpPr>
        <p:spPr>
          <a:xfrm>
            <a:off x="9783891" y="5940279"/>
            <a:ext cx="0" cy="649224"/>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470606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Cover 5">
    <p:bg>
      <p:bgPr>
        <a:solidFill>
          <a:schemeClr val="accent1"/>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24ED5386-93F9-CDA8-E734-D9726F47303C}"/>
              </a:ext>
              <a:ext uri="{C183D7F6-B498-43B3-948B-1728B52AA6E4}">
                <adec:decorative xmlns:adec="http://schemas.microsoft.com/office/drawing/2017/decorative" val="1"/>
              </a:ext>
            </a:extLst>
          </p:cNvPr>
          <p:cNvGrpSpPr/>
          <p:nvPr userDrawn="1"/>
        </p:nvGrpSpPr>
        <p:grpSpPr>
          <a:xfrm>
            <a:off x="1703638" y="0"/>
            <a:ext cx="9768784" cy="6858000"/>
            <a:chOff x="1703638" y="0"/>
            <a:chExt cx="9768784" cy="6858000"/>
          </a:xfrm>
        </p:grpSpPr>
        <p:pic>
          <p:nvPicPr>
            <p:cNvPr id="6" name="Graphic 5">
              <a:extLst>
                <a:ext uri="{FF2B5EF4-FFF2-40B4-BE49-F238E27FC236}">
                  <a16:creationId xmlns:a16="http://schemas.microsoft.com/office/drawing/2014/main" id="{52CDB108-6598-0C55-80C9-43F0EA8BD0C4}"/>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flipH="1" flipV="1">
              <a:off x="6588030" y="0"/>
              <a:ext cx="4884392" cy="4884392"/>
            </a:xfrm>
            <a:prstGeom prst="rect">
              <a:avLst/>
            </a:prstGeom>
          </p:spPr>
        </p:pic>
        <p:pic>
          <p:nvPicPr>
            <p:cNvPr id="8" name="Graphic 7">
              <a:extLst>
                <a:ext uri="{FF2B5EF4-FFF2-40B4-BE49-F238E27FC236}">
                  <a16:creationId xmlns:a16="http://schemas.microsoft.com/office/drawing/2014/main" id="{708434B2-C000-651C-6DD8-76477D020A49}"/>
                </a:ext>
                <a:ext uri="{C183D7F6-B498-43B3-948B-1728B52AA6E4}">
                  <adec:decorative xmlns:adec="http://schemas.microsoft.com/office/drawing/2017/decorative" val="1"/>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b="59594"/>
            <a:stretch/>
          </p:blipFill>
          <p:spPr>
            <a:xfrm>
              <a:off x="1703638" y="4884393"/>
              <a:ext cx="4884392" cy="1973607"/>
            </a:xfrm>
            <a:prstGeom prst="rect">
              <a:avLst/>
            </a:prstGeom>
          </p:spPr>
        </p:pic>
      </p:grpSp>
      <p:sp>
        <p:nvSpPr>
          <p:cNvPr id="10" name="Title 4">
            <a:extLst>
              <a:ext uri="{FF2B5EF4-FFF2-40B4-BE49-F238E27FC236}">
                <a16:creationId xmlns:a16="http://schemas.microsoft.com/office/drawing/2014/main" id="{A9E4E46B-8E80-22D6-A4AA-962991575ACA}"/>
              </a:ext>
            </a:extLst>
          </p:cNvPr>
          <p:cNvSpPr>
            <a:spLocks noGrp="1"/>
          </p:cNvSpPr>
          <p:nvPr>
            <p:ph type="title" hasCustomPrompt="1"/>
          </p:nvPr>
        </p:nvSpPr>
        <p:spPr>
          <a:xfrm>
            <a:off x="428625" y="530715"/>
            <a:ext cx="6766560" cy="1554480"/>
          </a:xfrm>
        </p:spPr>
        <p:txBody>
          <a:bodyPr anchor="b"/>
          <a:lstStyle>
            <a:lvl1pPr>
              <a:spcAft>
                <a:spcPts val="300"/>
              </a:spcAft>
              <a:defRPr lang="en-US" sz="4400" kern="1200" dirty="0">
                <a:solidFill>
                  <a:schemeClr val="bg1"/>
                </a:solidFill>
                <a:latin typeface="+mj-lt"/>
                <a:ea typeface="+mn-ea"/>
                <a:cs typeface="+mn-cs"/>
              </a:defRPr>
            </a:lvl1pPr>
          </a:lstStyle>
          <a:p>
            <a:r>
              <a:rPr lang="en-US"/>
              <a:t>Presentation title</a:t>
            </a:r>
          </a:p>
        </p:txBody>
      </p:sp>
      <p:sp>
        <p:nvSpPr>
          <p:cNvPr id="11" name="Text Placeholder 8">
            <a:extLst>
              <a:ext uri="{FF2B5EF4-FFF2-40B4-BE49-F238E27FC236}">
                <a16:creationId xmlns:a16="http://schemas.microsoft.com/office/drawing/2014/main" id="{B4B312D9-45D5-76C3-38DD-AA18B93BFBDB}"/>
              </a:ext>
            </a:extLst>
          </p:cNvPr>
          <p:cNvSpPr>
            <a:spLocks noGrp="1"/>
          </p:cNvSpPr>
          <p:nvPr>
            <p:ph type="body" sz="quarter" idx="13" hasCustomPrompt="1"/>
          </p:nvPr>
        </p:nvSpPr>
        <p:spPr>
          <a:xfrm>
            <a:off x="428625" y="2082422"/>
            <a:ext cx="6766560" cy="1216152"/>
          </a:xfrm>
        </p:spPr>
        <p:txBody>
          <a:bodyPr/>
          <a:lstStyle>
            <a:lvl1pPr marL="0" indent="0">
              <a:buNone/>
              <a:defRPr sz="3200">
                <a:solidFill>
                  <a:schemeClr val="accent3"/>
                </a:solidFill>
                <a:latin typeface="+mj-lt"/>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a:t>Subtitle</a:t>
            </a:r>
          </a:p>
        </p:txBody>
      </p:sp>
      <p:sp>
        <p:nvSpPr>
          <p:cNvPr id="12" name="Text Placeholder 9">
            <a:extLst>
              <a:ext uri="{FF2B5EF4-FFF2-40B4-BE49-F238E27FC236}">
                <a16:creationId xmlns:a16="http://schemas.microsoft.com/office/drawing/2014/main" id="{7D2D5D63-E8BA-926E-F60F-3C489D1CF733}"/>
              </a:ext>
            </a:extLst>
          </p:cNvPr>
          <p:cNvSpPr>
            <a:spLocks noGrp="1"/>
          </p:cNvSpPr>
          <p:nvPr>
            <p:ph type="body" sz="quarter" idx="15" hasCustomPrompt="1"/>
          </p:nvPr>
        </p:nvSpPr>
        <p:spPr>
          <a:xfrm>
            <a:off x="428625" y="4765675"/>
            <a:ext cx="3995928" cy="969264"/>
          </a:xfrm>
        </p:spPr>
        <p:txBody>
          <a:bodyPr/>
          <a:lstStyle>
            <a:lvl1pPr marL="0" indent="0">
              <a:buNone/>
              <a:defRPr lang="en-US" sz="1800" kern="1200" dirty="0">
                <a:solidFill>
                  <a:schemeClr val="bg1"/>
                </a:solidFill>
                <a:latin typeface="+mn-lt"/>
                <a:ea typeface="+mn-ea"/>
                <a:cs typeface="+mn-cs"/>
              </a:defRPr>
            </a:lvl1pPr>
          </a:lstStyle>
          <a:p>
            <a:pPr lvl="0"/>
            <a:r>
              <a:rPr lang="en-US"/>
              <a:t>Date</a:t>
            </a:r>
          </a:p>
        </p:txBody>
      </p:sp>
      <p:sp>
        <p:nvSpPr>
          <p:cNvPr id="18" name="Graphique 10" descr="Atos logo">
            <a:extLst>
              <a:ext uri="{FF2B5EF4-FFF2-40B4-BE49-F238E27FC236}">
                <a16:creationId xmlns:a16="http://schemas.microsoft.com/office/drawing/2014/main" id="{DC5A2AB4-E24E-F451-9BC8-91BE6EE4A5CA}"/>
              </a:ext>
            </a:extLst>
          </p:cNvPr>
          <p:cNvSpPr>
            <a:spLocks noChangeAspect="1"/>
          </p:cNvSpPr>
          <p:nvPr userDrawn="1"/>
        </p:nvSpPr>
        <p:spPr>
          <a:xfrm>
            <a:off x="10184177" y="6024696"/>
            <a:ext cx="1582715" cy="483978"/>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a:p>
        </p:txBody>
      </p:sp>
      <p:grpSp>
        <p:nvGrpSpPr>
          <p:cNvPr id="2" name="Group 1" descr="Client/Partner/Alliance logo placeholder text box">
            <a:extLst>
              <a:ext uri="{FF2B5EF4-FFF2-40B4-BE49-F238E27FC236}">
                <a16:creationId xmlns:a16="http://schemas.microsoft.com/office/drawing/2014/main" id="{95A3F0FC-C563-28DD-6EEE-319F639800E3}"/>
              </a:ext>
              <a:ext uri="{C183D7F6-B498-43B3-948B-1728B52AA6E4}">
                <adec:decorative xmlns:adec="http://schemas.microsoft.com/office/drawing/2017/decorative" val="0"/>
              </a:ext>
            </a:extLst>
          </p:cNvPr>
          <p:cNvGrpSpPr/>
          <p:nvPr userDrawn="1"/>
        </p:nvGrpSpPr>
        <p:grpSpPr>
          <a:xfrm>
            <a:off x="7806695" y="6986588"/>
            <a:ext cx="1666875" cy="1116587"/>
            <a:chOff x="10102849" y="4471988"/>
            <a:chExt cx="1666875" cy="1116587"/>
          </a:xfrm>
        </p:grpSpPr>
        <p:sp>
          <p:nvSpPr>
            <p:cNvPr id="4" name="Rectangle 3">
              <a:extLst>
                <a:ext uri="{FF2B5EF4-FFF2-40B4-BE49-F238E27FC236}">
                  <a16:creationId xmlns:a16="http://schemas.microsoft.com/office/drawing/2014/main" id="{45CB0AC8-C79C-7D5A-1683-BB36315435F7}"/>
                </a:ext>
              </a:extLst>
            </p:cNvPr>
            <p:cNvSpPr/>
            <p:nvPr/>
          </p:nvSpPr>
          <p:spPr>
            <a:xfrm>
              <a:off x="10102849" y="4845294"/>
              <a:ext cx="1666875" cy="743281"/>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r>
                <a:rPr lang="en-US" sz="1400">
                  <a:solidFill>
                    <a:schemeClr val="tx1"/>
                  </a:solidFill>
                </a:rPr>
                <a:t>Place the client logo here</a:t>
              </a:r>
            </a:p>
          </p:txBody>
        </p:sp>
        <p:cxnSp>
          <p:nvCxnSpPr>
            <p:cNvPr id="5" name="Straight Arrow Connector 4">
              <a:extLst>
                <a:ext uri="{FF2B5EF4-FFF2-40B4-BE49-F238E27FC236}">
                  <a16:creationId xmlns:a16="http://schemas.microsoft.com/office/drawing/2014/main" id="{728ADA43-1032-F46C-5454-1284B07B370B}"/>
                </a:ext>
              </a:extLst>
            </p:cNvPr>
            <p:cNvCxnSpPr>
              <a:cxnSpLocks/>
            </p:cNvCxnSpPr>
            <p:nvPr/>
          </p:nvCxnSpPr>
          <p:spPr>
            <a:xfrm flipV="1">
              <a:off x="10936286" y="4471988"/>
              <a:ext cx="0" cy="371475"/>
            </a:xfrm>
            <a:prstGeom prst="straightConnector1">
              <a:avLst/>
            </a:prstGeom>
            <a:ln w="28575">
              <a:solidFill>
                <a:srgbClr val="FFFF00"/>
              </a:solidFill>
              <a:tailEnd type="triangle" w="lg" len="lg"/>
            </a:ln>
          </p:spPr>
          <p:style>
            <a:lnRef idx="1">
              <a:schemeClr val="accent1"/>
            </a:lnRef>
            <a:fillRef idx="0">
              <a:schemeClr val="accent1"/>
            </a:fillRef>
            <a:effectRef idx="0">
              <a:schemeClr val="accent1"/>
            </a:effectRef>
            <a:fontRef idx="minor">
              <a:schemeClr val="tx1"/>
            </a:fontRef>
          </p:style>
        </p:cxnSp>
      </p:grpSp>
      <p:cxnSp>
        <p:nvCxnSpPr>
          <p:cNvPr id="14" name="Straight Connector 13">
            <a:extLst>
              <a:ext uri="{FF2B5EF4-FFF2-40B4-BE49-F238E27FC236}">
                <a16:creationId xmlns:a16="http://schemas.microsoft.com/office/drawing/2014/main" id="{502B8148-CFE8-C48B-CB6E-972AEDB2414B}"/>
              </a:ext>
              <a:ext uri="{C183D7F6-B498-43B3-948B-1728B52AA6E4}">
                <adec:decorative xmlns:adec="http://schemas.microsoft.com/office/drawing/2017/decorative" val="1"/>
              </a:ext>
            </a:extLst>
          </p:cNvPr>
          <p:cNvCxnSpPr>
            <a:cxnSpLocks/>
          </p:cNvCxnSpPr>
          <p:nvPr userDrawn="1"/>
        </p:nvCxnSpPr>
        <p:spPr>
          <a:xfrm>
            <a:off x="9783891" y="5940279"/>
            <a:ext cx="0" cy="649224"/>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526840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Cover 6">
    <p:spTree>
      <p:nvGrpSpPr>
        <p:cNvPr id="1" name=""/>
        <p:cNvGrpSpPr/>
        <p:nvPr/>
      </p:nvGrpSpPr>
      <p:grpSpPr>
        <a:xfrm>
          <a:off x="0" y="0"/>
          <a:ext cx="0" cy="0"/>
          <a:chOff x="0" y="0"/>
          <a:chExt cx="0" cy="0"/>
        </a:xfrm>
      </p:grpSpPr>
      <p:sp>
        <p:nvSpPr>
          <p:cNvPr id="3" name="Freeform: Shape 2">
            <a:extLst>
              <a:ext uri="{FF2B5EF4-FFF2-40B4-BE49-F238E27FC236}">
                <a16:creationId xmlns:a16="http://schemas.microsoft.com/office/drawing/2014/main" id="{997919D9-2989-3289-BE2F-126C2433837B}"/>
              </a:ext>
              <a:ext uri="{C183D7F6-B498-43B3-948B-1728B52AA6E4}">
                <adec:decorative xmlns:adec="http://schemas.microsoft.com/office/drawing/2017/decorative" val="1"/>
              </a:ext>
            </a:extLst>
          </p:cNvPr>
          <p:cNvSpPr/>
          <p:nvPr userDrawn="1"/>
        </p:nvSpPr>
        <p:spPr>
          <a:xfrm>
            <a:off x="0" y="0"/>
            <a:ext cx="12192000" cy="6857556"/>
          </a:xfrm>
          <a:custGeom>
            <a:avLst/>
            <a:gdLst>
              <a:gd name="connsiteX0" fmla="*/ 12192000 w 12192000"/>
              <a:gd name="connsiteY0" fmla="*/ 2782174 h 6857556"/>
              <a:gd name="connsiteX1" fmla="*/ 12192000 w 12192000"/>
              <a:gd name="connsiteY1" fmla="*/ 6857556 h 6857556"/>
              <a:gd name="connsiteX2" fmla="*/ 8111311 w 12192000"/>
              <a:gd name="connsiteY2" fmla="*/ 6857556 h 6857556"/>
              <a:gd name="connsiteX3" fmla="*/ 8113342 w 12192000"/>
              <a:gd name="connsiteY3" fmla="*/ 6733493 h 6857556"/>
              <a:gd name="connsiteX4" fmla="*/ 12064704 w 12192000"/>
              <a:gd name="connsiteY4" fmla="*/ 2783524 h 6857556"/>
              <a:gd name="connsiteX5" fmla="*/ 0 w 12192000"/>
              <a:gd name="connsiteY5" fmla="*/ 0 h 6857556"/>
              <a:gd name="connsiteX6" fmla="*/ 12192000 w 12192000"/>
              <a:gd name="connsiteY6" fmla="*/ 0 h 6857556"/>
              <a:gd name="connsiteX7" fmla="*/ 12192000 w 12192000"/>
              <a:gd name="connsiteY7" fmla="*/ 444 h 6857556"/>
              <a:gd name="connsiteX8" fmla="*/ 11867550 w 12192000"/>
              <a:gd name="connsiteY8" fmla="*/ 4015 h 6857556"/>
              <a:gd name="connsiteX9" fmla="*/ 7200902 w 12192000"/>
              <a:gd name="connsiteY9" fmla="*/ 2159000 h 6857556"/>
              <a:gd name="connsiteX10" fmla="*/ 5337672 w 12192000"/>
              <a:gd name="connsiteY10" fmla="*/ 6585644 h 6857556"/>
              <a:gd name="connsiteX11" fmla="*/ 5334507 w 12192000"/>
              <a:gd name="connsiteY11" fmla="*/ 6857556 h 6857556"/>
              <a:gd name="connsiteX12" fmla="*/ 0 w 12192000"/>
              <a:gd name="connsiteY12" fmla="*/ 6857556 h 6857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192000" h="6857556">
                <a:moveTo>
                  <a:pt x="12192000" y="2782174"/>
                </a:moveTo>
                <a:lnTo>
                  <a:pt x="12192000" y="6857556"/>
                </a:lnTo>
                <a:lnTo>
                  <a:pt x="8111311" y="6857556"/>
                </a:lnTo>
                <a:lnTo>
                  <a:pt x="8113342" y="6733493"/>
                </a:lnTo>
                <a:cubicBezTo>
                  <a:pt x="8205095" y="4482559"/>
                  <a:pt x="9974251" y="2857766"/>
                  <a:pt x="12064704" y="2783524"/>
                </a:cubicBezTo>
                <a:close/>
                <a:moveTo>
                  <a:pt x="0" y="0"/>
                </a:moveTo>
                <a:lnTo>
                  <a:pt x="12192000" y="0"/>
                </a:lnTo>
                <a:lnTo>
                  <a:pt x="12192000" y="444"/>
                </a:lnTo>
                <a:lnTo>
                  <a:pt x="11867550" y="4015"/>
                </a:lnTo>
                <a:cubicBezTo>
                  <a:pt x="10051432" y="76082"/>
                  <a:pt x="8371914" y="919580"/>
                  <a:pt x="7200902" y="2159000"/>
                </a:cubicBezTo>
                <a:cubicBezTo>
                  <a:pt x="6035842" y="3386514"/>
                  <a:pt x="5395007" y="5006228"/>
                  <a:pt x="5337672" y="6585644"/>
                </a:cubicBezTo>
                <a:lnTo>
                  <a:pt x="5334507" y="6857556"/>
                </a:lnTo>
                <a:lnTo>
                  <a:pt x="0" y="6857556"/>
                </a:lnTo>
                <a:close/>
              </a:path>
            </a:pathLst>
          </a:custGeom>
          <a:solidFill>
            <a:schemeClr val="accent1"/>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Title 4">
            <a:extLst>
              <a:ext uri="{FF2B5EF4-FFF2-40B4-BE49-F238E27FC236}">
                <a16:creationId xmlns:a16="http://schemas.microsoft.com/office/drawing/2014/main" id="{A9E4E46B-8E80-22D6-A4AA-962991575ACA}"/>
              </a:ext>
            </a:extLst>
          </p:cNvPr>
          <p:cNvSpPr>
            <a:spLocks noGrp="1"/>
          </p:cNvSpPr>
          <p:nvPr>
            <p:ph type="title" hasCustomPrompt="1"/>
          </p:nvPr>
        </p:nvSpPr>
        <p:spPr>
          <a:xfrm>
            <a:off x="428625" y="530715"/>
            <a:ext cx="6766560" cy="1554480"/>
          </a:xfrm>
        </p:spPr>
        <p:txBody>
          <a:bodyPr anchor="b"/>
          <a:lstStyle>
            <a:lvl1pPr>
              <a:spcAft>
                <a:spcPts val="300"/>
              </a:spcAft>
              <a:defRPr lang="en-US" sz="4400" kern="1200" dirty="0">
                <a:solidFill>
                  <a:schemeClr val="bg1"/>
                </a:solidFill>
                <a:latin typeface="+mj-lt"/>
                <a:ea typeface="+mn-ea"/>
                <a:cs typeface="+mn-cs"/>
              </a:defRPr>
            </a:lvl1pPr>
          </a:lstStyle>
          <a:p>
            <a:r>
              <a:rPr lang="en-US"/>
              <a:t>Presentation title</a:t>
            </a:r>
          </a:p>
        </p:txBody>
      </p:sp>
      <p:sp>
        <p:nvSpPr>
          <p:cNvPr id="11" name="Text Placeholder 8">
            <a:extLst>
              <a:ext uri="{FF2B5EF4-FFF2-40B4-BE49-F238E27FC236}">
                <a16:creationId xmlns:a16="http://schemas.microsoft.com/office/drawing/2014/main" id="{B4B312D9-45D5-76C3-38DD-AA18B93BFBDB}"/>
              </a:ext>
            </a:extLst>
          </p:cNvPr>
          <p:cNvSpPr>
            <a:spLocks noGrp="1"/>
          </p:cNvSpPr>
          <p:nvPr>
            <p:ph type="body" sz="quarter" idx="13" hasCustomPrompt="1"/>
          </p:nvPr>
        </p:nvSpPr>
        <p:spPr>
          <a:xfrm>
            <a:off x="428625" y="2082422"/>
            <a:ext cx="6766560" cy="1216152"/>
          </a:xfrm>
        </p:spPr>
        <p:txBody>
          <a:bodyPr/>
          <a:lstStyle>
            <a:lvl1pPr marL="0" indent="0">
              <a:buNone/>
              <a:defRPr sz="3200">
                <a:solidFill>
                  <a:schemeClr val="accent3"/>
                </a:solidFill>
                <a:latin typeface="+mj-lt"/>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a:t>Subtitle</a:t>
            </a:r>
          </a:p>
        </p:txBody>
      </p:sp>
      <p:sp>
        <p:nvSpPr>
          <p:cNvPr id="12" name="Text Placeholder 9">
            <a:extLst>
              <a:ext uri="{FF2B5EF4-FFF2-40B4-BE49-F238E27FC236}">
                <a16:creationId xmlns:a16="http://schemas.microsoft.com/office/drawing/2014/main" id="{7D2D5D63-E8BA-926E-F60F-3C489D1CF733}"/>
              </a:ext>
            </a:extLst>
          </p:cNvPr>
          <p:cNvSpPr>
            <a:spLocks noGrp="1"/>
          </p:cNvSpPr>
          <p:nvPr>
            <p:ph type="body" sz="quarter" idx="15" hasCustomPrompt="1"/>
          </p:nvPr>
        </p:nvSpPr>
        <p:spPr>
          <a:xfrm>
            <a:off x="428625" y="4765675"/>
            <a:ext cx="3995928" cy="969264"/>
          </a:xfrm>
        </p:spPr>
        <p:txBody>
          <a:bodyPr/>
          <a:lstStyle>
            <a:lvl1pPr marL="0" indent="0">
              <a:buNone/>
              <a:defRPr lang="en-US" sz="1800" kern="1200" dirty="0">
                <a:solidFill>
                  <a:schemeClr val="bg1"/>
                </a:solidFill>
                <a:latin typeface="+mn-lt"/>
                <a:ea typeface="+mn-ea"/>
                <a:cs typeface="+mn-cs"/>
              </a:defRPr>
            </a:lvl1pPr>
          </a:lstStyle>
          <a:p>
            <a:pPr lvl="0"/>
            <a:r>
              <a:rPr lang="en-US"/>
              <a:t>Date</a:t>
            </a:r>
          </a:p>
        </p:txBody>
      </p:sp>
      <p:sp>
        <p:nvSpPr>
          <p:cNvPr id="4" name="Graphique 10" descr="Atos logo">
            <a:extLst>
              <a:ext uri="{FF2B5EF4-FFF2-40B4-BE49-F238E27FC236}">
                <a16:creationId xmlns:a16="http://schemas.microsoft.com/office/drawing/2014/main" id="{090DB5EA-F397-D75A-9B05-13145E2FB4AB}"/>
              </a:ext>
            </a:extLst>
          </p:cNvPr>
          <p:cNvSpPr>
            <a:spLocks noChangeAspect="1"/>
          </p:cNvSpPr>
          <p:nvPr userDrawn="1"/>
        </p:nvSpPr>
        <p:spPr>
          <a:xfrm>
            <a:off x="9848292" y="5921362"/>
            <a:ext cx="1920640" cy="587312"/>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a:p>
        </p:txBody>
      </p:sp>
      <p:sp>
        <p:nvSpPr>
          <p:cNvPr id="5" name="Picture Placeholder 19">
            <a:extLst>
              <a:ext uri="{FF2B5EF4-FFF2-40B4-BE49-F238E27FC236}">
                <a16:creationId xmlns:a16="http://schemas.microsoft.com/office/drawing/2014/main" id="{4EB1A4FF-FDF0-957E-95CD-5A9D268651E0}"/>
              </a:ext>
              <a:ext uri="{C183D7F6-B498-43B3-948B-1728B52AA6E4}">
                <adec:decorative xmlns:adec="http://schemas.microsoft.com/office/drawing/2017/decorative" val="1"/>
              </a:ext>
            </a:extLst>
          </p:cNvPr>
          <p:cNvSpPr>
            <a:spLocks noGrp="1"/>
          </p:cNvSpPr>
          <p:nvPr>
            <p:ph type="pic" sz="quarter" idx="11"/>
          </p:nvPr>
        </p:nvSpPr>
        <p:spPr>
          <a:xfrm>
            <a:off x="5327891" y="0"/>
            <a:ext cx="6864109" cy="6857556"/>
          </a:xfrm>
          <a:custGeom>
            <a:avLst/>
            <a:gdLst>
              <a:gd name="connsiteX0" fmla="*/ 6506104 w 6864109"/>
              <a:gd name="connsiteY0" fmla="*/ 0 h 6857556"/>
              <a:gd name="connsiteX1" fmla="*/ 6864109 w 6864109"/>
              <a:gd name="connsiteY1" fmla="*/ 0 h 6857556"/>
              <a:gd name="connsiteX2" fmla="*/ 6864109 w 6864109"/>
              <a:gd name="connsiteY2" fmla="*/ 2786711 h 6857556"/>
              <a:gd name="connsiteX3" fmla="*/ 6672538 w 6864109"/>
              <a:gd name="connsiteY3" fmla="*/ 2791014 h 6857556"/>
              <a:gd name="connsiteX4" fmla="*/ 2795144 w 6864109"/>
              <a:gd name="connsiteY4" fmla="*/ 6732301 h 6857556"/>
              <a:gd name="connsiteX5" fmla="*/ 2793538 w 6864109"/>
              <a:gd name="connsiteY5" fmla="*/ 6857556 h 6857556"/>
              <a:gd name="connsiteX6" fmla="*/ 0 w 6864109"/>
              <a:gd name="connsiteY6" fmla="*/ 6857556 h 6857556"/>
              <a:gd name="connsiteX7" fmla="*/ 3187 w 6864109"/>
              <a:gd name="connsiteY7" fmla="*/ 6583730 h 6857556"/>
              <a:gd name="connsiteX8" fmla="*/ 1867893 w 6864109"/>
              <a:gd name="connsiteY8" fmla="*/ 2154240 h 6857556"/>
              <a:gd name="connsiteX9" fmla="*/ 6199142 w 6864109"/>
              <a:gd name="connsiteY9" fmla="*/ 20346 h 6857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4109" h="6857556">
                <a:moveTo>
                  <a:pt x="6506104" y="0"/>
                </a:moveTo>
                <a:lnTo>
                  <a:pt x="6864109" y="0"/>
                </a:lnTo>
                <a:lnTo>
                  <a:pt x="6864109" y="2786711"/>
                </a:lnTo>
                <a:lnTo>
                  <a:pt x="6672538" y="2791014"/>
                </a:lnTo>
                <a:cubicBezTo>
                  <a:pt x="4664767" y="2886626"/>
                  <a:pt x="2879590" y="4485245"/>
                  <a:pt x="2795144" y="6732301"/>
                </a:cubicBezTo>
                <a:lnTo>
                  <a:pt x="2793538" y="6857556"/>
                </a:lnTo>
                <a:lnTo>
                  <a:pt x="0" y="6857556"/>
                </a:lnTo>
                <a:lnTo>
                  <a:pt x="3187" y="6583730"/>
                </a:lnTo>
                <a:cubicBezTo>
                  <a:pt x="60566" y="5003298"/>
                  <a:pt x="701910" y="3382544"/>
                  <a:pt x="1867893" y="2154240"/>
                </a:cubicBezTo>
                <a:cubicBezTo>
                  <a:pt x="2966588" y="991538"/>
                  <a:pt x="4512566" y="177036"/>
                  <a:pt x="6199142" y="20346"/>
                </a:cubicBezTo>
                <a:close/>
              </a:path>
            </a:pathLst>
          </a:custGeom>
        </p:spPr>
        <p:txBody>
          <a:bodyPr wrap="square" tIns="0" rIns="457200" bIns="822960" anchor="ctr">
            <a:noAutofit/>
          </a:bodyPr>
          <a:lstStyle>
            <a:lvl1pPr marL="0" indent="0" algn="ctr">
              <a:buNone/>
              <a:defRPr>
                <a:solidFill>
                  <a:schemeClr val="accent3"/>
                </a:solidFill>
              </a:defRPr>
            </a:lvl1pPr>
          </a:lstStyle>
          <a:p>
            <a:r>
              <a:rPr lang="fr-FR"/>
              <a:t>Cliquez sur l'icône pour ajouter une image</a:t>
            </a:r>
            <a:endParaRPr lang="en-US"/>
          </a:p>
        </p:txBody>
      </p:sp>
    </p:spTree>
    <p:extLst>
      <p:ext uri="{BB962C8B-B14F-4D97-AF65-F5344CB8AC3E}">
        <p14:creationId xmlns:p14="http://schemas.microsoft.com/office/powerpoint/2010/main" val="13967564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Cover 7">
    <p:bg>
      <p:bgPr>
        <a:solidFill>
          <a:schemeClr val="accent3"/>
        </a:solidFill>
        <a:effectLst/>
      </p:bgPr>
    </p:bg>
    <p:spTree>
      <p:nvGrpSpPr>
        <p:cNvPr id="1" name=""/>
        <p:cNvGrpSpPr/>
        <p:nvPr/>
      </p:nvGrpSpPr>
      <p:grpSpPr>
        <a:xfrm>
          <a:off x="0" y="0"/>
          <a:ext cx="0" cy="0"/>
          <a:chOff x="0" y="0"/>
          <a:chExt cx="0" cy="0"/>
        </a:xfrm>
      </p:grpSpPr>
      <p:sp>
        <p:nvSpPr>
          <p:cNvPr id="10" name="Title 4">
            <a:extLst>
              <a:ext uri="{FF2B5EF4-FFF2-40B4-BE49-F238E27FC236}">
                <a16:creationId xmlns:a16="http://schemas.microsoft.com/office/drawing/2014/main" id="{A9E4E46B-8E80-22D6-A4AA-962991575ACA}"/>
              </a:ext>
            </a:extLst>
          </p:cNvPr>
          <p:cNvSpPr>
            <a:spLocks noGrp="1"/>
          </p:cNvSpPr>
          <p:nvPr>
            <p:ph type="title" hasCustomPrompt="1"/>
          </p:nvPr>
        </p:nvSpPr>
        <p:spPr>
          <a:xfrm>
            <a:off x="428625" y="530715"/>
            <a:ext cx="6766560" cy="1554480"/>
          </a:xfrm>
        </p:spPr>
        <p:txBody>
          <a:bodyPr anchor="b"/>
          <a:lstStyle>
            <a:lvl1pPr>
              <a:spcAft>
                <a:spcPts val="300"/>
              </a:spcAft>
              <a:defRPr lang="en-US" sz="4400" kern="1200" dirty="0">
                <a:solidFill>
                  <a:schemeClr val="bg1"/>
                </a:solidFill>
                <a:latin typeface="+mj-lt"/>
                <a:ea typeface="+mn-ea"/>
                <a:cs typeface="+mn-cs"/>
              </a:defRPr>
            </a:lvl1pPr>
          </a:lstStyle>
          <a:p>
            <a:r>
              <a:rPr lang="en-US"/>
              <a:t>Presentation title</a:t>
            </a:r>
          </a:p>
        </p:txBody>
      </p:sp>
      <p:sp>
        <p:nvSpPr>
          <p:cNvPr id="11" name="Text Placeholder 8">
            <a:extLst>
              <a:ext uri="{FF2B5EF4-FFF2-40B4-BE49-F238E27FC236}">
                <a16:creationId xmlns:a16="http://schemas.microsoft.com/office/drawing/2014/main" id="{B4B312D9-45D5-76C3-38DD-AA18B93BFBDB}"/>
              </a:ext>
            </a:extLst>
          </p:cNvPr>
          <p:cNvSpPr>
            <a:spLocks noGrp="1"/>
          </p:cNvSpPr>
          <p:nvPr>
            <p:ph type="body" sz="quarter" idx="13" hasCustomPrompt="1"/>
          </p:nvPr>
        </p:nvSpPr>
        <p:spPr>
          <a:xfrm>
            <a:off x="428625" y="2082422"/>
            <a:ext cx="6766560" cy="1216152"/>
          </a:xfrm>
        </p:spPr>
        <p:txBody>
          <a:bodyPr/>
          <a:lstStyle>
            <a:lvl1pPr marL="0" indent="0">
              <a:buNone/>
              <a:defRPr sz="3200">
                <a:solidFill>
                  <a:srgbClr val="3DC7FF"/>
                </a:solidFill>
                <a:latin typeface="+mj-lt"/>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a:t>Subtitle</a:t>
            </a:r>
          </a:p>
        </p:txBody>
      </p:sp>
      <p:sp>
        <p:nvSpPr>
          <p:cNvPr id="12" name="Text Placeholder 9">
            <a:extLst>
              <a:ext uri="{FF2B5EF4-FFF2-40B4-BE49-F238E27FC236}">
                <a16:creationId xmlns:a16="http://schemas.microsoft.com/office/drawing/2014/main" id="{7D2D5D63-E8BA-926E-F60F-3C489D1CF733}"/>
              </a:ext>
            </a:extLst>
          </p:cNvPr>
          <p:cNvSpPr>
            <a:spLocks noGrp="1"/>
          </p:cNvSpPr>
          <p:nvPr>
            <p:ph type="body" sz="quarter" idx="15" hasCustomPrompt="1"/>
          </p:nvPr>
        </p:nvSpPr>
        <p:spPr>
          <a:xfrm>
            <a:off x="428625" y="4422775"/>
            <a:ext cx="3566160" cy="969264"/>
          </a:xfrm>
        </p:spPr>
        <p:txBody>
          <a:bodyPr/>
          <a:lstStyle>
            <a:lvl1pPr marL="0" indent="0">
              <a:buNone/>
              <a:defRPr lang="en-US" sz="1800" kern="1200" dirty="0">
                <a:solidFill>
                  <a:schemeClr val="bg1"/>
                </a:solidFill>
                <a:latin typeface="+mn-lt"/>
                <a:ea typeface="+mn-ea"/>
                <a:cs typeface="+mn-cs"/>
              </a:defRPr>
            </a:lvl1pPr>
          </a:lstStyle>
          <a:p>
            <a:pPr lvl="0"/>
            <a:r>
              <a:rPr lang="en-US"/>
              <a:t>Date</a:t>
            </a:r>
          </a:p>
        </p:txBody>
      </p:sp>
      <p:sp>
        <p:nvSpPr>
          <p:cNvPr id="4" name="Graphique 10" descr="Atos logo">
            <a:extLst>
              <a:ext uri="{FF2B5EF4-FFF2-40B4-BE49-F238E27FC236}">
                <a16:creationId xmlns:a16="http://schemas.microsoft.com/office/drawing/2014/main" id="{3465C205-F892-0F1B-5079-C7DD0DA98B5F}"/>
              </a:ext>
            </a:extLst>
          </p:cNvPr>
          <p:cNvSpPr>
            <a:spLocks noChangeAspect="1"/>
          </p:cNvSpPr>
          <p:nvPr userDrawn="1"/>
        </p:nvSpPr>
        <p:spPr>
          <a:xfrm>
            <a:off x="428625" y="5921362"/>
            <a:ext cx="1920640" cy="587312"/>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a:p>
        </p:txBody>
      </p:sp>
      <p:pic>
        <p:nvPicPr>
          <p:cNvPr id="3" name="Graphic 2">
            <a:extLst>
              <a:ext uri="{FF2B5EF4-FFF2-40B4-BE49-F238E27FC236}">
                <a16:creationId xmlns:a16="http://schemas.microsoft.com/office/drawing/2014/main" id="{B18DB1D5-5FA2-F839-5AE0-A3CFBD44F9E5}"/>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3964320" y="3429000"/>
            <a:ext cx="3429000" cy="3429000"/>
          </a:xfrm>
          <a:prstGeom prst="rect">
            <a:avLst/>
          </a:prstGeom>
        </p:spPr>
      </p:pic>
      <p:sp>
        <p:nvSpPr>
          <p:cNvPr id="2" name="Picture Placeholder 13">
            <a:extLst>
              <a:ext uri="{FF2B5EF4-FFF2-40B4-BE49-F238E27FC236}">
                <a16:creationId xmlns:a16="http://schemas.microsoft.com/office/drawing/2014/main" id="{501943B5-D1D2-69D4-5C65-807D37387FC8}"/>
              </a:ext>
              <a:ext uri="{C183D7F6-B498-43B3-948B-1728B52AA6E4}">
                <adec:decorative xmlns:adec="http://schemas.microsoft.com/office/drawing/2017/decorative" val="1"/>
              </a:ext>
            </a:extLst>
          </p:cNvPr>
          <p:cNvSpPr>
            <a:spLocks noGrp="1"/>
          </p:cNvSpPr>
          <p:nvPr>
            <p:ph type="pic" sz="quarter" idx="12"/>
          </p:nvPr>
        </p:nvSpPr>
        <p:spPr>
          <a:xfrm>
            <a:off x="7394575" y="0"/>
            <a:ext cx="4797425" cy="6858000"/>
          </a:xfrm>
        </p:spPr>
        <p:txBody>
          <a:bodyPr tIns="914400" bIns="0" anchor="ctr"/>
          <a:lstStyle>
            <a:lvl1pPr marL="0" indent="0" algn="ctr">
              <a:buNone/>
              <a:defRPr>
                <a:solidFill>
                  <a:schemeClr val="bg1"/>
                </a:solidFill>
              </a:defRPr>
            </a:lvl1pPr>
          </a:lstStyle>
          <a:p>
            <a:r>
              <a:rPr lang="fr-FR"/>
              <a:t>Cliquez sur l'icône pour ajouter une image</a:t>
            </a:r>
            <a:endParaRPr lang="en-US"/>
          </a:p>
        </p:txBody>
      </p:sp>
    </p:spTree>
    <p:extLst>
      <p:ext uri="{BB962C8B-B14F-4D97-AF65-F5344CB8AC3E}">
        <p14:creationId xmlns:p14="http://schemas.microsoft.com/office/powerpoint/2010/main" val="14979031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Cover 8">
    <p:bg>
      <p:bgPr>
        <a:solidFill>
          <a:schemeClr val="accent1"/>
        </a:solidFill>
        <a:effectLst/>
      </p:bgPr>
    </p:bg>
    <p:spTree>
      <p:nvGrpSpPr>
        <p:cNvPr id="1" name=""/>
        <p:cNvGrpSpPr/>
        <p:nvPr/>
      </p:nvGrpSpPr>
      <p:grpSpPr>
        <a:xfrm>
          <a:off x="0" y="0"/>
          <a:ext cx="0" cy="0"/>
          <a:chOff x="0" y="0"/>
          <a:chExt cx="0" cy="0"/>
        </a:xfrm>
      </p:grpSpPr>
      <p:sp>
        <p:nvSpPr>
          <p:cNvPr id="10" name="Title 4">
            <a:extLst>
              <a:ext uri="{FF2B5EF4-FFF2-40B4-BE49-F238E27FC236}">
                <a16:creationId xmlns:a16="http://schemas.microsoft.com/office/drawing/2014/main" id="{A9E4E46B-8E80-22D6-A4AA-962991575ACA}"/>
              </a:ext>
            </a:extLst>
          </p:cNvPr>
          <p:cNvSpPr>
            <a:spLocks noGrp="1"/>
          </p:cNvSpPr>
          <p:nvPr>
            <p:ph type="title" hasCustomPrompt="1"/>
          </p:nvPr>
        </p:nvSpPr>
        <p:spPr>
          <a:xfrm>
            <a:off x="428625" y="530715"/>
            <a:ext cx="5486400" cy="1554480"/>
          </a:xfrm>
        </p:spPr>
        <p:txBody>
          <a:bodyPr anchor="b"/>
          <a:lstStyle>
            <a:lvl1pPr>
              <a:spcAft>
                <a:spcPts val="300"/>
              </a:spcAft>
              <a:defRPr lang="en-US" sz="4400" kern="1200" dirty="0">
                <a:solidFill>
                  <a:schemeClr val="bg1"/>
                </a:solidFill>
                <a:latin typeface="+mj-lt"/>
                <a:ea typeface="+mn-ea"/>
                <a:cs typeface="+mn-cs"/>
              </a:defRPr>
            </a:lvl1pPr>
          </a:lstStyle>
          <a:p>
            <a:r>
              <a:rPr lang="en-US"/>
              <a:t>Presentation title</a:t>
            </a:r>
          </a:p>
        </p:txBody>
      </p:sp>
      <p:sp>
        <p:nvSpPr>
          <p:cNvPr id="11" name="Text Placeholder 8">
            <a:extLst>
              <a:ext uri="{FF2B5EF4-FFF2-40B4-BE49-F238E27FC236}">
                <a16:creationId xmlns:a16="http://schemas.microsoft.com/office/drawing/2014/main" id="{B4B312D9-45D5-76C3-38DD-AA18B93BFBDB}"/>
              </a:ext>
            </a:extLst>
          </p:cNvPr>
          <p:cNvSpPr>
            <a:spLocks noGrp="1"/>
          </p:cNvSpPr>
          <p:nvPr>
            <p:ph type="body" sz="quarter" idx="13" hasCustomPrompt="1"/>
          </p:nvPr>
        </p:nvSpPr>
        <p:spPr>
          <a:xfrm>
            <a:off x="428625" y="2082422"/>
            <a:ext cx="5486400" cy="1216152"/>
          </a:xfrm>
        </p:spPr>
        <p:txBody>
          <a:bodyPr/>
          <a:lstStyle>
            <a:lvl1pPr marL="0" indent="0">
              <a:buNone/>
              <a:defRPr sz="3200">
                <a:solidFill>
                  <a:schemeClr val="accent3"/>
                </a:solidFill>
                <a:latin typeface="+mj-lt"/>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a:t>Subtitle</a:t>
            </a:r>
          </a:p>
        </p:txBody>
      </p:sp>
      <p:sp>
        <p:nvSpPr>
          <p:cNvPr id="12" name="Text Placeholder 9">
            <a:extLst>
              <a:ext uri="{FF2B5EF4-FFF2-40B4-BE49-F238E27FC236}">
                <a16:creationId xmlns:a16="http://schemas.microsoft.com/office/drawing/2014/main" id="{7D2D5D63-E8BA-926E-F60F-3C489D1CF733}"/>
              </a:ext>
            </a:extLst>
          </p:cNvPr>
          <p:cNvSpPr>
            <a:spLocks noGrp="1"/>
          </p:cNvSpPr>
          <p:nvPr>
            <p:ph type="body" sz="quarter" idx="15" hasCustomPrompt="1"/>
          </p:nvPr>
        </p:nvSpPr>
        <p:spPr>
          <a:xfrm>
            <a:off x="428625" y="4220361"/>
            <a:ext cx="3017520" cy="969264"/>
          </a:xfrm>
        </p:spPr>
        <p:txBody>
          <a:bodyPr/>
          <a:lstStyle>
            <a:lvl1pPr marL="0" indent="0">
              <a:buNone/>
              <a:defRPr lang="en-US" sz="1800" kern="1200" dirty="0">
                <a:solidFill>
                  <a:schemeClr val="bg1"/>
                </a:solidFill>
                <a:latin typeface="+mn-lt"/>
                <a:ea typeface="+mn-ea"/>
                <a:cs typeface="+mn-cs"/>
              </a:defRPr>
            </a:lvl1pPr>
          </a:lstStyle>
          <a:p>
            <a:pPr lvl="0"/>
            <a:r>
              <a:rPr lang="en-US"/>
              <a:t>Date</a:t>
            </a:r>
          </a:p>
        </p:txBody>
      </p:sp>
      <p:sp>
        <p:nvSpPr>
          <p:cNvPr id="4" name="Graphique 10" descr="Atos logo">
            <a:extLst>
              <a:ext uri="{FF2B5EF4-FFF2-40B4-BE49-F238E27FC236}">
                <a16:creationId xmlns:a16="http://schemas.microsoft.com/office/drawing/2014/main" id="{B4AF3867-173E-FBCF-9154-A4CA43F08CC8}"/>
              </a:ext>
            </a:extLst>
          </p:cNvPr>
          <p:cNvSpPr>
            <a:spLocks noChangeAspect="1"/>
          </p:cNvSpPr>
          <p:nvPr userDrawn="1"/>
        </p:nvSpPr>
        <p:spPr>
          <a:xfrm>
            <a:off x="428625" y="5921362"/>
            <a:ext cx="1920640" cy="587312"/>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a:p>
        </p:txBody>
      </p:sp>
      <p:pic>
        <p:nvPicPr>
          <p:cNvPr id="3" name="Graphic 2">
            <a:extLst>
              <a:ext uri="{FF2B5EF4-FFF2-40B4-BE49-F238E27FC236}">
                <a16:creationId xmlns:a16="http://schemas.microsoft.com/office/drawing/2014/main" id="{B18DB1D5-5FA2-F839-5AE0-A3CFBD44F9E5}"/>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3057144" y="3822192"/>
            <a:ext cx="3035808" cy="3035808"/>
          </a:xfrm>
          <a:prstGeom prst="rect">
            <a:avLst/>
          </a:prstGeom>
        </p:spPr>
      </p:pic>
      <p:sp>
        <p:nvSpPr>
          <p:cNvPr id="2" name="Picture Placeholder 13">
            <a:extLst>
              <a:ext uri="{FF2B5EF4-FFF2-40B4-BE49-F238E27FC236}">
                <a16:creationId xmlns:a16="http://schemas.microsoft.com/office/drawing/2014/main" id="{501943B5-D1D2-69D4-5C65-807D37387FC8}"/>
              </a:ext>
              <a:ext uri="{C183D7F6-B498-43B3-948B-1728B52AA6E4}">
                <adec:decorative xmlns:adec="http://schemas.microsoft.com/office/drawing/2017/decorative" val="1"/>
              </a:ext>
            </a:extLst>
          </p:cNvPr>
          <p:cNvSpPr>
            <a:spLocks noGrp="1"/>
          </p:cNvSpPr>
          <p:nvPr>
            <p:ph type="pic" sz="quarter" idx="12"/>
          </p:nvPr>
        </p:nvSpPr>
        <p:spPr>
          <a:xfrm>
            <a:off x="6092952" y="0"/>
            <a:ext cx="6099048" cy="6858000"/>
          </a:xfrm>
        </p:spPr>
        <p:txBody>
          <a:bodyPr tIns="914400" bIns="0" anchor="ctr"/>
          <a:lstStyle>
            <a:lvl1pPr marL="0" indent="0" algn="ctr">
              <a:buNone/>
              <a:defRPr>
                <a:solidFill>
                  <a:schemeClr val="bg1"/>
                </a:solidFill>
              </a:defRPr>
            </a:lvl1pPr>
          </a:lstStyle>
          <a:p>
            <a:r>
              <a:rPr lang="fr-FR"/>
              <a:t>Cliquez sur l'icône pour ajouter une image</a:t>
            </a:r>
            <a:endParaRPr lang="en-US"/>
          </a:p>
        </p:txBody>
      </p:sp>
    </p:spTree>
    <p:extLst>
      <p:ext uri="{BB962C8B-B14F-4D97-AF65-F5344CB8AC3E}">
        <p14:creationId xmlns:p14="http://schemas.microsoft.com/office/powerpoint/2010/main" val="17045264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Cover 9">
    <p:bg>
      <p:bgPr>
        <a:solidFill>
          <a:schemeClr val="accent1"/>
        </a:solidFill>
        <a:effectLst/>
      </p:bgPr>
    </p:bg>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D5EF951F-554C-3E85-1065-5922EBE82011}"/>
              </a:ext>
              <a:ext uri="{C183D7F6-B498-43B3-948B-1728B52AA6E4}">
                <adec:decorative xmlns:adec="http://schemas.microsoft.com/office/drawing/2017/decorative" val="1"/>
              </a:ext>
            </a:extLst>
          </p:cNvPr>
          <p:cNvGrpSpPr/>
          <p:nvPr userDrawn="1"/>
        </p:nvGrpSpPr>
        <p:grpSpPr>
          <a:xfrm>
            <a:off x="4200521" y="-2381"/>
            <a:ext cx="7991480" cy="6860381"/>
            <a:chOff x="4200521" y="-2381"/>
            <a:chExt cx="7991480" cy="6860381"/>
          </a:xfrm>
        </p:grpSpPr>
        <p:pic>
          <p:nvPicPr>
            <p:cNvPr id="3" name="Graphic 2">
              <a:extLst>
                <a:ext uri="{FF2B5EF4-FFF2-40B4-BE49-F238E27FC236}">
                  <a16:creationId xmlns:a16="http://schemas.microsoft.com/office/drawing/2014/main" id="{2300173F-419B-F629-50C7-9282A057EE48}"/>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22406"/>
            <a:stretch>
              <a:fillRect/>
            </a:stretch>
          </p:blipFill>
          <p:spPr>
            <a:xfrm rot="16200000">
              <a:off x="4666295" y="3166109"/>
              <a:ext cx="3226117" cy="4157665"/>
            </a:xfrm>
            <a:custGeom>
              <a:avLst/>
              <a:gdLst>
                <a:gd name="connsiteX0" fmla="*/ 3226117 w 3226117"/>
                <a:gd name="connsiteY0" fmla="*/ 0 h 4157665"/>
                <a:gd name="connsiteX1" fmla="*/ 3226117 w 3226117"/>
                <a:gd name="connsiteY1" fmla="*/ 4157665 h 4157665"/>
                <a:gd name="connsiteX2" fmla="*/ 0 w 3226117"/>
                <a:gd name="connsiteY2" fmla="*/ 4157665 h 4157665"/>
                <a:gd name="connsiteX3" fmla="*/ 0 w 3226117"/>
                <a:gd name="connsiteY3" fmla="*/ 0 h 4157665"/>
              </a:gdLst>
              <a:ahLst/>
              <a:cxnLst>
                <a:cxn ang="0">
                  <a:pos x="connsiteX0" y="connsiteY0"/>
                </a:cxn>
                <a:cxn ang="0">
                  <a:pos x="connsiteX1" y="connsiteY1"/>
                </a:cxn>
                <a:cxn ang="0">
                  <a:pos x="connsiteX2" y="connsiteY2"/>
                </a:cxn>
                <a:cxn ang="0">
                  <a:pos x="connsiteX3" y="connsiteY3"/>
                </a:cxn>
              </a:cxnLst>
              <a:rect l="l" t="t" r="r" b="b"/>
              <a:pathLst>
                <a:path w="3226117" h="4157665">
                  <a:moveTo>
                    <a:pt x="3226117" y="0"/>
                  </a:moveTo>
                  <a:lnTo>
                    <a:pt x="3226117" y="4157665"/>
                  </a:lnTo>
                  <a:lnTo>
                    <a:pt x="0" y="4157665"/>
                  </a:lnTo>
                  <a:lnTo>
                    <a:pt x="0" y="0"/>
                  </a:lnTo>
                  <a:close/>
                </a:path>
              </a:pathLst>
            </a:custGeom>
          </p:spPr>
        </p:pic>
        <p:pic>
          <p:nvPicPr>
            <p:cNvPr id="5" name="Graphic 4">
              <a:extLst>
                <a:ext uri="{FF2B5EF4-FFF2-40B4-BE49-F238E27FC236}">
                  <a16:creationId xmlns:a16="http://schemas.microsoft.com/office/drawing/2014/main" id="{7D2D87CD-48DE-0B45-D9DF-C07C2409C02B}"/>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7789" t="12589"/>
            <a:stretch>
              <a:fillRect/>
            </a:stretch>
          </p:blipFill>
          <p:spPr>
            <a:xfrm flipH="1">
              <a:off x="8358186" y="-2381"/>
              <a:ext cx="3833815" cy="3634264"/>
            </a:xfrm>
            <a:custGeom>
              <a:avLst/>
              <a:gdLst>
                <a:gd name="connsiteX0" fmla="*/ 3833815 w 3833815"/>
                <a:gd name="connsiteY0" fmla="*/ 0 h 3634264"/>
                <a:gd name="connsiteX1" fmla="*/ 0 w 3833815"/>
                <a:gd name="connsiteY1" fmla="*/ 0 h 3634264"/>
                <a:gd name="connsiteX2" fmla="*/ 0 w 3833815"/>
                <a:gd name="connsiteY2" fmla="*/ 3634264 h 3634264"/>
                <a:gd name="connsiteX3" fmla="*/ 3833815 w 3833815"/>
                <a:gd name="connsiteY3" fmla="*/ 3634264 h 3634264"/>
              </a:gdLst>
              <a:ahLst/>
              <a:cxnLst>
                <a:cxn ang="0">
                  <a:pos x="connsiteX0" y="connsiteY0"/>
                </a:cxn>
                <a:cxn ang="0">
                  <a:pos x="connsiteX1" y="connsiteY1"/>
                </a:cxn>
                <a:cxn ang="0">
                  <a:pos x="connsiteX2" y="connsiteY2"/>
                </a:cxn>
                <a:cxn ang="0">
                  <a:pos x="connsiteX3" y="connsiteY3"/>
                </a:cxn>
              </a:cxnLst>
              <a:rect l="l" t="t" r="r" b="b"/>
              <a:pathLst>
                <a:path w="3833815" h="3634264">
                  <a:moveTo>
                    <a:pt x="3833815" y="0"/>
                  </a:moveTo>
                  <a:lnTo>
                    <a:pt x="0" y="0"/>
                  </a:lnTo>
                  <a:lnTo>
                    <a:pt x="0" y="3634264"/>
                  </a:lnTo>
                  <a:lnTo>
                    <a:pt x="3833815" y="3634264"/>
                  </a:lnTo>
                  <a:close/>
                </a:path>
              </a:pathLst>
            </a:custGeom>
          </p:spPr>
        </p:pic>
      </p:grpSp>
      <p:sp>
        <p:nvSpPr>
          <p:cNvPr id="10" name="Title 4">
            <a:extLst>
              <a:ext uri="{FF2B5EF4-FFF2-40B4-BE49-F238E27FC236}">
                <a16:creationId xmlns:a16="http://schemas.microsoft.com/office/drawing/2014/main" id="{A9E4E46B-8E80-22D6-A4AA-962991575ACA}"/>
              </a:ext>
            </a:extLst>
          </p:cNvPr>
          <p:cNvSpPr>
            <a:spLocks noGrp="1"/>
          </p:cNvSpPr>
          <p:nvPr>
            <p:ph type="title" hasCustomPrompt="1"/>
          </p:nvPr>
        </p:nvSpPr>
        <p:spPr>
          <a:xfrm>
            <a:off x="428625" y="530715"/>
            <a:ext cx="5303520" cy="1554480"/>
          </a:xfrm>
        </p:spPr>
        <p:txBody>
          <a:bodyPr anchor="b"/>
          <a:lstStyle>
            <a:lvl1pPr>
              <a:spcAft>
                <a:spcPts val="300"/>
              </a:spcAft>
              <a:defRPr lang="en-US" sz="4400" kern="1200" dirty="0">
                <a:solidFill>
                  <a:schemeClr val="bg1"/>
                </a:solidFill>
                <a:latin typeface="+mj-lt"/>
                <a:ea typeface="+mn-ea"/>
                <a:cs typeface="+mn-cs"/>
              </a:defRPr>
            </a:lvl1pPr>
          </a:lstStyle>
          <a:p>
            <a:r>
              <a:rPr lang="en-US"/>
              <a:t>Presentation title</a:t>
            </a:r>
          </a:p>
        </p:txBody>
      </p:sp>
      <p:sp>
        <p:nvSpPr>
          <p:cNvPr id="11" name="Text Placeholder 8">
            <a:extLst>
              <a:ext uri="{FF2B5EF4-FFF2-40B4-BE49-F238E27FC236}">
                <a16:creationId xmlns:a16="http://schemas.microsoft.com/office/drawing/2014/main" id="{B4B312D9-45D5-76C3-38DD-AA18B93BFBDB}"/>
              </a:ext>
            </a:extLst>
          </p:cNvPr>
          <p:cNvSpPr>
            <a:spLocks noGrp="1"/>
          </p:cNvSpPr>
          <p:nvPr>
            <p:ph type="body" sz="quarter" idx="13" hasCustomPrompt="1"/>
          </p:nvPr>
        </p:nvSpPr>
        <p:spPr>
          <a:xfrm>
            <a:off x="428625" y="2082422"/>
            <a:ext cx="5303520" cy="1216152"/>
          </a:xfrm>
        </p:spPr>
        <p:txBody>
          <a:bodyPr/>
          <a:lstStyle>
            <a:lvl1pPr marL="0" indent="0">
              <a:buNone/>
              <a:defRPr sz="3200">
                <a:solidFill>
                  <a:schemeClr val="accent3"/>
                </a:solidFill>
                <a:latin typeface="+mj-lt"/>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a:t>Subtitle</a:t>
            </a:r>
          </a:p>
        </p:txBody>
      </p:sp>
      <p:sp>
        <p:nvSpPr>
          <p:cNvPr id="12" name="Text Placeholder 9">
            <a:extLst>
              <a:ext uri="{FF2B5EF4-FFF2-40B4-BE49-F238E27FC236}">
                <a16:creationId xmlns:a16="http://schemas.microsoft.com/office/drawing/2014/main" id="{7D2D5D63-E8BA-926E-F60F-3C489D1CF733}"/>
              </a:ext>
            </a:extLst>
          </p:cNvPr>
          <p:cNvSpPr>
            <a:spLocks noGrp="1"/>
          </p:cNvSpPr>
          <p:nvPr>
            <p:ph type="body" sz="quarter" idx="15" hasCustomPrompt="1"/>
          </p:nvPr>
        </p:nvSpPr>
        <p:spPr>
          <a:xfrm>
            <a:off x="428625" y="4765675"/>
            <a:ext cx="3657600" cy="969264"/>
          </a:xfrm>
        </p:spPr>
        <p:txBody>
          <a:bodyPr/>
          <a:lstStyle>
            <a:lvl1pPr marL="0" indent="0">
              <a:buNone/>
              <a:defRPr lang="en-US" sz="1800" kern="1200" dirty="0">
                <a:solidFill>
                  <a:schemeClr val="bg1"/>
                </a:solidFill>
                <a:latin typeface="+mn-lt"/>
                <a:ea typeface="+mn-ea"/>
                <a:cs typeface="+mn-cs"/>
              </a:defRPr>
            </a:lvl1pPr>
          </a:lstStyle>
          <a:p>
            <a:pPr lvl="0"/>
            <a:r>
              <a:rPr lang="en-US"/>
              <a:t>Date</a:t>
            </a:r>
          </a:p>
        </p:txBody>
      </p:sp>
      <p:sp>
        <p:nvSpPr>
          <p:cNvPr id="4" name="Graphique 10" descr="Atos logo">
            <a:extLst>
              <a:ext uri="{FF2B5EF4-FFF2-40B4-BE49-F238E27FC236}">
                <a16:creationId xmlns:a16="http://schemas.microsoft.com/office/drawing/2014/main" id="{090DB5EA-F397-D75A-9B05-13145E2FB4AB}"/>
              </a:ext>
            </a:extLst>
          </p:cNvPr>
          <p:cNvSpPr>
            <a:spLocks noChangeAspect="1"/>
          </p:cNvSpPr>
          <p:nvPr userDrawn="1"/>
        </p:nvSpPr>
        <p:spPr>
          <a:xfrm>
            <a:off x="9848292" y="5921362"/>
            <a:ext cx="1920640" cy="587312"/>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a:p>
        </p:txBody>
      </p:sp>
      <p:sp>
        <p:nvSpPr>
          <p:cNvPr id="6" name="Picture Placeholder 8">
            <a:extLst>
              <a:ext uri="{FF2B5EF4-FFF2-40B4-BE49-F238E27FC236}">
                <a16:creationId xmlns:a16="http://schemas.microsoft.com/office/drawing/2014/main" id="{21136FEB-67FD-1BA2-0C2E-719AB4E3BDA4}"/>
              </a:ext>
              <a:ext uri="{C183D7F6-B498-43B3-948B-1728B52AA6E4}">
                <adec:decorative xmlns:adec="http://schemas.microsoft.com/office/drawing/2017/decorative" val="1"/>
              </a:ext>
            </a:extLst>
          </p:cNvPr>
          <p:cNvSpPr>
            <a:spLocks noGrp="1" noChangeAspect="1"/>
          </p:cNvSpPr>
          <p:nvPr>
            <p:ph type="pic" sz="quarter" idx="11"/>
          </p:nvPr>
        </p:nvSpPr>
        <p:spPr>
          <a:xfrm>
            <a:off x="5881682" y="1155380"/>
            <a:ext cx="4953006" cy="4953006"/>
          </a:xfrm>
          <a:custGeom>
            <a:avLst/>
            <a:gdLst>
              <a:gd name="connsiteX0" fmla="*/ 2476503 w 4953006"/>
              <a:gd name="connsiteY0" fmla="*/ 0 h 4953006"/>
              <a:gd name="connsiteX1" fmla="*/ 4953006 w 4953006"/>
              <a:gd name="connsiteY1" fmla="*/ 2476503 h 4953006"/>
              <a:gd name="connsiteX2" fmla="*/ 2476503 w 4953006"/>
              <a:gd name="connsiteY2" fmla="*/ 4953006 h 4953006"/>
              <a:gd name="connsiteX3" fmla="*/ 0 w 4953006"/>
              <a:gd name="connsiteY3" fmla="*/ 2476503 h 4953006"/>
              <a:gd name="connsiteX4" fmla="*/ 2476503 w 4953006"/>
              <a:gd name="connsiteY4" fmla="*/ 0 h 49530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53006" h="4953006">
                <a:moveTo>
                  <a:pt x="2476503" y="0"/>
                </a:moveTo>
                <a:cubicBezTo>
                  <a:pt x="3844238" y="0"/>
                  <a:pt x="4953006" y="1108768"/>
                  <a:pt x="4953006" y="2476503"/>
                </a:cubicBezTo>
                <a:cubicBezTo>
                  <a:pt x="4953006" y="3844238"/>
                  <a:pt x="3844238" y="4953006"/>
                  <a:pt x="2476503" y="4953006"/>
                </a:cubicBezTo>
                <a:cubicBezTo>
                  <a:pt x="1108768" y="4953006"/>
                  <a:pt x="0" y="3844238"/>
                  <a:pt x="0" y="2476503"/>
                </a:cubicBezTo>
                <a:cubicBezTo>
                  <a:pt x="0" y="1108768"/>
                  <a:pt x="1108768" y="0"/>
                  <a:pt x="2476503" y="0"/>
                </a:cubicBezTo>
                <a:close/>
              </a:path>
            </a:pathLst>
          </a:custGeom>
        </p:spPr>
        <p:txBody>
          <a:bodyPr wrap="square" tIns="822960" bIns="0" anchor="ctr">
            <a:noAutofit/>
          </a:bodyPr>
          <a:lstStyle>
            <a:lvl1pPr marL="0" indent="0" algn="ctr">
              <a:buNone/>
              <a:defRPr>
                <a:solidFill>
                  <a:schemeClr val="bg1"/>
                </a:solidFill>
              </a:defRPr>
            </a:lvl1pPr>
          </a:lstStyle>
          <a:p>
            <a:r>
              <a:rPr lang="fr-FR"/>
              <a:t>Cliquez sur l'icône pour ajouter une image</a:t>
            </a:r>
            <a:endParaRPr lang="en-US"/>
          </a:p>
        </p:txBody>
      </p:sp>
    </p:spTree>
    <p:extLst>
      <p:ext uri="{BB962C8B-B14F-4D97-AF65-F5344CB8AC3E}">
        <p14:creationId xmlns:p14="http://schemas.microsoft.com/office/powerpoint/2010/main" val="2917949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Cover 10">
    <p:bg>
      <p:bgPr>
        <a:solidFill>
          <a:schemeClr val="accent3"/>
        </a:solidFill>
        <a:effectLst/>
      </p:bgPr>
    </p:bg>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D5EF951F-554C-3E85-1065-5922EBE82011}"/>
              </a:ext>
              <a:ext uri="{C183D7F6-B498-43B3-948B-1728B52AA6E4}">
                <adec:decorative xmlns:adec="http://schemas.microsoft.com/office/drawing/2017/decorative" val="1"/>
              </a:ext>
            </a:extLst>
          </p:cNvPr>
          <p:cNvGrpSpPr/>
          <p:nvPr userDrawn="1"/>
        </p:nvGrpSpPr>
        <p:grpSpPr>
          <a:xfrm>
            <a:off x="4200521" y="-2381"/>
            <a:ext cx="7991480" cy="6860381"/>
            <a:chOff x="4200521" y="-2381"/>
            <a:chExt cx="7991480" cy="6860381"/>
          </a:xfrm>
          <a:solidFill>
            <a:schemeClr val="accent2"/>
          </a:solidFill>
        </p:grpSpPr>
        <p:pic>
          <p:nvPicPr>
            <p:cNvPr id="3" name="Graphic 2">
              <a:extLst>
                <a:ext uri="{FF2B5EF4-FFF2-40B4-BE49-F238E27FC236}">
                  <a16:creationId xmlns:a16="http://schemas.microsoft.com/office/drawing/2014/main" id="{2300173F-419B-F629-50C7-9282A057EE48}"/>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22406"/>
            <a:stretch>
              <a:fillRect/>
            </a:stretch>
          </p:blipFill>
          <p:spPr>
            <a:xfrm rot="16200000">
              <a:off x="4666295" y="3166109"/>
              <a:ext cx="3226117" cy="4157665"/>
            </a:xfrm>
            <a:custGeom>
              <a:avLst/>
              <a:gdLst>
                <a:gd name="connsiteX0" fmla="*/ 3226117 w 3226117"/>
                <a:gd name="connsiteY0" fmla="*/ 0 h 4157665"/>
                <a:gd name="connsiteX1" fmla="*/ 3226117 w 3226117"/>
                <a:gd name="connsiteY1" fmla="*/ 4157665 h 4157665"/>
                <a:gd name="connsiteX2" fmla="*/ 0 w 3226117"/>
                <a:gd name="connsiteY2" fmla="*/ 4157665 h 4157665"/>
                <a:gd name="connsiteX3" fmla="*/ 0 w 3226117"/>
                <a:gd name="connsiteY3" fmla="*/ 0 h 4157665"/>
              </a:gdLst>
              <a:ahLst/>
              <a:cxnLst>
                <a:cxn ang="0">
                  <a:pos x="connsiteX0" y="connsiteY0"/>
                </a:cxn>
                <a:cxn ang="0">
                  <a:pos x="connsiteX1" y="connsiteY1"/>
                </a:cxn>
                <a:cxn ang="0">
                  <a:pos x="connsiteX2" y="connsiteY2"/>
                </a:cxn>
                <a:cxn ang="0">
                  <a:pos x="connsiteX3" y="connsiteY3"/>
                </a:cxn>
              </a:cxnLst>
              <a:rect l="l" t="t" r="r" b="b"/>
              <a:pathLst>
                <a:path w="3226117" h="4157665">
                  <a:moveTo>
                    <a:pt x="3226117" y="0"/>
                  </a:moveTo>
                  <a:lnTo>
                    <a:pt x="3226117" y="4157665"/>
                  </a:lnTo>
                  <a:lnTo>
                    <a:pt x="0" y="4157665"/>
                  </a:lnTo>
                  <a:lnTo>
                    <a:pt x="0" y="0"/>
                  </a:lnTo>
                  <a:close/>
                </a:path>
              </a:pathLst>
            </a:custGeom>
          </p:spPr>
        </p:pic>
        <p:pic>
          <p:nvPicPr>
            <p:cNvPr id="5" name="Graphic 4">
              <a:extLst>
                <a:ext uri="{FF2B5EF4-FFF2-40B4-BE49-F238E27FC236}">
                  <a16:creationId xmlns:a16="http://schemas.microsoft.com/office/drawing/2014/main" id="{7D2D87CD-48DE-0B45-D9DF-C07C2409C02B}"/>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7789" t="12589"/>
            <a:stretch>
              <a:fillRect/>
            </a:stretch>
          </p:blipFill>
          <p:spPr>
            <a:xfrm flipH="1">
              <a:off x="8358186" y="-2381"/>
              <a:ext cx="3833815" cy="3634264"/>
            </a:xfrm>
            <a:custGeom>
              <a:avLst/>
              <a:gdLst>
                <a:gd name="connsiteX0" fmla="*/ 3833815 w 3833815"/>
                <a:gd name="connsiteY0" fmla="*/ 0 h 3634264"/>
                <a:gd name="connsiteX1" fmla="*/ 0 w 3833815"/>
                <a:gd name="connsiteY1" fmla="*/ 0 h 3634264"/>
                <a:gd name="connsiteX2" fmla="*/ 0 w 3833815"/>
                <a:gd name="connsiteY2" fmla="*/ 3634264 h 3634264"/>
                <a:gd name="connsiteX3" fmla="*/ 3833815 w 3833815"/>
                <a:gd name="connsiteY3" fmla="*/ 3634264 h 3634264"/>
              </a:gdLst>
              <a:ahLst/>
              <a:cxnLst>
                <a:cxn ang="0">
                  <a:pos x="connsiteX0" y="connsiteY0"/>
                </a:cxn>
                <a:cxn ang="0">
                  <a:pos x="connsiteX1" y="connsiteY1"/>
                </a:cxn>
                <a:cxn ang="0">
                  <a:pos x="connsiteX2" y="connsiteY2"/>
                </a:cxn>
                <a:cxn ang="0">
                  <a:pos x="connsiteX3" y="connsiteY3"/>
                </a:cxn>
              </a:cxnLst>
              <a:rect l="l" t="t" r="r" b="b"/>
              <a:pathLst>
                <a:path w="3833815" h="3634264">
                  <a:moveTo>
                    <a:pt x="3833815" y="0"/>
                  </a:moveTo>
                  <a:lnTo>
                    <a:pt x="0" y="0"/>
                  </a:lnTo>
                  <a:lnTo>
                    <a:pt x="0" y="3634264"/>
                  </a:lnTo>
                  <a:lnTo>
                    <a:pt x="3833815" y="3634264"/>
                  </a:lnTo>
                  <a:close/>
                </a:path>
              </a:pathLst>
            </a:custGeom>
          </p:spPr>
        </p:pic>
      </p:grpSp>
      <p:sp>
        <p:nvSpPr>
          <p:cNvPr id="10" name="Title 4">
            <a:extLst>
              <a:ext uri="{FF2B5EF4-FFF2-40B4-BE49-F238E27FC236}">
                <a16:creationId xmlns:a16="http://schemas.microsoft.com/office/drawing/2014/main" id="{A9E4E46B-8E80-22D6-A4AA-962991575ACA}"/>
              </a:ext>
            </a:extLst>
          </p:cNvPr>
          <p:cNvSpPr>
            <a:spLocks noGrp="1"/>
          </p:cNvSpPr>
          <p:nvPr>
            <p:ph type="title" hasCustomPrompt="1"/>
          </p:nvPr>
        </p:nvSpPr>
        <p:spPr>
          <a:xfrm>
            <a:off x="428625" y="530715"/>
            <a:ext cx="5303520" cy="1554480"/>
          </a:xfrm>
        </p:spPr>
        <p:txBody>
          <a:bodyPr anchor="b"/>
          <a:lstStyle>
            <a:lvl1pPr>
              <a:spcAft>
                <a:spcPts val="300"/>
              </a:spcAft>
              <a:defRPr lang="en-US" sz="4400" kern="1200" dirty="0">
                <a:solidFill>
                  <a:schemeClr val="bg1"/>
                </a:solidFill>
                <a:latin typeface="+mj-lt"/>
                <a:ea typeface="+mn-ea"/>
                <a:cs typeface="+mn-cs"/>
              </a:defRPr>
            </a:lvl1pPr>
          </a:lstStyle>
          <a:p>
            <a:r>
              <a:rPr lang="en-US"/>
              <a:t>Presentation title</a:t>
            </a:r>
          </a:p>
        </p:txBody>
      </p:sp>
      <p:sp>
        <p:nvSpPr>
          <p:cNvPr id="11" name="Text Placeholder 8">
            <a:extLst>
              <a:ext uri="{FF2B5EF4-FFF2-40B4-BE49-F238E27FC236}">
                <a16:creationId xmlns:a16="http://schemas.microsoft.com/office/drawing/2014/main" id="{B4B312D9-45D5-76C3-38DD-AA18B93BFBDB}"/>
              </a:ext>
            </a:extLst>
          </p:cNvPr>
          <p:cNvSpPr>
            <a:spLocks noGrp="1"/>
          </p:cNvSpPr>
          <p:nvPr>
            <p:ph type="body" sz="quarter" idx="13" hasCustomPrompt="1"/>
          </p:nvPr>
        </p:nvSpPr>
        <p:spPr>
          <a:xfrm>
            <a:off x="428625" y="2082422"/>
            <a:ext cx="5303520" cy="1216152"/>
          </a:xfrm>
        </p:spPr>
        <p:txBody>
          <a:bodyPr/>
          <a:lstStyle>
            <a:lvl1pPr marL="0" indent="0">
              <a:buNone/>
              <a:defRPr sz="3200">
                <a:solidFill>
                  <a:schemeClr val="accent2"/>
                </a:solidFill>
                <a:latin typeface="+mj-lt"/>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a:t>Subtitle</a:t>
            </a:r>
          </a:p>
        </p:txBody>
      </p:sp>
      <p:sp>
        <p:nvSpPr>
          <p:cNvPr id="12" name="Text Placeholder 9">
            <a:extLst>
              <a:ext uri="{FF2B5EF4-FFF2-40B4-BE49-F238E27FC236}">
                <a16:creationId xmlns:a16="http://schemas.microsoft.com/office/drawing/2014/main" id="{7D2D5D63-E8BA-926E-F60F-3C489D1CF733}"/>
              </a:ext>
            </a:extLst>
          </p:cNvPr>
          <p:cNvSpPr>
            <a:spLocks noGrp="1"/>
          </p:cNvSpPr>
          <p:nvPr>
            <p:ph type="body" sz="quarter" idx="15" hasCustomPrompt="1"/>
          </p:nvPr>
        </p:nvSpPr>
        <p:spPr>
          <a:xfrm>
            <a:off x="428625" y="4765675"/>
            <a:ext cx="3657600" cy="969264"/>
          </a:xfrm>
        </p:spPr>
        <p:txBody>
          <a:bodyPr/>
          <a:lstStyle>
            <a:lvl1pPr marL="0" indent="0">
              <a:buNone/>
              <a:defRPr lang="en-US" sz="1800" kern="1200" dirty="0">
                <a:solidFill>
                  <a:schemeClr val="bg1"/>
                </a:solidFill>
                <a:latin typeface="+mn-lt"/>
                <a:ea typeface="+mn-ea"/>
                <a:cs typeface="+mn-cs"/>
              </a:defRPr>
            </a:lvl1pPr>
          </a:lstStyle>
          <a:p>
            <a:pPr lvl="0"/>
            <a:r>
              <a:rPr lang="en-US"/>
              <a:t>Date</a:t>
            </a:r>
          </a:p>
        </p:txBody>
      </p:sp>
      <p:sp>
        <p:nvSpPr>
          <p:cNvPr id="4" name="Graphique 10" descr="Atos logo">
            <a:extLst>
              <a:ext uri="{FF2B5EF4-FFF2-40B4-BE49-F238E27FC236}">
                <a16:creationId xmlns:a16="http://schemas.microsoft.com/office/drawing/2014/main" id="{090DB5EA-F397-D75A-9B05-13145E2FB4AB}"/>
              </a:ext>
            </a:extLst>
          </p:cNvPr>
          <p:cNvSpPr>
            <a:spLocks noChangeAspect="1"/>
          </p:cNvSpPr>
          <p:nvPr userDrawn="1"/>
        </p:nvSpPr>
        <p:spPr>
          <a:xfrm>
            <a:off x="9848292" y="5921362"/>
            <a:ext cx="1920640" cy="587312"/>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a:p>
        </p:txBody>
      </p:sp>
      <p:sp>
        <p:nvSpPr>
          <p:cNvPr id="6" name="Picture Placeholder 8">
            <a:extLst>
              <a:ext uri="{FF2B5EF4-FFF2-40B4-BE49-F238E27FC236}">
                <a16:creationId xmlns:a16="http://schemas.microsoft.com/office/drawing/2014/main" id="{21136FEB-67FD-1BA2-0C2E-719AB4E3BDA4}"/>
              </a:ext>
              <a:ext uri="{C183D7F6-B498-43B3-948B-1728B52AA6E4}">
                <adec:decorative xmlns:adec="http://schemas.microsoft.com/office/drawing/2017/decorative" val="1"/>
              </a:ext>
            </a:extLst>
          </p:cNvPr>
          <p:cNvSpPr>
            <a:spLocks noGrp="1" noChangeAspect="1"/>
          </p:cNvSpPr>
          <p:nvPr>
            <p:ph type="pic" sz="quarter" idx="11"/>
          </p:nvPr>
        </p:nvSpPr>
        <p:spPr>
          <a:xfrm>
            <a:off x="5881682" y="1155380"/>
            <a:ext cx="4953006" cy="4953006"/>
          </a:xfrm>
          <a:custGeom>
            <a:avLst/>
            <a:gdLst>
              <a:gd name="connsiteX0" fmla="*/ 2476503 w 4953006"/>
              <a:gd name="connsiteY0" fmla="*/ 0 h 4953006"/>
              <a:gd name="connsiteX1" fmla="*/ 4953006 w 4953006"/>
              <a:gd name="connsiteY1" fmla="*/ 2476503 h 4953006"/>
              <a:gd name="connsiteX2" fmla="*/ 2476503 w 4953006"/>
              <a:gd name="connsiteY2" fmla="*/ 4953006 h 4953006"/>
              <a:gd name="connsiteX3" fmla="*/ 0 w 4953006"/>
              <a:gd name="connsiteY3" fmla="*/ 2476503 h 4953006"/>
              <a:gd name="connsiteX4" fmla="*/ 2476503 w 4953006"/>
              <a:gd name="connsiteY4" fmla="*/ 0 h 49530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53006" h="4953006">
                <a:moveTo>
                  <a:pt x="2476503" y="0"/>
                </a:moveTo>
                <a:cubicBezTo>
                  <a:pt x="3844238" y="0"/>
                  <a:pt x="4953006" y="1108768"/>
                  <a:pt x="4953006" y="2476503"/>
                </a:cubicBezTo>
                <a:cubicBezTo>
                  <a:pt x="4953006" y="3844238"/>
                  <a:pt x="3844238" y="4953006"/>
                  <a:pt x="2476503" y="4953006"/>
                </a:cubicBezTo>
                <a:cubicBezTo>
                  <a:pt x="1108768" y="4953006"/>
                  <a:pt x="0" y="3844238"/>
                  <a:pt x="0" y="2476503"/>
                </a:cubicBezTo>
                <a:cubicBezTo>
                  <a:pt x="0" y="1108768"/>
                  <a:pt x="1108768" y="0"/>
                  <a:pt x="2476503" y="0"/>
                </a:cubicBezTo>
                <a:close/>
              </a:path>
            </a:pathLst>
          </a:custGeom>
        </p:spPr>
        <p:txBody>
          <a:bodyPr wrap="square" tIns="822960" bIns="0" anchor="ctr">
            <a:noAutofit/>
          </a:bodyPr>
          <a:lstStyle>
            <a:lvl1pPr marL="0" indent="0" algn="ctr">
              <a:buNone/>
              <a:defRPr>
                <a:solidFill>
                  <a:schemeClr val="bg1"/>
                </a:solidFill>
              </a:defRPr>
            </a:lvl1pPr>
          </a:lstStyle>
          <a:p>
            <a:r>
              <a:rPr lang="fr-FR"/>
              <a:t>Cliquez sur l'icône pour ajouter une image</a:t>
            </a:r>
            <a:endParaRPr lang="en-US"/>
          </a:p>
        </p:txBody>
      </p:sp>
    </p:spTree>
    <p:extLst>
      <p:ext uri="{BB962C8B-B14F-4D97-AF65-F5344CB8AC3E}">
        <p14:creationId xmlns:p14="http://schemas.microsoft.com/office/powerpoint/2010/main" val="1436285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Cover 11">
    <p:bg>
      <p:bgPr>
        <a:solidFill>
          <a:schemeClr val="accent1"/>
        </a:solidFill>
        <a:effectLst/>
      </p:bgPr>
    </p:bg>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E9FF5033-5E44-E1B8-D6DD-F55FB72BF455}"/>
              </a:ext>
              <a:ext uri="{C183D7F6-B498-43B3-948B-1728B52AA6E4}">
                <adec:decorative xmlns:adec="http://schemas.microsoft.com/office/drawing/2017/decorative" val="1"/>
              </a:ext>
            </a:extLst>
          </p:cNvPr>
          <p:cNvGrpSpPr/>
          <p:nvPr userDrawn="1"/>
        </p:nvGrpSpPr>
        <p:grpSpPr>
          <a:xfrm>
            <a:off x="2" y="0"/>
            <a:ext cx="7896674" cy="6858000"/>
            <a:chOff x="2" y="0"/>
            <a:chExt cx="7896674" cy="6858000"/>
          </a:xfrm>
        </p:grpSpPr>
        <p:pic>
          <p:nvPicPr>
            <p:cNvPr id="2" name="Graphic 1">
              <a:extLst>
                <a:ext uri="{FF2B5EF4-FFF2-40B4-BE49-F238E27FC236}">
                  <a16:creationId xmlns:a16="http://schemas.microsoft.com/office/drawing/2014/main" id="{BF014B4C-83B9-0576-FE13-69430D5CC810}"/>
                </a:ext>
                <a:ext uri="{C183D7F6-B498-43B3-948B-1728B52AA6E4}">
                  <adec:decorative xmlns:adec="http://schemas.microsoft.com/office/drawing/2017/decorative" val="1"/>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22407" t="10069"/>
            <a:stretch/>
          </p:blipFill>
          <p:spPr>
            <a:xfrm rot="16200000">
              <a:off x="256450" y="3375434"/>
              <a:ext cx="3226118" cy="3739014"/>
            </a:xfrm>
            <a:custGeom>
              <a:avLst/>
              <a:gdLst>
                <a:gd name="connsiteX0" fmla="*/ 3226117 w 3226117"/>
                <a:gd name="connsiteY0" fmla="*/ 0 h 4157665"/>
                <a:gd name="connsiteX1" fmla="*/ 3226117 w 3226117"/>
                <a:gd name="connsiteY1" fmla="*/ 4157665 h 4157665"/>
                <a:gd name="connsiteX2" fmla="*/ 0 w 3226117"/>
                <a:gd name="connsiteY2" fmla="*/ 4157665 h 4157665"/>
                <a:gd name="connsiteX3" fmla="*/ 0 w 3226117"/>
                <a:gd name="connsiteY3" fmla="*/ 0 h 4157665"/>
              </a:gdLst>
              <a:ahLst/>
              <a:cxnLst>
                <a:cxn ang="0">
                  <a:pos x="connsiteX0" y="connsiteY0"/>
                </a:cxn>
                <a:cxn ang="0">
                  <a:pos x="connsiteX1" y="connsiteY1"/>
                </a:cxn>
                <a:cxn ang="0">
                  <a:pos x="connsiteX2" y="connsiteY2"/>
                </a:cxn>
                <a:cxn ang="0">
                  <a:pos x="connsiteX3" y="connsiteY3"/>
                </a:cxn>
              </a:cxnLst>
              <a:rect l="l" t="t" r="r" b="b"/>
              <a:pathLst>
                <a:path w="3226117" h="4157665">
                  <a:moveTo>
                    <a:pt x="3226117" y="0"/>
                  </a:moveTo>
                  <a:lnTo>
                    <a:pt x="3226117" y="4157665"/>
                  </a:lnTo>
                  <a:lnTo>
                    <a:pt x="0" y="4157665"/>
                  </a:lnTo>
                  <a:lnTo>
                    <a:pt x="0" y="0"/>
                  </a:lnTo>
                  <a:close/>
                </a:path>
              </a:pathLst>
            </a:custGeom>
          </p:spPr>
        </p:pic>
        <p:pic>
          <p:nvPicPr>
            <p:cNvPr id="8" name="Graphic 7">
              <a:extLst>
                <a:ext uri="{FF2B5EF4-FFF2-40B4-BE49-F238E27FC236}">
                  <a16:creationId xmlns:a16="http://schemas.microsoft.com/office/drawing/2014/main" id="{E7101DCD-340A-AEE2-4F6A-273D7374B4F0}"/>
                </a:ext>
                <a:ext uri="{C183D7F6-B498-43B3-948B-1728B52AA6E4}">
                  <adec:decorative xmlns:adec="http://schemas.microsoft.com/office/drawing/2017/decorative" val="1"/>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1" t="12646" r="1" b="-1"/>
            <a:stretch/>
          </p:blipFill>
          <p:spPr>
            <a:xfrm flipH="1">
              <a:off x="3739012" y="0"/>
              <a:ext cx="4157664" cy="3631883"/>
            </a:xfrm>
            <a:custGeom>
              <a:avLst/>
              <a:gdLst>
                <a:gd name="connsiteX0" fmla="*/ 3833815 w 3833815"/>
                <a:gd name="connsiteY0" fmla="*/ 0 h 3634264"/>
                <a:gd name="connsiteX1" fmla="*/ 0 w 3833815"/>
                <a:gd name="connsiteY1" fmla="*/ 0 h 3634264"/>
                <a:gd name="connsiteX2" fmla="*/ 0 w 3833815"/>
                <a:gd name="connsiteY2" fmla="*/ 3634264 h 3634264"/>
                <a:gd name="connsiteX3" fmla="*/ 3833815 w 3833815"/>
                <a:gd name="connsiteY3" fmla="*/ 3634264 h 3634264"/>
              </a:gdLst>
              <a:ahLst/>
              <a:cxnLst>
                <a:cxn ang="0">
                  <a:pos x="connsiteX0" y="connsiteY0"/>
                </a:cxn>
                <a:cxn ang="0">
                  <a:pos x="connsiteX1" y="connsiteY1"/>
                </a:cxn>
                <a:cxn ang="0">
                  <a:pos x="connsiteX2" y="connsiteY2"/>
                </a:cxn>
                <a:cxn ang="0">
                  <a:pos x="connsiteX3" y="connsiteY3"/>
                </a:cxn>
              </a:cxnLst>
              <a:rect l="l" t="t" r="r" b="b"/>
              <a:pathLst>
                <a:path w="3833815" h="3634264">
                  <a:moveTo>
                    <a:pt x="3833815" y="0"/>
                  </a:moveTo>
                  <a:lnTo>
                    <a:pt x="0" y="0"/>
                  </a:lnTo>
                  <a:lnTo>
                    <a:pt x="0" y="3634264"/>
                  </a:lnTo>
                  <a:lnTo>
                    <a:pt x="3833815" y="3634264"/>
                  </a:lnTo>
                  <a:close/>
                </a:path>
              </a:pathLst>
            </a:custGeom>
          </p:spPr>
        </p:pic>
      </p:grpSp>
      <p:sp>
        <p:nvSpPr>
          <p:cNvPr id="10" name="Title 4">
            <a:extLst>
              <a:ext uri="{FF2B5EF4-FFF2-40B4-BE49-F238E27FC236}">
                <a16:creationId xmlns:a16="http://schemas.microsoft.com/office/drawing/2014/main" id="{A9E4E46B-8E80-22D6-A4AA-962991575ACA}"/>
              </a:ext>
            </a:extLst>
          </p:cNvPr>
          <p:cNvSpPr>
            <a:spLocks noGrp="1"/>
          </p:cNvSpPr>
          <p:nvPr>
            <p:ph type="title" hasCustomPrompt="1"/>
          </p:nvPr>
        </p:nvSpPr>
        <p:spPr>
          <a:xfrm>
            <a:off x="8102279" y="1457532"/>
            <a:ext cx="3657600" cy="1435608"/>
          </a:xfrm>
        </p:spPr>
        <p:txBody>
          <a:bodyPr anchor="b"/>
          <a:lstStyle>
            <a:lvl1pPr algn="r">
              <a:spcAft>
                <a:spcPts val="300"/>
              </a:spcAft>
              <a:defRPr lang="en-US" sz="4400" kern="1200" dirty="0">
                <a:solidFill>
                  <a:schemeClr val="bg1"/>
                </a:solidFill>
                <a:latin typeface="+mj-lt"/>
                <a:ea typeface="+mn-ea"/>
                <a:cs typeface="+mn-cs"/>
              </a:defRPr>
            </a:lvl1pPr>
          </a:lstStyle>
          <a:p>
            <a:r>
              <a:rPr lang="en-US"/>
              <a:t>Presentation title</a:t>
            </a:r>
          </a:p>
        </p:txBody>
      </p:sp>
      <p:sp>
        <p:nvSpPr>
          <p:cNvPr id="11" name="Text Placeholder 8">
            <a:extLst>
              <a:ext uri="{FF2B5EF4-FFF2-40B4-BE49-F238E27FC236}">
                <a16:creationId xmlns:a16="http://schemas.microsoft.com/office/drawing/2014/main" id="{B4B312D9-45D5-76C3-38DD-AA18B93BFBDB}"/>
              </a:ext>
            </a:extLst>
          </p:cNvPr>
          <p:cNvSpPr>
            <a:spLocks noGrp="1"/>
          </p:cNvSpPr>
          <p:nvPr>
            <p:ph type="body" sz="quarter" idx="13" hasCustomPrompt="1"/>
          </p:nvPr>
        </p:nvSpPr>
        <p:spPr>
          <a:xfrm>
            <a:off x="8102279" y="2891679"/>
            <a:ext cx="3657600" cy="1828800"/>
          </a:xfrm>
        </p:spPr>
        <p:txBody>
          <a:bodyPr/>
          <a:lstStyle>
            <a:lvl1pPr marL="0" indent="0" algn="r">
              <a:buNone/>
              <a:defRPr sz="3200">
                <a:solidFill>
                  <a:schemeClr val="accent3"/>
                </a:solidFill>
                <a:latin typeface="+mj-lt"/>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a:t>Subtitle</a:t>
            </a:r>
          </a:p>
        </p:txBody>
      </p:sp>
      <p:sp>
        <p:nvSpPr>
          <p:cNvPr id="12" name="Text Placeholder 9">
            <a:extLst>
              <a:ext uri="{FF2B5EF4-FFF2-40B4-BE49-F238E27FC236}">
                <a16:creationId xmlns:a16="http://schemas.microsoft.com/office/drawing/2014/main" id="{7D2D5D63-E8BA-926E-F60F-3C489D1CF733}"/>
              </a:ext>
            </a:extLst>
          </p:cNvPr>
          <p:cNvSpPr>
            <a:spLocks noGrp="1"/>
          </p:cNvSpPr>
          <p:nvPr>
            <p:ph type="body" sz="quarter" idx="15" hasCustomPrompt="1"/>
          </p:nvPr>
        </p:nvSpPr>
        <p:spPr>
          <a:xfrm>
            <a:off x="8102280" y="4940644"/>
            <a:ext cx="3657600" cy="548640"/>
          </a:xfrm>
        </p:spPr>
        <p:txBody>
          <a:bodyPr/>
          <a:lstStyle>
            <a:lvl1pPr marL="0" indent="0" algn="r">
              <a:buNone/>
              <a:defRPr lang="en-US" sz="1800" kern="1200" dirty="0">
                <a:solidFill>
                  <a:schemeClr val="bg1"/>
                </a:solidFill>
                <a:latin typeface="+mn-lt"/>
                <a:ea typeface="+mn-ea"/>
                <a:cs typeface="+mn-cs"/>
              </a:defRPr>
            </a:lvl1pPr>
          </a:lstStyle>
          <a:p>
            <a:pPr lvl="0"/>
            <a:r>
              <a:rPr lang="en-US"/>
              <a:t>Date</a:t>
            </a:r>
          </a:p>
        </p:txBody>
      </p:sp>
      <p:sp>
        <p:nvSpPr>
          <p:cNvPr id="4" name="Graphique 10" descr="Atos logo">
            <a:extLst>
              <a:ext uri="{FF2B5EF4-FFF2-40B4-BE49-F238E27FC236}">
                <a16:creationId xmlns:a16="http://schemas.microsoft.com/office/drawing/2014/main" id="{090DB5EA-F397-D75A-9B05-13145E2FB4AB}"/>
              </a:ext>
            </a:extLst>
          </p:cNvPr>
          <p:cNvSpPr>
            <a:spLocks noChangeAspect="1"/>
          </p:cNvSpPr>
          <p:nvPr userDrawn="1"/>
        </p:nvSpPr>
        <p:spPr>
          <a:xfrm>
            <a:off x="9848292" y="5921362"/>
            <a:ext cx="1920640" cy="587312"/>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a:p>
        </p:txBody>
      </p:sp>
      <p:sp>
        <p:nvSpPr>
          <p:cNvPr id="9" name="Picture Placeholder 8">
            <a:extLst>
              <a:ext uri="{FF2B5EF4-FFF2-40B4-BE49-F238E27FC236}">
                <a16:creationId xmlns:a16="http://schemas.microsoft.com/office/drawing/2014/main" id="{A2148EF5-6FCE-B812-3DA7-56E932357920}"/>
              </a:ext>
              <a:ext uri="{C183D7F6-B498-43B3-948B-1728B52AA6E4}">
                <adec:decorative xmlns:adec="http://schemas.microsoft.com/office/drawing/2017/decorative" val="1"/>
              </a:ext>
            </a:extLst>
          </p:cNvPr>
          <p:cNvSpPr>
            <a:spLocks noGrp="1" noChangeAspect="1"/>
          </p:cNvSpPr>
          <p:nvPr>
            <p:ph type="pic" sz="quarter" idx="16" hasCustomPrompt="1"/>
          </p:nvPr>
        </p:nvSpPr>
        <p:spPr>
          <a:xfrm>
            <a:off x="1262510" y="1155380"/>
            <a:ext cx="4953006" cy="4953006"/>
          </a:xfrm>
          <a:custGeom>
            <a:avLst/>
            <a:gdLst>
              <a:gd name="connsiteX0" fmla="*/ 2476503 w 4953006"/>
              <a:gd name="connsiteY0" fmla="*/ 0 h 4953006"/>
              <a:gd name="connsiteX1" fmla="*/ 4953006 w 4953006"/>
              <a:gd name="connsiteY1" fmla="*/ 2476503 h 4953006"/>
              <a:gd name="connsiteX2" fmla="*/ 2476503 w 4953006"/>
              <a:gd name="connsiteY2" fmla="*/ 4953006 h 4953006"/>
              <a:gd name="connsiteX3" fmla="*/ 0 w 4953006"/>
              <a:gd name="connsiteY3" fmla="*/ 2476503 h 4953006"/>
              <a:gd name="connsiteX4" fmla="*/ 2476503 w 4953006"/>
              <a:gd name="connsiteY4" fmla="*/ 0 h 49530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53006" h="4953006">
                <a:moveTo>
                  <a:pt x="2476503" y="0"/>
                </a:moveTo>
                <a:cubicBezTo>
                  <a:pt x="3844238" y="0"/>
                  <a:pt x="4953006" y="1108768"/>
                  <a:pt x="4953006" y="2476503"/>
                </a:cubicBezTo>
                <a:cubicBezTo>
                  <a:pt x="4953006" y="3844238"/>
                  <a:pt x="3844238" y="4953006"/>
                  <a:pt x="2476503" y="4953006"/>
                </a:cubicBezTo>
                <a:cubicBezTo>
                  <a:pt x="1108768" y="4953006"/>
                  <a:pt x="0" y="3844238"/>
                  <a:pt x="0" y="2476503"/>
                </a:cubicBezTo>
                <a:cubicBezTo>
                  <a:pt x="0" y="1108768"/>
                  <a:pt x="1108768" y="0"/>
                  <a:pt x="2476503" y="0"/>
                </a:cubicBezTo>
                <a:close/>
              </a:path>
            </a:pathLst>
          </a:custGeom>
        </p:spPr>
        <p:txBody>
          <a:bodyPr wrap="square" tIns="1737360" bIns="0" anchor="ctr">
            <a:noAutofit/>
          </a:bodyPr>
          <a:lstStyle>
            <a:lvl1pPr marL="0" indent="0" algn="ctr">
              <a:spcAft>
                <a:spcPts val="0"/>
              </a:spcAft>
              <a:buNone/>
              <a:defRPr>
                <a:solidFill>
                  <a:schemeClr val="bg1"/>
                </a:solidFill>
              </a:defRPr>
            </a:lvl1pPr>
          </a:lstStyle>
          <a:p>
            <a:r>
              <a:rPr lang="en-US"/>
              <a:t>Click icon to add picture</a:t>
            </a:r>
            <a:br>
              <a:rPr lang="en-US"/>
            </a:br>
            <a:r>
              <a:rPr lang="en-US"/>
              <a:t>[Reading order of this slide is</a:t>
            </a:r>
            <a:br>
              <a:rPr lang="en-US"/>
            </a:br>
            <a:r>
              <a:rPr lang="en-US"/>
              <a:t>failing currently as you need to</a:t>
            </a:r>
            <a:br>
              <a:rPr lang="en-US"/>
            </a:br>
            <a:r>
              <a:rPr lang="en-US"/>
              <a:t>either label your image decorative]</a:t>
            </a:r>
          </a:p>
        </p:txBody>
      </p:sp>
    </p:spTree>
    <p:extLst>
      <p:ext uri="{BB962C8B-B14F-4D97-AF65-F5344CB8AC3E}">
        <p14:creationId xmlns:p14="http://schemas.microsoft.com/office/powerpoint/2010/main" val="151298058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Cover 12">
    <p:bg>
      <p:bgPr>
        <a:solidFill>
          <a:schemeClr val="accent3"/>
        </a:solidFill>
        <a:effectLst/>
      </p:bgPr>
    </p:bg>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E9FF5033-5E44-E1B8-D6DD-F55FB72BF455}"/>
              </a:ext>
              <a:ext uri="{C183D7F6-B498-43B3-948B-1728B52AA6E4}">
                <adec:decorative xmlns:adec="http://schemas.microsoft.com/office/drawing/2017/decorative" val="1"/>
              </a:ext>
            </a:extLst>
          </p:cNvPr>
          <p:cNvGrpSpPr/>
          <p:nvPr userDrawn="1"/>
        </p:nvGrpSpPr>
        <p:grpSpPr>
          <a:xfrm>
            <a:off x="2" y="0"/>
            <a:ext cx="7896674" cy="6858000"/>
            <a:chOff x="2" y="0"/>
            <a:chExt cx="7896674" cy="6858000"/>
          </a:xfrm>
          <a:solidFill>
            <a:schemeClr val="accent2"/>
          </a:solidFill>
        </p:grpSpPr>
        <p:pic>
          <p:nvPicPr>
            <p:cNvPr id="2" name="Graphic 1">
              <a:extLst>
                <a:ext uri="{FF2B5EF4-FFF2-40B4-BE49-F238E27FC236}">
                  <a16:creationId xmlns:a16="http://schemas.microsoft.com/office/drawing/2014/main" id="{BF014B4C-83B9-0576-FE13-69430D5CC810}"/>
                </a:ext>
                <a:ext uri="{C183D7F6-B498-43B3-948B-1728B52AA6E4}">
                  <adec:decorative xmlns:adec="http://schemas.microsoft.com/office/drawing/2017/decorative" val="1"/>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22407" t="10069"/>
            <a:stretch/>
          </p:blipFill>
          <p:spPr>
            <a:xfrm rot="16200000">
              <a:off x="256450" y="3375434"/>
              <a:ext cx="3226118" cy="3739014"/>
            </a:xfrm>
            <a:custGeom>
              <a:avLst/>
              <a:gdLst>
                <a:gd name="connsiteX0" fmla="*/ 3226117 w 3226117"/>
                <a:gd name="connsiteY0" fmla="*/ 0 h 4157665"/>
                <a:gd name="connsiteX1" fmla="*/ 3226117 w 3226117"/>
                <a:gd name="connsiteY1" fmla="*/ 4157665 h 4157665"/>
                <a:gd name="connsiteX2" fmla="*/ 0 w 3226117"/>
                <a:gd name="connsiteY2" fmla="*/ 4157665 h 4157665"/>
                <a:gd name="connsiteX3" fmla="*/ 0 w 3226117"/>
                <a:gd name="connsiteY3" fmla="*/ 0 h 4157665"/>
              </a:gdLst>
              <a:ahLst/>
              <a:cxnLst>
                <a:cxn ang="0">
                  <a:pos x="connsiteX0" y="connsiteY0"/>
                </a:cxn>
                <a:cxn ang="0">
                  <a:pos x="connsiteX1" y="connsiteY1"/>
                </a:cxn>
                <a:cxn ang="0">
                  <a:pos x="connsiteX2" y="connsiteY2"/>
                </a:cxn>
                <a:cxn ang="0">
                  <a:pos x="connsiteX3" y="connsiteY3"/>
                </a:cxn>
              </a:cxnLst>
              <a:rect l="l" t="t" r="r" b="b"/>
              <a:pathLst>
                <a:path w="3226117" h="4157665">
                  <a:moveTo>
                    <a:pt x="3226117" y="0"/>
                  </a:moveTo>
                  <a:lnTo>
                    <a:pt x="3226117" y="4157665"/>
                  </a:lnTo>
                  <a:lnTo>
                    <a:pt x="0" y="4157665"/>
                  </a:lnTo>
                  <a:lnTo>
                    <a:pt x="0" y="0"/>
                  </a:lnTo>
                  <a:close/>
                </a:path>
              </a:pathLst>
            </a:custGeom>
          </p:spPr>
        </p:pic>
        <p:pic>
          <p:nvPicPr>
            <p:cNvPr id="8" name="Graphic 7">
              <a:extLst>
                <a:ext uri="{FF2B5EF4-FFF2-40B4-BE49-F238E27FC236}">
                  <a16:creationId xmlns:a16="http://schemas.microsoft.com/office/drawing/2014/main" id="{E7101DCD-340A-AEE2-4F6A-273D7374B4F0}"/>
                </a:ext>
                <a:ext uri="{C183D7F6-B498-43B3-948B-1728B52AA6E4}">
                  <adec:decorative xmlns:adec="http://schemas.microsoft.com/office/drawing/2017/decorative" val="1"/>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1" t="12646" r="1" b="-1"/>
            <a:stretch/>
          </p:blipFill>
          <p:spPr>
            <a:xfrm flipH="1">
              <a:off x="3739012" y="0"/>
              <a:ext cx="4157664" cy="3631883"/>
            </a:xfrm>
            <a:custGeom>
              <a:avLst/>
              <a:gdLst>
                <a:gd name="connsiteX0" fmla="*/ 3833815 w 3833815"/>
                <a:gd name="connsiteY0" fmla="*/ 0 h 3634264"/>
                <a:gd name="connsiteX1" fmla="*/ 0 w 3833815"/>
                <a:gd name="connsiteY1" fmla="*/ 0 h 3634264"/>
                <a:gd name="connsiteX2" fmla="*/ 0 w 3833815"/>
                <a:gd name="connsiteY2" fmla="*/ 3634264 h 3634264"/>
                <a:gd name="connsiteX3" fmla="*/ 3833815 w 3833815"/>
                <a:gd name="connsiteY3" fmla="*/ 3634264 h 3634264"/>
              </a:gdLst>
              <a:ahLst/>
              <a:cxnLst>
                <a:cxn ang="0">
                  <a:pos x="connsiteX0" y="connsiteY0"/>
                </a:cxn>
                <a:cxn ang="0">
                  <a:pos x="connsiteX1" y="connsiteY1"/>
                </a:cxn>
                <a:cxn ang="0">
                  <a:pos x="connsiteX2" y="connsiteY2"/>
                </a:cxn>
                <a:cxn ang="0">
                  <a:pos x="connsiteX3" y="connsiteY3"/>
                </a:cxn>
              </a:cxnLst>
              <a:rect l="l" t="t" r="r" b="b"/>
              <a:pathLst>
                <a:path w="3833815" h="3634264">
                  <a:moveTo>
                    <a:pt x="3833815" y="0"/>
                  </a:moveTo>
                  <a:lnTo>
                    <a:pt x="0" y="0"/>
                  </a:lnTo>
                  <a:lnTo>
                    <a:pt x="0" y="3634264"/>
                  </a:lnTo>
                  <a:lnTo>
                    <a:pt x="3833815" y="3634264"/>
                  </a:lnTo>
                  <a:close/>
                </a:path>
              </a:pathLst>
            </a:custGeom>
          </p:spPr>
        </p:pic>
      </p:grpSp>
      <p:sp>
        <p:nvSpPr>
          <p:cNvPr id="10" name="Title 4">
            <a:extLst>
              <a:ext uri="{FF2B5EF4-FFF2-40B4-BE49-F238E27FC236}">
                <a16:creationId xmlns:a16="http://schemas.microsoft.com/office/drawing/2014/main" id="{A9E4E46B-8E80-22D6-A4AA-962991575ACA}"/>
              </a:ext>
            </a:extLst>
          </p:cNvPr>
          <p:cNvSpPr>
            <a:spLocks noGrp="1"/>
          </p:cNvSpPr>
          <p:nvPr>
            <p:ph type="title" hasCustomPrompt="1"/>
          </p:nvPr>
        </p:nvSpPr>
        <p:spPr>
          <a:xfrm>
            <a:off x="8102279" y="1457532"/>
            <a:ext cx="3657600" cy="1435608"/>
          </a:xfrm>
        </p:spPr>
        <p:txBody>
          <a:bodyPr anchor="b"/>
          <a:lstStyle>
            <a:lvl1pPr algn="r">
              <a:spcAft>
                <a:spcPts val="300"/>
              </a:spcAft>
              <a:defRPr lang="en-US" sz="4400" kern="1200" dirty="0">
                <a:solidFill>
                  <a:schemeClr val="bg1"/>
                </a:solidFill>
                <a:latin typeface="+mj-lt"/>
                <a:ea typeface="+mn-ea"/>
                <a:cs typeface="+mn-cs"/>
              </a:defRPr>
            </a:lvl1pPr>
          </a:lstStyle>
          <a:p>
            <a:r>
              <a:rPr lang="en-US"/>
              <a:t>Presentation title</a:t>
            </a:r>
          </a:p>
        </p:txBody>
      </p:sp>
      <p:sp>
        <p:nvSpPr>
          <p:cNvPr id="11" name="Text Placeholder 8">
            <a:extLst>
              <a:ext uri="{FF2B5EF4-FFF2-40B4-BE49-F238E27FC236}">
                <a16:creationId xmlns:a16="http://schemas.microsoft.com/office/drawing/2014/main" id="{B4B312D9-45D5-76C3-38DD-AA18B93BFBDB}"/>
              </a:ext>
            </a:extLst>
          </p:cNvPr>
          <p:cNvSpPr>
            <a:spLocks noGrp="1"/>
          </p:cNvSpPr>
          <p:nvPr>
            <p:ph type="body" sz="quarter" idx="13" hasCustomPrompt="1"/>
          </p:nvPr>
        </p:nvSpPr>
        <p:spPr>
          <a:xfrm>
            <a:off x="8102279" y="2891679"/>
            <a:ext cx="3657600" cy="1828800"/>
          </a:xfrm>
        </p:spPr>
        <p:txBody>
          <a:bodyPr/>
          <a:lstStyle>
            <a:lvl1pPr marL="0" indent="0" algn="r">
              <a:buNone/>
              <a:defRPr sz="3200">
                <a:solidFill>
                  <a:schemeClr val="accent2"/>
                </a:solidFill>
                <a:latin typeface="+mj-lt"/>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a:t>Subtitle</a:t>
            </a:r>
          </a:p>
        </p:txBody>
      </p:sp>
      <p:sp>
        <p:nvSpPr>
          <p:cNvPr id="12" name="Text Placeholder 9">
            <a:extLst>
              <a:ext uri="{FF2B5EF4-FFF2-40B4-BE49-F238E27FC236}">
                <a16:creationId xmlns:a16="http://schemas.microsoft.com/office/drawing/2014/main" id="{7D2D5D63-E8BA-926E-F60F-3C489D1CF733}"/>
              </a:ext>
            </a:extLst>
          </p:cNvPr>
          <p:cNvSpPr>
            <a:spLocks noGrp="1"/>
          </p:cNvSpPr>
          <p:nvPr>
            <p:ph type="body" sz="quarter" idx="15" hasCustomPrompt="1"/>
          </p:nvPr>
        </p:nvSpPr>
        <p:spPr>
          <a:xfrm>
            <a:off x="8102280" y="4940644"/>
            <a:ext cx="3657600" cy="548640"/>
          </a:xfrm>
        </p:spPr>
        <p:txBody>
          <a:bodyPr/>
          <a:lstStyle>
            <a:lvl1pPr marL="0" indent="0" algn="r">
              <a:buNone/>
              <a:defRPr lang="en-US" sz="1800" kern="1200" dirty="0">
                <a:solidFill>
                  <a:schemeClr val="bg1"/>
                </a:solidFill>
                <a:latin typeface="+mn-lt"/>
                <a:ea typeface="+mn-ea"/>
                <a:cs typeface="+mn-cs"/>
              </a:defRPr>
            </a:lvl1pPr>
          </a:lstStyle>
          <a:p>
            <a:pPr lvl="0"/>
            <a:r>
              <a:rPr lang="en-US"/>
              <a:t>Date</a:t>
            </a:r>
          </a:p>
        </p:txBody>
      </p:sp>
      <p:sp>
        <p:nvSpPr>
          <p:cNvPr id="4" name="Graphique 10" descr="Atos logo">
            <a:extLst>
              <a:ext uri="{FF2B5EF4-FFF2-40B4-BE49-F238E27FC236}">
                <a16:creationId xmlns:a16="http://schemas.microsoft.com/office/drawing/2014/main" id="{090DB5EA-F397-D75A-9B05-13145E2FB4AB}"/>
              </a:ext>
            </a:extLst>
          </p:cNvPr>
          <p:cNvSpPr>
            <a:spLocks noChangeAspect="1"/>
          </p:cNvSpPr>
          <p:nvPr userDrawn="1"/>
        </p:nvSpPr>
        <p:spPr>
          <a:xfrm>
            <a:off x="9848292" y="5921362"/>
            <a:ext cx="1920640" cy="587312"/>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a:p>
        </p:txBody>
      </p:sp>
      <p:sp>
        <p:nvSpPr>
          <p:cNvPr id="9" name="Picture Placeholder 8">
            <a:extLst>
              <a:ext uri="{FF2B5EF4-FFF2-40B4-BE49-F238E27FC236}">
                <a16:creationId xmlns:a16="http://schemas.microsoft.com/office/drawing/2014/main" id="{A2148EF5-6FCE-B812-3DA7-56E932357920}"/>
              </a:ext>
              <a:ext uri="{C183D7F6-B498-43B3-948B-1728B52AA6E4}">
                <adec:decorative xmlns:adec="http://schemas.microsoft.com/office/drawing/2017/decorative" val="1"/>
              </a:ext>
            </a:extLst>
          </p:cNvPr>
          <p:cNvSpPr>
            <a:spLocks noGrp="1" noChangeAspect="1"/>
          </p:cNvSpPr>
          <p:nvPr>
            <p:ph type="pic" sz="quarter" idx="16" hasCustomPrompt="1"/>
          </p:nvPr>
        </p:nvSpPr>
        <p:spPr>
          <a:xfrm>
            <a:off x="1262510" y="1155380"/>
            <a:ext cx="4953006" cy="4953006"/>
          </a:xfrm>
          <a:custGeom>
            <a:avLst/>
            <a:gdLst>
              <a:gd name="connsiteX0" fmla="*/ 2476503 w 4953006"/>
              <a:gd name="connsiteY0" fmla="*/ 0 h 4953006"/>
              <a:gd name="connsiteX1" fmla="*/ 4953006 w 4953006"/>
              <a:gd name="connsiteY1" fmla="*/ 2476503 h 4953006"/>
              <a:gd name="connsiteX2" fmla="*/ 2476503 w 4953006"/>
              <a:gd name="connsiteY2" fmla="*/ 4953006 h 4953006"/>
              <a:gd name="connsiteX3" fmla="*/ 0 w 4953006"/>
              <a:gd name="connsiteY3" fmla="*/ 2476503 h 4953006"/>
              <a:gd name="connsiteX4" fmla="*/ 2476503 w 4953006"/>
              <a:gd name="connsiteY4" fmla="*/ 0 h 49530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53006" h="4953006">
                <a:moveTo>
                  <a:pt x="2476503" y="0"/>
                </a:moveTo>
                <a:cubicBezTo>
                  <a:pt x="3844238" y="0"/>
                  <a:pt x="4953006" y="1108768"/>
                  <a:pt x="4953006" y="2476503"/>
                </a:cubicBezTo>
                <a:cubicBezTo>
                  <a:pt x="4953006" y="3844238"/>
                  <a:pt x="3844238" y="4953006"/>
                  <a:pt x="2476503" y="4953006"/>
                </a:cubicBezTo>
                <a:cubicBezTo>
                  <a:pt x="1108768" y="4953006"/>
                  <a:pt x="0" y="3844238"/>
                  <a:pt x="0" y="2476503"/>
                </a:cubicBezTo>
                <a:cubicBezTo>
                  <a:pt x="0" y="1108768"/>
                  <a:pt x="1108768" y="0"/>
                  <a:pt x="2476503" y="0"/>
                </a:cubicBezTo>
                <a:close/>
              </a:path>
            </a:pathLst>
          </a:custGeom>
        </p:spPr>
        <p:txBody>
          <a:bodyPr wrap="square" tIns="1737360" bIns="0" anchor="ctr">
            <a:noAutofit/>
          </a:bodyPr>
          <a:lstStyle>
            <a:lvl1pPr marL="0" indent="0" algn="ctr">
              <a:spcAft>
                <a:spcPts val="0"/>
              </a:spcAft>
              <a:buNone/>
              <a:defRPr>
                <a:solidFill>
                  <a:schemeClr val="bg1"/>
                </a:solidFill>
              </a:defRPr>
            </a:lvl1pPr>
          </a:lstStyle>
          <a:p>
            <a:r>
              <a:rPr lang="en-US"/>
              <a:t>Click icon to add picture</a:t>
            </a:r>
            <a:br>
              <a:rPr lang="en-US"/>
            </a:br>
            <a:r>
              <a:rPr lang="en-US"/>
              <a:t>[Reading order of this slide is</a:t>
            </a:r>
            <a:br>
              <a:rPr lang="en-US"/>
            </a:br>
            <a:r>
              <a:rPr lang="en-US"/>
              <a:t>failing currently as you need to</a:t>
            </a:r>
            <a:br>
              <a:rPr lang="en-US"/>
            </a:br>
            <a:r>
              <a:rPr lang="en-US"/>
              <a:t>either label your image decorative]</a:t>
            </a:r>
          </a:p>
        </p:txBody>
      </p:sp>
    </p:spTree>
    <p:extLst>
      <p:ext uri="{BB962C8B-B14F-4D97-AF65-F5344CB8AC3E}">
        <p14:creationId xmlns:p14="http://schemas.microsoft.com/office/powerpoint/2010/main" val="383751537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Cover 13">
    <p:bg>
      <p:bgPr>
        <a:solidFill>
          <a:schemeClr val="accent1"/>
        </a:solidFill>
        <a:effectLst/>
      </p:bgPr>
    </p:bg>
    <p:spTree>
      <p:nvGrpSpPr>
        <p:cNvPr id="1" name=""/>
        <p:cNvGrpSpPr/>
        <p:nvPr/>
      </p:nvGrpSpPr>
      <p:grpSpPr>
        <a:xfrm>
          <a:off x="0" y="0"/>
          <a:ext cx="0" cy="0"/>
          <a:chOff x="0" y="0"/>
          <a:chExt cx="0" cy="0"/>
        </a:xfrm>
      </p:grpSpPr>
      <p:sp>
        <p:nvSpPr>
          <p:cNvPr id="10" name="Title 4">
            <a:extLst>
              <a:ext uri="{FF2B5EF4-FFF2-40B4-BE49-F238E27FC236}">
                <a16:creationId xmlns:a16="http://schemas.microsoft.com/office/drawing/2014/main" id="{A9E4E46B-8E80-22D6-A4AA-962991575ACA}"/>
              </a:ext>
            </a:extLst>
          </p:cNvPr>
          <p:cNvSpPr>
            <a:spLocks noGrp="1"/>
          </p:cNvSpPr>
          <p:nvPr>
            <p:ph type="title" hasCustomPrompt="1"/>
          </p:nvPr>
        </p:nvSpPr>
        <p:spPr>
          <a:xfrm>
            <a:off x="428625" y="530715"/>
            <a:ext cx="6309360" cy="1554480"/>
          </a:xfrm>
        </p:spPr>
        <p:txBody>
          <a:bodyPr anchor="b"/>
          <a:lstStyle>
            <a:lvl1pPr>
              <a:spcAft>
                <a:spcPts val="300"/>
              </a:spcAft>
              <a:defRPr lang="en-US" sz="4400" kern="1200" dirty="0">
                <a:solidFill>
                  <a:schemeClr val="bg1"/>
                </a:solidFill>
                <a:latin typeface="+mj-lt"/>
                <a:ea typeface="+mn-ea"/>
                <a:cs typeface="+mn-cs"/>
              </a:defRPr>
            </a:lvl1pPr>
          </a:lstStyle>
          <a:p>
            <a:r>
              <a:rPr lang="en-US"/>
              <a:t>Presentation title</a:t>
            </a:r>
          </a:p>
        </p:txBody>
      </p:sp>
      <p:sp>
        <p:nvSpPr>
          <p:cNvPr id="11" name="Text Placeholder 8">
            <a:extLst>
              <a:ext uri="{FF2B5EF4-FFF2-40B4-BE49-F238E27FC236}">
                <a16:creationId xmlns:a16="http://schemas.microsoft.com/office/drawing/2014/main" id="{B4B312D9-45D5-76C3-38DD-AA18B93BFBDB}"/>
              </a:ext>
            </a:extLst>
          </p:cNvPr>
          <p:cNvSpPr>
            <a:spLocks noGrp="1"/>
          </p:cNvSpPr>
          <p:nvPr>
            <p:ph type="body" sz="quarter" idx="13" hasCustomPrompt="1"/>
          </p:nvPr>
        </p:nvSpPr>
        <p:spPr>
          <a:xfrm>
            <a:off x="428625" y="2082422"/>
            <a:ext cx="6309360" cy="1216152"/>
          </a:xfrm>
        </p:spPr>
        <p:txBody>
          <a:bodyPr/>
          <a:lstStyle>
            <a:lvl1pPr marL="0" indent="0">
              <a:buNone/>
              <a:defRPr sz="3200">
                <a:solidFill>
                  <a:schemeClr val="accent3"/>
                </a:solidFill>
                <a:latin typeface="+mj-lt"/>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a:t>Subtitle</a:t>
            </a:r>
          </a:p>
        </p:txBody>
      </p:sp>
      <p:sp>
        <p:nvSpPr>
          <p:cNvPr id="12" name="Text Placeholder 9">
            <a:extLst>
              <a:ext uri="{FF2B5EF4-FFF2-40B4-BE49-F238E27FC236}">
                <a16:creationId xmlns:a16="http://schemas.microsoft.com/office/drawing/2014/main" id="{7D2D5D63-E8BA-926E-F60F-3C489D1CF733}"/>
              </a:ext>
            </a:extLst>
          </p:cNvPr>
          <p:cNvSpPr>
            <a:spLocks noGrp="1"/>
          </p:cNvSpPr>
          <p:nvPr>
            <p:ph type="body" sz="quarter" idx="15" hasCustomPrompt="1"/>
          </p:nvPr>
        </p:nvSpPr>
        <p:spPr>
          <a:xfrm>
            <a:off x="428624" y="4246164"/>
            <a:ext cx="3657600" cy="969264"/>
          </a:xfrm>
        </p:spPr>
        <p:txBody>
          <a:bodyPr/>
          <a:lstStyle>
            <a:lvl1pPr marL="0" indent="0">
              <a:buNone/>
              <a:defRPr lang="en-US" sz="1800" kern="1200" dirty="0">
                <a:solidFill>
                  <a:schemeClr val="bg1"/>
                </a:solidFill>
                <a:latin typeface="+mn-lt"/>
                <a:ea typeface="+mn-ea"/>
                <a:cs typeface="+mn-cs"/>
              </a:defRPr>
            </a:lvl1pPr>
          </a:lstStyle>
          <a:p>
            <a:pPr lvl="0"/>
            <a:r>
              <a:rPr lang="en-US"/>
              <a:t>Date</a:t>
            </a:r>
          </a:p>
        </p:txBody>
      </p:sp>
      <p:sp>
        <p:nvSpPr>
          <p:cNvPr id="2" name="Graphique 10" descr="Atos logo">
            <a:extLst>
              <a:ext uri="{FF2B5EF4-FFF2-40B4-BE49-F238E27FC236}">
                <a16:creationId xmlns:a16="http://schemas.microsoft.com/office/drawing/2014/main" id="{CBD091C4-DCC6-A7A6-5C1B-A46FD3900FD1}"/>
              </a:ext>
            </a:extLst>
          </p:cNvPr>
          <p:cNvSpPr>
            <a:spLocks noChangeAspect="1"/>
          </p:cNvSpPr>
          <p:nvPr userDrawn="1"/>
        </p:nvSpPr>
        <p:spPr>
          <a:xfrm>
            <a:off x="428625" y="5921362"/>
            <a:ext cx="1920640" cy="587312"/>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a:p>
        </p:txBody>
      </p:sp>
      <p:grpSp>
        <p:nvGrpSpPr>
          <p:cNvPr id="3" name="Group 2">
            <a:extLst>
              <a:ext uri="{FF2B5EF4-FFF2-40B4-BE49-F238E27FC236}">
                <a16:creationId xmlns:a16="http://schemas.microsoft.com/office/drawing/2014/main" id="{A95BEA18-5873-2F2D-099A-0F8993B476AF}"/>
              </a:ext>
              <a:ext uri="{C183D7F6-B498-43B3-948B-1728B52AA6E4}">
                <adec:decorative xmlns:adec="http://schemas.microsoft.com/office/drawing/2017/decorative" val="1"/>
              </a:ext>
            </a:extLst>
          </p:cNvPr>
          <p:cNvGrpSpPr/>
          <p:nvPr userDrawn="1"/>
        </p:nvGrpSpPr>
        <p:grpSpPr>
          <a:xfrm>
            <a:off x="1429878" y="-1"/>
            <a:ext cx="10762122" cy="6858001"/>
            <a:chOff x="1429878" y="-1"/>
            <a:chExt cx="10762122" cy="6858001"/>
          </a:xfrm>
        </p:grpSpPr>
        <p:pic>
          <p:nvPicPr>
            <p:cNvPr id="5" name="Graphic 4">
              <a:extLst>
                <a:ext uri="{FF2B5EF4-FFF2-40B4-BE49-F238E27FC236}">
                  <a16:creationId xmlns:a16="http://schemas.microsoft.com/office/drawing/2014/main" id="{83F9C7F6-7AEB-DFCB-AA3D-3908113EC2B1}"/>
                </a:ext>
                <a:ext uri="{C183D7F6-B498-43B3-948B-1728B52AA6E4}">
                  <adec:decorative xmlns:adec="http://schemas.microsoft.com/office/drawing/2017/decorative" val="1"/>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41483"/>
            <a:stretch/>
          </p:blipFill>
          <p:spPr>
            <a:xfrm rot="5400000" flipH="1">
              <a:off x="2569433" y="2503424"/>
              <a:ext cx="3215021" cy="5494132"/>
            </a:xfrm>
            <a:prstGeom prst="rect">
              <a:avLst/>
            </a:prstGeom>
          </p:spPr>
        </p:pic>
        <p:pic>
          <p:nvPicPr>
            <p:cNvPr id="6" name="Graphic 5">
              <a:extLst>
                <a:ext uri="{FF2B5EF4-FFF2-40B4-BE49-F238E27FC236}">
                  <a16:creationId xmlns:a16="http://schemas.microsoft.com/office/drawing/2014/main" id="{4DBC1F6A-CBFC-57D7-EEE3-FFE55CF2EA41}"/>
                </a:ext>
                <a:ext uri="{C183D7F6-B498-43B3-948B-1728B52AA6E4}">
                  <adec:decorative xmlns:adec="http://schemas.microsoft.com/office/drawing/2017/decorative" val="1"/>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t="33693" r="4116"/>
            <a:stretch/>
          </p:blipFill>
          <p:spPr>
            <a:xfrm>
              <a:off x="6924010" y="-1"/>
              <a:ext cx="5267990" cy="3642979"/>
            </a:xfrm>
            <a:prstGeom prst="rect">
              <a:avLst/>
            </a:prstGeom>
          </p:spPr>
        </p:pic>
      </p:grpSp>
      <p:sp>
        <p:nvSpPr>
          <p:cNvPr id="7" name="Picture Placeholder 25">
            <a:extLst>
              <a:ext uri="{FF2B5EF4-FFF2-40B4-BE49-F238E27FC236}">
                <a16:creationId xmlns:a16="http://schemas.microsoft.com/office/drawing/2014/main" id="{B0AEBF90-44A2-17C9-9F37-029E39B9B5A3}"/>
              </a:ext>
              <a:ext uri="{C183D7F6-B498-43B3-948B-1728B52AA6E4}">
                <adec:decorative xmlns:adec="http://schemas.microsoft.com/office/drawing/2017/decorative" val="1"/>
              </a:ext>
            </a:extLst>
          </p:cNvPr>
          <p:cNvSpPr>
            <a:spLocks noGrp="1"/>
          </p:cNvSpPr>
          <p:nvPr>
            <p:ph type="pic" sz="quarter" idx="14"/>
          </p:nvPr>
        </p:nvSpPr>
        <p:spPr>
          <a:xfrm>
            <a:off x="5867676" y="373625"/>
            <a:ext cx="6324324" cy="6484375"/>
          </a:xfrm>
          <a:custGeom>
            <a:avLst/>
            <a:gdLst>
              <a:gd name="connsiteX0" fmla="*/ 6324324 w 6324324"/>
              <a:gd name="connsiteY0" fmla="*/ 0 h 6484375"/>
              <a:gd name="connsiteX1" fmla="*/ 6324324 w 6324324"/>
              <a:gd name="connsiteY1" fmla="*/ 6484375 h 6484375"/>
              <a:gd name="connsiteX2" fmla="*/ 0 w 6324324"/>
              <a:gd name="connsiteY2" fmla="*/ 6484375 h 6484375"/>
              <a:gd name="connsiteX3" fmla="*/ 55368 w 6324324"/>
              <a:gd name="connsiteY3" fmla="*/ 6410225 h 6484375"/>
              <a:gd name="connsiteX4" fmla="*/ 171923 w 6324324"/>
              <a:gd name="connsiteY4" fmla="*/ 6234659 h 6484375"/>
              <a:gd name="connsiteX5" fmla="*/ 1046379 w 6324324"/>
              <a:gd name="connsiteY5" fmla="*/ 3447498 h 6484375"/>
              <a:gd name="connsiteX6" fmla="*/ 1048064 w 6324324"/>
              <a:gd name="connsiteY6" fmla="*/ 3264591 h 6484375"/>
              <a:gd name="connsiteX7" fmla="*/ 3271547 w 6324324"/>
              <a:gd name="connsiteY7" fmla="*/ 3264591 h 6484375"/>
              <a:gd name="connsiteX8" fmla="*/ 3284487 w 6324324"/>
              <a:gd name="connsiteY8" fmla="*/ 2981459 h 6484375"/>
              <a:gd name="connsiteX9" fmla="*/ 6241731 w 6324324"/>
              <a:gd name="connsiteY9" fmla="*/ 4172 h 6484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324324" h="6484375">
                <a:moveTo>
                  <a:pt x="6324324" y="0"/>
                </a:moveTo>
                <a:lnTo>
                  <a:pt x="6324324" y="6484375"/>
                </a:lnTo>
                <a:lnTo>
                  <a:pt x="0" y="6484375"/>
                </a:lnTo>
                <a:lnTo>
                  <a:pt x="55368" y="6410225"/>
                </a:lnTo>
                <a:cubicBezTo>
                  <a:pt x="108275" y="6337639"/>
                  <a:pt x="148130" y="6277443"/>
                  <a:pt x="171923" y="6234659"/>
                </a:cubicBezTo>
                <a:cubicBezTo>
                  <a:pt x="601983" y="5598076"/>
                  <a:pt x="1010368" y="4596081"/>
                  <a:pt x="1046379" y="3447498"/>
                </a:cubicBezTo>
                <a:lnTo>
                  <a:pt x="1048064" y="3264591"/>
                </a:lnTo>
                <a:lnTo>
                  <a:pt x="3271547" y="3264591"/>
                </a:lnTo>
                <a:lnTo>
                  <a:pt x="3284487" y="2981459"/>
                </a:lnTo>
                <a:cubicBezTo>
                  <a:pt x="3428649" y="1414606"/>
                  <a:pt x="4632239" y="178060"/>
                  <a:pt x="6241731" y="4172"/>
                </a:cubicBezTo>
                <a:close/>
              </a:path>
            </a:pathLst>
          </a:custGeom>
        </p:spPr>
        <p:txBody>
          <a:bodyPr wrap="square" tIns="1005840" anchor="ctr">
            <a:noAutofit/>
          </a:bodyPr>
          <a:lstStyle>
            <a:lvl1pPr marL="0" indent="0" algn="ctr">
              <a:buNone/>
              <a:defRPr>
                <a:solidFill>
                  <a:schemeClr val="bg1"/>
                </a:solidFill>
              </a:defRPr>
            </a:lvl1pPr>
          </a:lstStyle>
          <a:p>
            <a:r>
              <a:rPr lang="fr-FR"/>
              <a:t>Cliquez sur l'icône pour ajouter une image</a:t>
            </a:r>
            <a:endParaRPr lang="en-US"/>
          </a:p>
        </p:txBody>
      </p:sp>
    </p:spTree>
    <p:extLst>
      <p:ext uri="{BB962C8B-B14F-4D97-AF65-F5344CB8AC3E}">
        <p14:creationId xmlns:p14="http://schemas.microsoft.com/office/powerpoint/2010/main" val="93732269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Cover 14">
    <p:bg>
      <p:bgPr>
        <a:solidFill>
          <a:schemeClr val="accent3"/>
        </a:solidFill>
        <a:effectLst/>
      </p:bgPr>
    </p:bg>
    <p:spTree>
      <p:nvGrpSpPr>
        <p:cNvPr id="1" name=""/>
        <p:cNvGrpSpPr/>
        <p:nvPr/>
      </p:nvGrpSpPr>
      <p:grpSpPr>
        <a:xfrm>
          <a:off x="0" y="0"/>
          <a:ext cx="0" cy="0"/>
          <a:chOff x="0" y="0"/>
          <a:chExt cx="0" cy="0"/>
        </a:xfrm>
      </p:grpSpPr>
      <p:sp>
        <p:nvSpPr>
          <p:cNvPr id="10" name="Title 4">
            <a:extLst>
              <a:ext uri="{FF2B5EF4-FFF2-40B4-BE49-F238E27FC236}">
                <a16:creationId xmlns:a16="http://schemas.microsoft.com/office/drawing/2014/main" id="{A9E4E46B-8E80-22D6-A4AA-962991575ACA}"/>
              </a:ext>
            </a:extLst>
          </p:cNvPr>
          <p:cNvSpPr>
            <a:spLocks noGrp="1"/>
          </p:cNvSpPr>
          <p:nvPr>
            <p:ph type="title" hasCustomPrompt="1"/>
          </p:nvPr>
        </p:nvSpPr>
        <p:spPr>
          <a:xfrm>
            <a:off x="428625" y="530715"/>
            <a:ext cx="6309360" cy="1554480"/>
          </a:xfrm>
        </p:spPr>
        <p:txBody>
          <a:bodyPr anchor="b"/>
          <a:lstStyle>
            <a:lvl1pPr>
              <a:spcAft>
                <a:spcPts val="300"/>
              </a:spcAft>
              <a:defRPr lang="en-US" sz="4400" kern="1200" dirty="0">
                <a:solidFill>
                  <a:schemeClr val="bg1"/>
                </a:solidFill>
                <a:latin typeface="+mj-lt"/>
                <a:ea typeface="+mn-ea"/>
                <a:cs typeface="+mn-cs"/>
              </a:defRPr>
            </a:lvl1pPr>
          </a:lstStyle>
          <a:p>
            <a:r>
              <a:rPr lang="en-US"/>
              <a:t>Presentation title</a:t>
            </a:r>
          </a:p>
        </p:txBody>
      </p:sp>
      <p:sp>
        <p:nvSpPr>
          <p:cNvPr id="11" name="Text Placeholder 8">
            <a:extLst>
              <a:ext uri="{FF2B5EF4-FFF2-40B4-BE49-F238E27FC236}">
                <a16:creationId xmlns:a16="http://schemas.microsoft.com/office/drawing/2014/main" id="{B4B312D9-45D5-76C3-38DD-AA18B93BFBDB}"/>
              </a:ext>
            </a:extLst>
          </p:cNvPr>
          <p:cNvSpPr>
            <a:spLocks noGrp="1"/>
          </p:cNvSpPr>
          <p:nvPr>
            <p:ph type="body" sz="quarter" idx="13" hasCustomPrompt="1"/>
          </p:nvPr>
        </p:nvSpPr>
        <p:spPr>
          <a:xfrm>
            <a:off x="428625" y="2082422"/>
            <a:ext cx="6309360" cy="1216152"/>
          </a:xfrm>
        </p:spPr>
        <p:txBody>
          <a:bodyPr/>
          <a:lstStyle>
            <a:lvl1pPr marL="0" indent="0">
              <a:buNone/>
              <a:defRPr sz="3200">
                <a:solidFill>
                  <a:schemeClr val="accent2"/>
                </a:solidFill>
                <a:latin typeface="+mj-lt"/>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a:t>Subtitle</a:t>
            </a:r>
          </a:p>
        </p:txBody>
      </p:sp>
      <p:sp>
        <p:nvSpPr>
          <p:cNvPr id="12" name="Text Placeholder 9">
            <a:extLst>
              <a:ext uri="{FF2B5EF4-FFF2-40B4-BE49-F238E27FC236}">
                <a16:creationId xmlns:a16="http://schemas.microsoft.com/office/drawing/2014/main" id="{7D2D5D63-E8BA-926E-F60F-3C489D1CF733}"/>
              </a:ext>
            </a:extLst>
          </p:cNvPr>
          <p:cNvSpPr>
            <a:spLocks noGrp="1"/>
          </p:cNvSpPr>
          <p:nvPr>
            <p:ph type="body" sz="quarter" idx="15" hasCustomPrompt="1"/>
          </p:nvPr>
        </p:nvSpPr>
        <p:spPr>
          <a:xfrm>
            <a:off x="428624" y="4246164"/>
            <a:ext cx="3657600" cy="969264"/>
          </a:xfrm>
        </p:spPr>
        <p:txBody>
          <a:bodyPr/>
          <a:lstStyle>
            <a:lvl1pPr marL="0" indent="0">
              <a:buNone/>
              <a:defRPr lang="en-US" sz="1800" kern="1200" dirty="0">
                <a:solidFill>
                  <a:schemeClr val="bg1"/>
                </a:solidFill>
                <a:latin typeface="+mn-lt"/>
                <a:ea typeface="+mn-ea"/>
                <a:cs typeface="+mn-cs"/>
              </a:defRPr>
            </a:lvl1pPr>
          </a:lstStyle>
          <a:p>
            <a:pPr lvl="0"/>
            <a:r>
              <a:rPr lang="en-US"/>
              <a:t>Date</a:t>
            </a:r>
          </a:p>
        </p:txBody>
      </p:sp>
      <p:sp>
        <p:nvSpPr>
          <p:cNvPr id="2" name="Graphique 10" descr="Atos logo">
            <a:extLst>
              <a:ext uri="{FF2B5EF4-FFF2-40B4-BE49-F238E27FC236}">
                <a16:creationId xmlns:a16="http://schemas.microsoft.com/office/drawing/2014/main" id="{28D1A850-172D-1833-F449-2239E8CE4E8C}"/>
              </a:ext>
            </a:extLst>
          </p:cNvPr>
          <p:cNvSpPr>
            <a:spLocks noChangeAspect="1"/>
          </p:cNvSpPr>
          <p:nvPr userDrawn="1"/>
        </p:nvSpPr>
        <p:spPr>
          <a:xfrm>
            <a:off x="428625" y="5921362"/>
            <a:ext cx="1920640" cy="587312"/>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a:p>
        </p:txBody>
      </p:sp>
      <p:grpSp>
        <p:nvGrpSpPr>
          <p:cNvPr id="3" name="Group 2">
            <a:extLst>
              <a:ext uri="{FF2B5EF4-FFF2-40B4-BE49-F238E27FC236}">
                <a16:creationId xmlns:a16="http://schemas.microsoft.com/office/drawing/2014/main" id="{A95BEA18-5873-2F2D-099A-0F8993B476AF}"/>
              </a:ext>
              <a:ext uri="{C183D7F6-B498-43B3-948B-1728B52AA6E4}">
                <adec:decorative xmlns:adec="http://schemas.microsoft.com/office/drawing/2017/decorative" val="1"/>
              </a:ext>
            </a:extLst>
          </p:cNvPr>
          <p:cNvGrpSpPr/>
          <p:nvPr userDrawn="1"/>
        </p:nvGrpSpPr>
        <p:grpSpPr>
          <a:xfrm>
            <a:off x="1429878" y="-1"/>
            <a:ext cx="10762122" cy="6858001"/>
            <a:chOff x="1429878" y="-1"/>
            <a:chExt cx="10762122" cy="6858001"/>
          </a:xfrm>
          <a:solidFill>
            <a:schemeClr val="accent1"/>
          </a:solidFill>
        </p:grpSpPr>
        <p:pic>
          <p:nvPicPr>
            <p:cNvPr id="5" name="Graphic 4">
              <a:extLst>
                <a:ext uri="{FF2B5EF4-FFF2-40B4-BE49-F238E27FC236}">
                  <a16:creationId xmlns:a16="http://schemas.microsoft.com/office/drawing/2014/main" id="{83F9C7F6-7AEB-DFCB-AA3D-3908113EC2B1}"/>
                </a:ext>
                <a:ext uri="{C183D7F6-B498-43B3-948B-1728B52AA6E4}">
                  <adec:decorative xmlns:adec="http://schemas.microsoft.com/office/drawing/2017/decorative" val="1"/>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41483"/>
            <a:stretch/>
          </p:blipFill>
          <p:spPr>
            <a:xfrm rot="5400000" flipH="1">
              <a:off x="2569433" y="2503424"/>
              <a:ext cx="3215021" cy="5494132"/>
            </a:xfrm>
            <a:prstGeom prst="rect">
              <a:avLst/>
            </a:prstGeom>
          </p:spPr>
        </p:pic>
        <p:pic>
          <p:nvPicPr>
            <p:cNvPr id="6" name="Graphic 5">
              <a:extLst>
                <a:ext uri="{FF2B5EF4-FFF2-40B4-BE49-F238E27FC236}">
                  <a16:creationId xmlns:a16="http://schemas.microsoft.com/office/drawing/2014/main" id="{4DBC1F6A-CBFC-57D7-EEE3-FFE55CF2EA41}"/>
                </a:ext>
                <a:ext uri="{C183D7F6-B498-43B3-948B-1728B52AA6E4}">
                  <adec:decorative xmlns:adec="http://schemas.microsoft.com/office/drawing/2017/decorative" val="1"/>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t="33693" r="4116"/>
            <a:stretch/>
          </p:blipFill>
          <p:spPr>
            <a:xfrm>
              <a:off x="6924010" y="-1"/>
              <a:ext cx="5267990" cy="3642979"/>
            </a:xfrm>
            <a:prstGeom prst="rect">
              <a:avLst/>
            </a:prstGeom>
          </p:spPr>
        </p:pic>
      </p:grpSp>
      <p:sp>
        <p:nvSpPr>
          <p:cNvPr id="7" name="Picture Placeholder 25">
            <a:extLst>
              <a:ext uri="{FF2B5EF4-FFF2-40B4-BE49-F238E27FC236}">
                <a16:creationId xmlns:a16="http://schemas.microsoft.com/office/drawing/2014/main" id="{B0AEBF90-44A2-17C9-9F37-029E39B9B5A3}"/>
              </a:ext>
              <a:ext uri="{C183D7F6-B498-43B3-948B-1728B52AA6E4}">
                <adec:decorative xmlns:adec="http://schemas.microsoft.com/office/drawing/2017/decorative" val="1"/>
              </a:ext>
            </a:extLst>
          </p:cNvPr>
          <p:cNvSpPr>
            <a:spLocks noGrp="1"/>
          </p:cNvSpPr>
          <p:nvPr>
            <p:ph type="pic" sz="quarter" idx="14"/>
          </p:nvPr>
        </p:nvSpPr>
        <p:spPr>
          <a:xfrm>
            <a:off x="5867676" y="373625"/>
            <a:ext cx="6324324" cy="6484375"/>
          </a:xfrm>
          <a:custGeom>
            <a:avLst/>
            <a:gdLst>
              <a:gd name="connsiteX0" fmla="*/ 6324324 w 6324324"/>
              <a:gd name="connsiteY0" fmla="*/ 0 h 6484375"/>
              <a:gd name="connsiteX1" fmla="*/ 6324324 w 6324324"/>
              <a:gd name="connsiteY1" fmla="*/ 6484375 h 6484375"/>
              <a:gd name="connsiteX2" fmla="*/ 0 w 6324324"/>
              <a:gd name="connsiteY2" fmla="*/ 6484375 h 6484375"/>
              <a:gd name="connsiteX3" fmla="*/ 55368 w 6324324"/>
              <a:gd name="connsiteY3" fmla="*/ 6410225 h 6484375"/>
              <a:gd name="connsiteX4" fmla="*/ 171923 w 6324324"/>
              <a:gd name="connsiteY4" fmla="*/ 6234659 h 6484375"/>
              <a:gd name="connsiteX5" fmla="*/ 1046379 w 6324324"/>
              <a:gd name="connsiteY5" fmla="*/ 3447498 h 6484375"/>
              <a:gd name="connsiteX6" fmla="*/ 1048064 w 6324324"/>
              <a:gd name="connsiteY6" fmla="*/ 3264591 h 6484375"/>
              <a:gd name="connsiteX7" fmla="*/ 3271547 w 6324324"/>
              <a:gd name="connsiteY7" fmla="*/ 3264591 h 6484375"/>
              <a:gd name="connsiteX8" fmla="*/ 3284487 w 6324324"/>
              <a:gd name="connsiteY8" fmla="*/ 2981459 h 6484375"/>
              <a:gd name="connsiteX9" fmla="*/ 6241731 w 6324324"/>
              <a:gd name="connsiteY9" fmla="*/ 4172 h 6484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324324" h="6484375">
                <a:moveTo>
                  <a:pt x="6324324" y="0"/>
                </a:moveTo>
                <a:lnTo>
                  <a:pt x="6324324" y="6484375"/>
                </a:lnTo>
                <a:lnTo>
                  <a:pt x="0" y="6484375"/>
                </a:lnTo>
                <a:lnTo>
                  <a:pt x="55368" y="6410225"/>
                </a:lnTo>
                <a:cubicBezTo>
                  <a:pt x="108275" y="6337639"/>
                  <a:pt x="148130" y="6277443"/>
                  <a:pt x="171923" y="6234659"/>
                </a:cubicBezTo>
                <a:cubicBezTo>
                  <a:pt x="601983" y="5598076"/>
                  <a:pt x="1010368" y="4596081"/>
                  <a:pt x="1046379" y="3447498"/>
                </a:cubicBezTo>
                <a:lnTo>
                  <a:pt x="1048064" y="3264591"/>
                </a:lnTo>
                <a:lnTo>
                  <a:pt x="3271547" y="3264591"/>
                </a:lnTo>
                <a:lnTo>
                  <a:pt x="3284487" y="2981459"/>
                </a:lnTo>
                <a:cubicBezTo>
                  <a:pt x="3428649" y="1414606"/>
                  <a:pt x="4632239" y="178060"/>
                  <a:pt x="6241731" y="4172"/>
                </a:cubicBezTo>
                <a:close/>
              </a:path>
            </a:pathLst>
          </a:custGeom>
        </p:spPr>
        <p:txBody>
          <a:bodyPr wrap="square" tIns="1005840" anchor="ctr">
            <a:noAutofit/>
          </a:bodyPr>
          <a:lstStyle>
            <a:lvl1pPr marL="0" indent="0" algn="ctr">
              <a:buNone/>
              <a:defRPr>
                <a:solidFill>
                  <a:schemeClr val="bg1"/>
                </a:solidFill>
              </a:defRPr>
            </a:lvl1pPr>
          </a:lstStyle>
          <a:p>
            <a:r>
              <a:rPr lang="fr-FR"/>
              <a:t>Cliquez sur l'icône pour ajouter une image</a:t>
            </a:r>
            <a:endParaRPr lang="en-US"/>
          </a:p>
        </p:txBody>
      </p:sp>
    </p:spTree>
    <p:extLst>
      <p:ext uri="{BB962C8B-B14F-4D97-AF65-F5344CB8AC3E}">
        <p14:creationId xmlns:p14="http://schemas.microsoft.com/office/powerpoint/2010/main" val="233481111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Cover 15">
    <p:bg>
      <p:bgPr>
        <a:solidFill>
          <a:schemeClr val="accent1"/>
        </a:solidFill>
        <a:effectLst/>
      </p:bgPr>
    </p:bg>
    <p:spTree>
      <p:nvGrpSpPr>
        <p:cNvPr id="1" name=""/>
        <p:cNvGrpSpPr/>
        <p:nvPr/>
      </p:nvGrpSpPr>
      <p:grpSpPr>
        <a:xfrm>
          <a:off x="0" y="0"/>
          <a:ext cx="0" cy="0"/>
          <a:chOff x="0" y="0"/>
          <a:chExt cx="0" cy="0"/>
        </a:xfrm>
      </p:grpSpPr>
      <p:sp>
        <p:nvSpPr>
          <p:cNvPr id="10" name="Title 4">
            <a:extLst>
              <a:ext uri="{FF2B5EF4-FFF2-40B4-BE49-F238E27FC236}">
                <a16:creationId xmlns:a16="http://schemas.microsoft.com/office/drawing/2014/main" id="{A9E4E46B-8E80-22D6-A4AA-962991575ACA}"/>
              </a:ext>
            </a:extLst>
          </p:cNvPr>
          <p:cNvSpPr>
            <a:spLocks noGrp="1"/>
          </p:cNvSpPr>
          <p:nvPr>
            <p:ph type="title" hasCustomPrompt="1"/>
          </p:nvPr>
        </p:nvSpPr>
        <p:spPr>
          <a:xfrm>
            <a:off x="4285691" y="2947849"/>
            <a:ext cx="5943600" cy="1828800"/>
          </a:xfrm>
        </p:spPr>
        <p:txBody>
          <a:bodyPr anchor="t"/>
          <a:lstStyle>
            <a:lvl1pPr>
              <a:spcAft>
                <a:spcPts val="300"/>
              </a:spcAft>
              <a:defRPr lang="en-US" sz="4000" kern="1200" dirty="0">
                <a:solidFill>
                  <a:schemeClr val="bg1"/>
                </a:solidFill>
                <a:latin typeface="+mj-lt"/>
                <a:ea typeface="+mn-ea"/>
                <a:cs typeface="+mn-cs"/>
              </a:defRPr>
            </a:lvl1pPr>
          </a:lstStyle>
          <a:p>
            <a:r>
              <a:rPr lang="en-US"/>
              <a:t>Presentation title</a:t>
            </a:r>
          </a:p>
        </p:txBody>
      </p:sp>
      <p:sp>
        <p:nvSpPr>
          <p:cNvPr id="11" name="Text Placeholder 8">
            <a:extLst>
              <a:ext uri="{FF2B5EF4-FFF2-40B4-BE49-F238E27FC236}">
                <a16:creationId xmlns:a16="http://schemas.microsoft.com/office/drawing/2014/main" id="{B4B312D9-45D5-76C3-38DD-AA18B93BFBDB}"/>
              </a:ext>
            </a:extLst>
          </p:cNvPr>
          <p:cNvSpPr>
            <a:spLocks noGrp="1"/>
          </p:cNvSpPr>
          <p:nvPr>
            <p:ph type="body" sz="quarter" idx="13" hasCustomPrompt="1"/>
          </p:nvPr>
        </p:nvSpPr>
        <p:spPr>
          <a:xfrm>
            <a:off x="4285691" y="3575705"/>
            <a:ext cx="5943600" cy="1216152"/>
          </a:xfrm>
        </p:spPr>
        <p:txBody>
          <a:bodyPr/>
          <a:lstStyle>
            <a:lvl1pPr marL="0" indent="0">
              <a:buNone/>
              <a:defRPr sz="2800">
                <a:solidFill>
                  <a:schemeClr val="accent3"/>
                </a:solidFill>
                <a:latin typeface="+mj-lt"/>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a:t>Subtitle</a:t>
            </a:r>
          </a:p>
        </p:txBody>
      </p:sp>
      <p:sp>
        <p:nvSpPr>
          <p:cNvPr id="12" name="Text Placeholder 9">
            <a:extLst>
              <a:ext uri="{FF2B5EF4-FFF2-40B4-BE49-F238E27FC236}">
                <a16:creationId xmlns:a16="http://schemas.microsoft.com/office/drawing/2014/main" id="{7D2D5D63-E8BA-926E-F60F-3C489D1CF733}"/>
              </a:ext>
            </a:extLst>
          </p:cNvPr>
          <p:cNvSpPr>
            <a:spLocks noGrp="1"/>
          </p:cNvSpPr>
          <p:nvPr>
            <p:ph type="body" sz="quarter" idx="15" hasCustomPrompt="1"/>
          </p:nvPr>
        </p:nvSpPr>
        <p:spPr>
          <a:xfrm>
            <a:off x="4285691" y="5436870"/>
            <a:ext cx="3657600" cy="640080"/>
          </a:xfrm>
        </p:spPr>
        <p:txBody>
          <a:bodyPr/>
          <a:lstStyle>
            <a:lvl1pPr marL="0" indent="0">
              <a:buNone/>
              <a:defRPr lang="en-US" sz="1600" kern="1200" dirty="0">
                <a:solidFill>
                  <a:schemeClr val="bg1"/>
                </a:solidFill>
                <a:latin typeface="+mn-lt"/>
                <a:ea typeface="+mn-ea"/>
                <a:cs typeface="+mn-cs"/>
              </a:defRPr>
            </a:lvl1pPr>
          </a:lstStyle>
          <a:p>
            <a:pPr lvl="0"/>
            <a:r>
              <a:rPr lang="en-US"/>
              <a:t>Date</a:t>
            </a:r>
          </a:p>
        </p:txBody>
      </p:sp>
      <p:sp>
        <p:nvSpPr>
          <p:cNvPr id="4" name="Graphique 10" descr="Atos logo">
            <a:extLst>
              <a:ext uri="{FF2B5EF4-FFF2-40B4-BE49-F238E27FC236}">
                <a16:creationId xmlns:a16="http://schemas.microsoft.com/office/drawing/2014/main" id="{B2F86BD3-975F-7B9B-3F16-C73D41F3FDF3}"/>
              </a:ext>
              <a:ext uri="{C183D7F6-B498-43B3-948B-1728B52AA6E4}">
                <adec:decorative xmlns:adec="http://schemas.microsoft.com/office/drawing/2017/decorative" val="0"/>
              </a:ext>
            </a:extLst>
          </p:cNvPr>
          <p:cNvSpPr>
            <a:spLocks noChangeAspect="1"/>
          </p:cNvSpPr>
          <p:nvPr userDrawn="1"/>
        </p:nvSpPr>
        <p:spPr>
          <a:xfrm>
            <a:off x="9848292" y="5921362"/>
            <a:ext cx="1920640" cy="587312"/>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a:p>
        </p:txBody>
      </p:sp>
      <p:sp>
        <p:nvSpPr>
          <p:cNvPr id="5" name="Picture Placeholder 8">
            <a:extLst>
              <a:ext uri="{FF2B5EF4-FFF2-40B4-BE49-F238E27FC236}">
                <a16:creationId xmlns:a16="http://schemas.microsoft.com/office/drawing/2014/main" id="{941236DB-B170-8491-B99C-03BF4E85C044}"/>
              </a:ext>
              <a:ext uri="{C183D7F6-B498-43B3-948B-1728B52AA6E4}">
                <adec:decorative xmlns:adec="http://schemas.microsoft.com/office/drawing/2017/decorative" val="1"/>
              </a:ext>
            </a:extLst>
          </p:cNvPr>
          <p:cNvSpPr>
            <a:spLocks noGrp="1"/>
          </p:cNvSpPr>
          <p:nvPr>
            <p:ph type="pic" sz="quarter" idx="14" hasCustomPrompt="1"/>
          </p:nvPr>
        </p:nvSpPr>
        <p:spPr>
          <a:xfrm>
            <a:off x="0" y="-2"/>
            <a:ext cx="12192000" cy="2743200"/>
          </a:xfrm>
        </p:spPr>
        <p:txBody>
          <a:bodyPr tIns="1097280" anchor="ctr"/>
          <a:lstStyle>
            <a:lvl1pPr marL="0" indent="0" algn="ctr">
              <a:spcAft>
                <a:spcPts val="0"/>
              </a:spcAft>
              <a:buNone/>
              <a:defRPr>
                <a:solidFill>
                  <a:schemeClr val="bg1"/>
                </a:solidFill>
              </a:defRPr>
            </a:lvl1pPr>
          </a:lstStyle>
          <a:p>
            <a:r>
              <a:rPr lang="en-US"/>
              <a:t>Click icon to add picture</a:t>
            </a:r>
            <a:br>
              <a:rPr lang="en-US"/>
            </a:br>
            <a:r>
              <a:rPr lang="en-US"/>
              <a:t>[Reading order of this slide is failing currently as you need to either label your image decorative]</a:t>
            </a:r>
          </a:p>
        </p:txBody>
      </p:sp>
      <p:pic>
        <p:nvPicPr>
          <p:cNvPr id="3" name="Graphic 2">
            <a:extLst>
              <a:ext uri="{FF2B5EF4-FFF2-40B4-BE49-F238E27FC236}">
                <a16:creationId xmlns:a16="http://schemas.microsoft.com/office/drawing/2014/main" id="{1F6EA72B-3403-D957-E827-770765E290DF}"/>
              </a:ext>
              <a:ext uri="{C183D7F6-B498-43B3-948B-1728B52AA6E4}">
                <adec:decorative xmlns:adec="http://schemas.microsoft.com/office/drawing/2017/decorative" val="1"/>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31884" b="33790"/>
          <a:stretch/>
        </p:blipFill>
        <p:spPr>
          <a:xfrm>
            <a:off x="0" y="2941637"/>
            <a:ext cx="4029075" cy="3916363"/>
          </a:xfrm>
          <a:prstGeom prst="rect">
            <a:avLst/>
          </a:prstGeom>
        </p:spPr>
      </p:pic>
    </p:spTree>
    <p:extLst>
      <p:ext uri="{BB962C8B-B14F-4D97-AF65-F5344CB8AC3E}">
        <p14:creationId xmlns:p14="http://schemas.microsoft.com/office/powerpoint/2010/main" val="202349628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Cover 16">
    <p:bg>
      <p:bgPr>
        <a:solidFill>
          <a:schemeClr val="accent3"/>
        </a:solidFill>
        <a:effectLst/>
      </p:bgPr>
    </p:bg>
    <p:spTree>
      <p:nvGrpSpPr>
        <p:cNvPr id="1" name=""/>
        <p:cNvGrpSpPr/>
        <p:nvPr/>
      </p:nvGrpSpPr>
      <p:grpSpPr>
        <a:xfrm>
          <a:off x="0" y="0"/>
          <a:ext cx="0" cy="0"/>
          <a:chOff x="0" y="0"/>
          <a:chExt cx="0" cy="0"/>
        </a:xfrm>
      </p:grpSpPr>
      <p:sp>
        <p:nvSpPr>
          <p:cNvPr id="10" name="Title 4">
            <a:extLst>
              <a:ext uri="{FF2B5EF4-FFF2-40B4-BE49-F238E27FC236}">
                <a16:creationId xmlns:a16="http://schemas.microsoft.com/office/drawing/2014/main" id="{A9E4E46B-8E80-22D6-A4AA-962991575ACA}"/>
              </a:ext>
            </a:extLst>
          </p:cNvPr>
          <p:cNvSpPr>
            <a:spLocks noGrp="1"/>
          </p:cNvSpPr>
          <p:nvPr>
            <p:ph type="title" hasCustomPrompt="1"/>
          </p:nvPr>
        </p:nvSpPr>
        <p:spPr>
          <a:xfrm>
            <a:off x="4285691" y="2947849"/>
            <a:ext cx="5943600" cy="1828800"/>
          </a:xfrm>
        </p:spPr>
        <p:txBody>
          <a:bodyPr anchor="t"/>
          <a:lstStyle>
            <a:lvl1pPr>
              <a:spcAft>
                <a:spcPts val="300"/>
              </a:spcAft>
              <a:defRPr lang="en-US" sz="4000" kern="1200" dirty="0">
                <a:solidFill>
                  <a:schemeClr val="bg1"/>
                </a:solidFill>
                <a:latin typeface="+mj-lt"/>
                <a:ea typeface="+mn-ea"/>
                <a:cs typeface="+mn-cs"/>
              </a:defRPr>
            </a:lvl1pPr>
          </a:lstStyle>
          <a:p>
            <a:r>
              <a:rPr lang="en-US"/>
              <a:t>Presentation title</a:t>
            </a:r>
          </a:p>
        </p:txBody>
      </p:sp>
      <p:sp>
        <p:nvSpPr>
          <p:cNvPr id="11" name="Text Placeholder 8">
            <a:extLst>
              <a:ext uri="{FF2B5EF4-FFF2-40B4-BE49-F238E27FC236}">
                <a16:creationId xmlns:a16="http://schemas.microsoft.com/office/drawing/2014/main" id="{B4B312D9-45D5-76C3-38DD-AA18B93BFBDB}"/>
              </a:ext>
            </a:extLst>
          </p:cNvPr>
          <p:cNvSpPr>
            <a:spLocks noGrp="1"/>
          </p:cNvSpPr>
          <p:nvPr>
            <p:ph type="body" sz="quarter" idx="13" hasCustomPrompt="1"/>
          </p:nvPr>
        </p:nvSpPr>
        <p:spPr>
          <a:xfrm>
            <a:off x="4285691" y="3575705"/>
            <a:ext cx="5943600" cy="1216152"/>
          </a:xfrm>
        </p:spPr>
        <p:txBody>
          <a:bodyPr/>
          <a:lstStyle>
            <a:lvl1pPr marL="0" indent="0">
              <a:buNone/>
              <a:defRPr sz="2800">
                <a:solidFill>
                  <a:schemeClr val="accent2"/>
                </a:solidFill>
                <a:latin typeface="+mj-lt"/>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a:t>Subtitle</a:t>
            </a:r>
          </a:p>
        </p:txBody>
      </p:sp>
      <p:sp>
        <p:nvSpPr>
          <p:cNvPr id="12" name="Text Placeholder 9">
            <a:extLst>
              <a:ext uri="{FF2B5EF4-FFF2-40B4-BE49-F238E27FC236}">
                <a16:creationId xmlns:a16="http://schemas.microsoft.com/office/drawing/2014/main" id="{7D2D5D63-E8BA-926E-F60F-3C489D1CF733}"/>
              </a:ext>
            </a:extLst>
          </p:cNvPr>
          <p:cNvSpPr>
            <a:spLocks noGrp="1"/>
          </p:cNvSpPr>
          <p:nvPr>
            <p:ph type="body" sz="quarter" idx="15" hasCustomPrompt="1"/>
          </p:nvPr>
        </p:nvSpPr>
        <p:spPr>
          <a:xfrm>
            <a:off x="4285691" y="5436870"/>
            <a:ext cx="3657600" cy="640080"/>
          </a:xfrm>
        </p:spPr>
        <p:txBody>
          <a:bodyPr/>
          <a:lstStyle>
            <a:lvl1pPr marL="0" indent="0">
              <a:buNone/>
              <a:defRPr lang="en-US" sz="1600" kern="1200" dirty="0">
                <a:solidFill>
                  <a:schemeClr val="bg1"/>
                </a:solidFill>
                <a:latin typeface="+mn-lt"/>
                <a:ea typeface="+mn-ea"/>
                <a:cs typeface="+mn-cs"/>
              </a:defRPr>
            </a:lvl1pPr>
          </a:lstStyle>
          <a:p>
            <a:pPr lvl="0"/>
            <a:r>
              <a:rPr lang="en-US"/>
              <a:t>Date</a:t>
            </a:r>
          </a:p>
        </p:txBody>
      </p:sp>
      <p:sp>
        <p:nvSpPr>
          <p:cNvPr id="4" name="Graphique 10" descr="Atos logo">
            <a:extLst>
              <a:ext uri="{FF2B5EF4-FFF2-40B4-BE49-F238E27FC236}">
                <a16:creationId xmlns:a16="http://schemas.microsoft.com/office/drawing/2014/main" id="{B2F86BD3-975F-7B9B-3F16-C73D41F3FDF3}"/>
              </a:ext>
              <a:ext uri="{C183D7F6-B498-43B3-948B-1728B52AA6E4}">
                <adec:decorative xmlns:adec="http://schemas.microsoft.com/office/drawing/2017/decorative" val="0"/>
              </a:ext>
            </a:extLst>
          </p:cNvPr>
          <p:cNvSpPr>
            <a:spLocks noChangeAspect="1"/>
          </p:cNvSpPr>
          <p:nvPr userDrawn="1"/>
        </p:nvSpPr>
        <p:spPr>
          <a:xfrm>
            <a:off x="9848292" y="5921362"/>
            <a:ext cx="1920640" cy="587312"/>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a:p>
        </p:txBody>
      </p:sp>
      <p:sp>
        <p:nvSpPr>
          <p:cNvPr id="5" name="Picture Placeholder 8">
            <a:extLst>
              <a:ext uri="{FF2B5EF4-FFF2-40B4-BE49-F238E27FC236}">
                <a16:creationId xmlns:a16="http://schemas.microsoft.com/office/drawing/2014/main" id="{941236DB-B170-8491-B99C-03BF4E85C044}"/>
              </a:ext>
              <a:ext uri="{C183D7F6-B498-43B3-948B-1728B52AA6E4}">
                <adec:decorative xmlns:adec="http://schemas.microsoft.com/office/drawing/2017/decorative" val="1"/>
              </a:ext>
            </a:extLst>
          </p:cNvPr>
          <p:cNvSpPr>
            <a:spLocks noGrp="1"/>
          </p:cNvSpPr>
          <p:nvPr>
            <p:ph type="pic" sz="quarter" idx="14" hasCustomPrompt="1"/>
          </p:nvPr>
        </p:nvSpPr>
        <p:spPr>
          <a:xfrm>
            <a:off x="0" y="-2"/>
            <a:ext cx="12192000" cy="2743200"/>
          </a:xfrm>
        </p:spPr>
        <p:txBody>
          <a:bodyPr tIns="1097280" anchor="ctr"/>
          <a:lstStyle>
            <a:lvl1pPr marL="0" indent="0" algn="ctr">
              <a:spcAft>
                <a:spcPts val="0"/>
              </a:spcAft>
              <a:buNone/>
              <a:defRPr>
                <a:solidFill>
                  <a:schemeClr val="bg1"/>
                </a:solidFill>
              </a:defRPr>
            </a:lvl1pPr>
          </a:lstStyle>
          <a:p>
            <a:r>
              <a:rPr lang="en-US"/>
              <a:t>Click icon to add picture</a:t>
            </a:r>
            <a:br>
              <a:rPr lang="en-US"/>
            </a:br>
            <a:r>
              <a:rPr lang="en-US"/>
              <a:t>[Reading order of this slide is failing currently as you need to either label your image decorative]</a:t>
            </a:r>
          </a:p>
        </p:txBody>
      </p:sp>
      <p:pic>
        <p:nvPicPr>
          <p:cNvPr id="3" name="Graphic 2">
            <a:extLst>
              <a:ext uri="{FF2B5EF4-FFF2-40B4-BE49-F238E27FC236}">
                <a16:creationId xmlns:a16="http://schemas.microsoft.com/office/drawing/2014/main" id="{1F6EA72B-3403-D957-E827-770765E290DF}"/>
              </a:ext>
              <a:ext uri="{C183D7F6-B498-43B3-948B-1728B52AA6E4}">
                <adec:decorative xmlns:adec="http://schemas.microsoft.com/office/drawing/2017/decorative" val="1"/>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31884" b="33790"/>
          <a:stretch/>
        </p:blipFill>
        <p:spPr>
          <a:xfrm>
            <a:off x="0" y="2941637"/>
            <a:ext cx="4029075" cy="3916363"/>
          </a:xfrm>
          <a:prstGeom prst="rect">
            <a:avLst/>
          </a:prstGeom>
        </p:spPr>
      </p:pic>
    </p:spTree>
    <p:extLst>
      <p:ext uri="{BB962C8B-B14F-4D97-AF65-F5344CB8AC3E}">
        <p14:creationId xmlns:p14="http://schemas.microsoft.com/office/powerpoint/2010/main" val="59250238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Cover 17">
    <p:spTree>
      <p:nvGrpSpPr>
        <p:cNvPr id="1" name=""/>
        <p:cNvGrpSpPr/>
        <p:nvPr/>
      </p:nvGrpSpPr>
      <p:grpSpPr>
        <a:xfrm>
          <a:off x="0" y="0"/>
          <a:ext cx="0" cy="0"/>
          <a:chOff x="0" y="0"/>
          <a:chExt cx="0" cy="0"/>
        </a:xfrm>
      </p:grpSpPr>
      <p:sp>
        <p:nvSpPr>
          <p:cNvPr id="2" name="Picture Placeholder 6">
            <a:extLst>
              <a:ext uri="{FF2B5EF4-FFF2-40B4-BE49-F238E27FC236}">
                <a16:creationId xmlns:a16="http://schemas.microsoft.com/office/drawing/2014/main" id="{F85C8B13-CEF6-A9A2-8672-5F2B8560B681}"/>
              </a:ext>
              <a:ext uri="{C183D7F6-B498-43B3-948B-1728B52AA6E4}">
                <adec:decorative xmlns:adec="http://schemas.microsoft.com/office/drawing/2017/decorative" val="1"/>
              </a:ext>
            </a:extLst>
          </p:cNvPr>
          <p:cNvSpPr>
            <a:spLocks noGrp="1"/>
          </p:cNvSpPr>
          <p:nvPr>
            <p:ph type="pic" sz="quarter" idx="11" hasCustomPrompt="1"/>
          </p:nvPr>
        </p:nvSpPr>
        <p:spPr>
          <a:xfrm>
            <a:off x="0" y="0"/>
            <a:ext cx="12192000" cy="6858000"/>
          </a:xfrm>
        </p:spPr>
        <p:txBody>
          <a:bodyPr lIns="0" tIns="1463040" rIns="5029200" bIns="0" anchor="ctr"/>
          <a:lstStyle>
            <a:lvl1pPr marL="0" indent="0" algn="r">
              <a:spcAft>
                <a:spcPts val="0"/>
              </a:spcAft>
              <a:buNone/>
              <a:defRPr>
                <a:solidFill>
                  <a:schemeClr val="accent3"/>
                </a:solidFill>
              </a:defRPr>
            </a:lvl1pPr>
          </a:lstStyle>
          <a:p>
            <a:r>
              <a:rPr lang="en-US"/>
              <a:t>Click icon to add picture</a:t>
            </a:r>
            <a:br>
              <a:rPr lang="en-US"/>
            </a:br>
            <a:r>
              <a:rPr lang="en-US"/>
              <a:t>[Reading order of this slide is failing currently as</a:t>
            </a:r>
            <a:br>
              <a:rPr lang="en-US"/>
            </a:br>
            <a:r>
              <a:rPr lang="en-US"/>
              <a:t>you need to either label your image decorative]</a:t>
            </a:r>
          </a:p>
        </p:txBody>
      </p:sp>
      <p:sp>
        <p:nvSpPr>
          <p:cNvPr id="10" name="Title 4">
            <a:extLst>
              <a:ext uri="{FF2B5EF4-FFF2-40B4-BE49-F238E27FC236}">
                <a16:creationId xmlns:a16="http://schemas.microsoft.com/office/drawing/2014/main" id="{A9E4E46B-8E80-22D6-A4AA-962991575ACA}"/>
              </a:ext>
            </a:extLst>
          </p:cNvPr>
          <p:cNvSpPr>
            <a:spLocks noGrp="1"/>
          </p:cNvSpPr>
          <p:nvPr>
            <p:ph type="title" hasCustomPrompt="1"/>
          </p:nvPr>
        </p:nvSpPr>
        <p:spPr>
          <a:xfrm>
            <a:off x="428625" y="530715"/>
            <a:ext cx="6309360" cy="1554480"/>
          </a:xfrm>
        </p:spPr>
        <p:txBody>
          <a:bodyPr anchor="b"/>
          <a:lstStyle>
            <a:lvl1pPr>
              <a:spcAft>
                <a:spcPts val="300"/>
              </a:spcAft>
              <a:defRPr lang="en-US" sz="4400" kern="1200" dirty="0">
                <a:solidFill>
                  <a:schemeClr val="bg1"/>
                </a:solidFill>
                <a:latin typeface="+mj-lt"/>
                <a:ea typeface="+mn-ea"/>
                <a:cs typeface="+mn-cs"/>
              </a:defRPr>
            </a:lvl1pPr>
          </a:lstStyle>
          <a:p>
            <a:r>
              <a:rPr lang="en-US"/>
              <a:t>Presentation title</a:t>
            </a:r>
          </a:p>
        </p:txBody>
      </p:sp>
      <p:sp>
        <p:nvSpPr>
          <p:cNvPr id="11" name="Text Placeholder 8">
            <a:extLst>
              <a:ext uri="{FF2B5EF4-FFF2-40B4-BE49-F238E27FC236}">
                <a16:creationId xmlns:a16="http://schemas.microsoft.com/office/drawing/2014/main" id="{B4B312D9-45D5-76C3-38DD-AA18B93BFBDB}"/>
              </a:ext>
            </a:extLst>
          </p:cNvPr>
          <p:cNvSpPr>
            <a:spLocks noGrp="1"/>
          </p:cNvSpPr>
          <p:nvPr>
            <p:ph type="body" sz="quarter" idx="13" hasCustomPrompt="1"/>
          </p:nvPr>
        </p:nvSpPr>
        <p:spPr>
          <a:xfrm>
            <a:off x="428625" y="2082422"/>
            <a:ext cx="6309360" cy="1216152"/>
          </a:xfrm>
        </p:spPr>
        <p:txBody>
          <a:bodyPr/>
          <a:lstStyle>
            <a:lvl1pPr marL="0" indent="0">
              <a:buNone/>
              <a:defRPr sz="3200">
                <a:solidFill>
                  <a:schemeClr val="accent3"/>
                </a:solidFill>
                <a:latin typeface="+mj-lt"/>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a:t>Subtitle</a:t>
            </a:r>
          </a:p>
        </p:txBody>
      </p:sp>
      <p:sp>
        <p:nvSpPr>
          <p:cNvPr id="12" name="Text Placeholder 9">
            <a:extLst>
              <a:ext uri="{FF2B5EF4-FFF2-40B4-BE49-F238E27FC236}">
                <a16:creationId xmlns:a16="http://schemas.microsoft.com/office/drawing/2014/main" id="{7D2D5D63-E8BA-926E-F60F-3C489D1CF733}"/>
              </a:ext>
            </a:extLst>
          </p:cNvPr>
          <p:cNvSpPr>
            <a:spLocks noGrp="1"/>
          </p:cNvSpPr>
          <p:nvPr>
            <p:ph type="body" sz="quarter" idx="15" hasCustomPrompt="1"/>
          </p:nvPr>
        </p:nvSpPr>
        <p:spPr>
          <a:xfrm>
            <a:off x="428624" y="4246164"/>
            <a:ext cx="3657600" cy="969264"/>
          </a:xfrm>
        </p:spPr>
        <p:txBody>
          <a:bodyPr/>
          <a:lstStyle>
            <a:lvl1pPr marL="0" indent="0">
              <a:buNone/>
              <a:defRPr lang="en-US" sz="1800" kern="1200" dirty="0">
                <a:solidFill>
                  <a:schemeClr val="bg1"/>
                </a:solidFill>
                <a:latin typeface="+mn-lt"/>
                <a:ea typeface="+mn-ea"/>
                <a:cs typeface="+mn-cs"/>
              </a:defRPr>
            </a:lvl1pPr>
          </a:lstStyle>
          <a:p>
            <a:pPr lvl="0"/>
            <a:r>
              <a:rPr lang="en-US"/>
              <a:t>Date</a:t>
            </a:r>
          </a:p>
        </p:txBody>
      </p:sp>
      <p:sp>
        <p:nvSpPr>
          <p:cNvPr id="3" name="Graphique 10" descr="Atos logo">
            <a:extLst>
              <a:ext uri="{FF2B5EF4-FFF2-40B4-BE49-F238E27FC236}">
                <a16:creationId xmlns:a16="http://schemas.microsoft.com/office/drawing/2014/main" id="{5AA386F3-87E4-9129-B046-27EE5D3D1192}"/>
              </a:ext>
            </a:extLst>
          </p:cNvPr>
          <p:cNvSpPr>
            <a:spLocks noChangeAspect="1"/>
          </p:cNvSpPr>
          <p:nvPr userDrawn="1"/>
        </p:nvSpPr>
        <p:spPr>
          <a:xfrm>
            <a:off x="9848292" y="5921362"/>
            <a:ext cx="1920640" cy="587312"/>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a:p>
        </p:txBody>
      </p:sp>
      <p:sp>
        <p:nvSpPr>
          <p:cNvPr id="4" name="TextBox 3">
            <a:extLst>
              <a:ext uri="{FF2B5EF4-FFF2-40B4-BE49-F238E27FC236}">
                <a16:creationId xmlns:a16="http://schemas.microsoft.com/office/drawing/2014/main" id="{AA5044B6-EF8E-46E4-163D-6DE61E557D06}"/>
              </a:ext>
              <a:ext uri="{C183D7F6-B498-43B3-948B-1728B52AA6E4}">
                <adec:decorative xmlns:adec="http://schemas.microsoft.com/office/drawing/2017/decorative" val="0"/>
              </a:ext>
            </a:extLst>
          </p:cNvPr>
          <p:cNvSpPr txBox="1"/>
          <p:nvPr userDrawn="1"/>
        </p:nvSpPr>
        <p:spPr>
          <a:xfrm>
            <a:off x="12377339" y="4453708"/>
            <a:ext cx="2839801" cy="1384995"/>
          </a:xfrm>
          <a:prstGeom prst="rect">
            <a:avLst/>
          </a:prstGeom>
          <a:solidFill>
            <a:srgbClr val="FFFF00"/>
          </a:solidFill>
        </p:spPr>
        <p:txBody>
          <a:bodyPr wrap="square" rtlCol="0">
            <a:spAutoFit/>
          </a:bodyPr>
          <a:lstStyle/>
          <a:p>
            <a:pPr algn="l"/>
            <a:r>
              <a:rPr lang="en-US" sz="1400">
                <a:solidFill>
                  <a:schemeClr val="accent3"/>
                </a:solidFill>
              </a:rPr>
              <a:t>Please note, all texts in this slide should be clearly visible (for Accessibility compliance) in the full image that we use and also ensure the Atos logo to be visible in front of the image.</a:t>
            </a:r>
          </a:p>
        </p:txBody>
      </p:sp>
    </p:spTree>
    <p:extLst>
      <p:ext uri="{BB962C8B-B14F-4D97-AF65-F5344CB8AC3E}">
        <p14:creationId xmlns:p14="http://schemas.microsoft.com/office/powerpoint/2010/main" val="91804083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Agenda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defRPr sz="3600">
                <a:solidFill>
                  <a:schemeClr val="accent3"/>
                </a:solidFill>
              </a:defRPr>
            </a:lvl1pPr>
          </a:lstStyle>
          <a:p>
            <a:r>
              <a:rPr lang="en-US"/>
              <a:t>Contents</a:t>
            </a:r>
          </a:p>
        </p:txBody>
      </p:sp>
      <p:sp>
        <p:nvSpPr>
          <p:cNvPr id="15" name="Text Placeholder 6">
            <a:extLst>
              <a:ext uri="{FF2B5EF4-FFF2-40B4-BE49-F238E27FC236}">
                <a16:creationId xmlns:a16="http://schemas.microsoft.com/office/drawing/2014/main" id="{EB2A93CD-4E60-C2E9-EE37-CFC445B9D364}"/>
              </a:ext>
            </a:extLst>
          </p:cNvPr>
          <p:cNvSpPr>
            <a:spLocks noGrp="1"/>
          </p:cNvSpPr>
          <p:nvPr>
            <p:ph type="body" sz="quarter" idx="10" hasCustomPrompt="1"/>
          </p:nvPr>
        </p:nvSpPr>
        <p:spPr>
          <a:xfrm>
            <a:off x="2954745" y="1446366"/>
            <a:ext cx="8811804" cy="4630583"/>
          </a:xfrm>
        </p:spPr>
        <p:txBody>
          <a:bodyPr wrap="none">
            <a:noAutofit/>
          </a:bodyPr>
          <a:lstStyle>
            <a:lvl1pPr marL="457200" indent="-457200" algn="l">
              <a:spcAft>
                <a:spcPts val="6000"/>
              </a:spcAft>
              <a:buClr>
                <a:schemeClr val="accent1"/>
              </a:buClr>
              <a:buFont typeface="+mj-lt"/>
              <a:buAutoNum type="arabicPeriod"/>
              <a:tabLst>
                <a:tab pos="8805672" algn="r"/>
              </a:tabLst>
              <a:defRPr sz="2400">
                <a:solidFill>
                  <a:schemeClr val="accent3"/>
                </a:solidFill>
                <a:latin typeface="+mj-lt"/>
              </a:defRPr>
            </a:lvl1pPr>
            <a:lvl2pPr marL="228600" indent="0">
              <a:buNone/>
              <a:defRPr>
                <a:solidFill>
                  <a:schemeClr val="bg1"/>
                </a:solidFill>
              </a:defRPr>
            </a:lvl2pPr>
            <a:lvl3pPr marL="457200" indent="0">
              <a:buNone/>
              <a:defRPr>
                <a:solidFill>
                  <a:schemeClr val="bg1"/>
                </a:solidFill>
              </a:defRPr>
            </a:lvl3pPr>
            <a:lvl4pPr marL="685800" indent="0">
              <a:buNone/>
              <a:defRPr>
                <a:solidFill>
                  <a:schemeClr val="bg1"/>
                </a:solidFill>
              </a:defRPr>
            </a:lvl4pPr>
            <a:lvl5pPr marL="914400" indent="0">
              <a:buNone/>
              <a:defRPr>
                <a:solidFill>
                  <a:schemeClr val="bg1"/>
                </a:solidFill>
              </a:defRPr>
            </a:lvl5pPr>
          </a:lstStyle>
          <a:p>
            <a:pPr lvl="0"/>
            <a:r>
              <a:rPr lang="en-US"/>
              <a:t>Chapter title example	00</a:t>
            </a:r>
          </a:p>
          <a:p>
            <a:pPr lvl="0"/>
            <a:r>
              <a:rPr lang="en-US"/>
              <a:t>Chapter title example	00</a:t>
            </a:r>
          </a:p>
          <a:p>
            <a:pPr marL="457200" marR="0" lvl="0" indent="-457200" algn="l" defTabSz="914400" rtl="0" eaLnBrk="1" fontAlgn="auto" latinLnBrk="0" hangingPunct="1">
              <a:lnSpc>
                <a:spcPct val="100000"/>
              </a:lnSpc>
              <a:spcBef>
                <a:spcPts val="0"/>
              </a:spcBef>
              <a:spcAft>
                <a:spcPts val="6000"/>
              </a:spcAft>
              <a:buClr>
                <a:schemeClr val="accent1"/>
              </a:buClr>
              <a:buSzTx/>
              <a:buFont typeface="+mj-lt"/>
              <a:buAutoNum type="arabicPeriod"/>
              <a:tabLst>
                <a:tab pos="8805672" algn="r"/>
              </a:tabLst>
              <a:defRPr/>
            </a:pPr>
            <a:r>
              <a:rPr lang="en-US"/>
              <a:t>Chapter title example	00</a:t>
            </a:r>
          </a:p>
          <a:p>
            <a:pPr marL="457200" marR="0" lvl="0" indent="-457200" algn="l" defTabSz="914400" rtl="0" eaLnBrk="1" fontAlgn="auto" latinLnBrk="0" hangingPunct="1">
              <a:lnSpc>
                <a:spcPct val="100000"/>
              </a:lnSpc>
              <a:spcBef>
                <a:spcPts val="0"/>
              </a:spcBef>
              <a:spcAft>
                <a:spcPts val="6000"/>
              </a:spcAft>
              <a:buClr>
                <a:schemeClr val="accent1"/>
              </a:buClr>
              <a:buSzTx/>
              <a:buFont typeface="+mj-lt"/>
              <a:buAutoNum type="arabicPeriod"/>
              <a:tabLst>
                <a:tab pos="8805672" algn="r"/>
              </a:tabLst>
              <a:defRPr/>
            </a:pPr>
            <a:r>
              <a:rPr lang="en-US"/>
              <a:t>Chapter title example	00</a:t>
            </a:r>
          </a:p>
        </p:txBody>
      </p:sp>
      <p:sp>
        <p:nvSpPr>
          <p:cNvPr id="4" name="Slide Number Placeholder 5">
            <a:extLst>
              <a:ext uri="{FF2B5EF4-FFF2-40B4-BE49-F238E27FC236}">
                <a16:creationId xmlns:a16="http://schemas.microsoft.com/office/drawing/2014/main" id="{26BB2E32-37FB-AE7E-618C-B4D4A78DA92E}"/>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a:p>
        </p:txBody>
      </p:sp>
      <p:pic>
        <p:nvPicPr>
          <p:cNvPr id="14" name="Graphic 13">
            <a:extLst>
              <a:ext uri="{FF2B5EF4-FFF2-40B4-BE49-F238E27FC236}">
                <a16:creationId xmlns:a16="http://schemas.microsoft.com/office/drawing/2014/main" id="{F2588EFC-544B-492D-10E8-E969C9B1A617}"/>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16200000">
            <a:off x="1117917" y="1285493"/>
            <a:ext cx="1545853" cy="1545853"/>
          </a:xfrm>
          <a:prstGeom prst="rect">
            <a:avLst/>
          </a:prstGeom>
        </p:spPr>
      </p:pic>
    </p:spTree>
    <p:extLst>
      <p:ext uri="{BB962C8B-B14F-4D97-AF65-F5344CB8AC3E}">
        <p14:creationId xmlns:p14="http://schemas.microsoft.com/office/powerpoint/2010/main" val="407635896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Agenda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defRPr sz="3600">
                <a:solidFill>
                  <a:schemeClr val="accent3"/>
                </a:solidFill>
              </a:defRPr>
            </a:lvl1pPr>
          </a:lstStyle>
          <a:p>
            <a:r>
              <a:rPr lang="en-US"/>
              <a:t>Contents</a:t>
            </a:r>
          </a:p>
        </p:txBody>
      </p:sp>
      <p:sp>
        <p:nvSpPr>
          <p:cNvPr id="3" name="Text Placeholder 6">
            <a:extLst>
              <a:ext uri="{FF2B5EF4-FFF2-40B4-BE49-F238E27FC236}">
                <a16:creationId xmlns:a16="http://schemas.microsoft.com/office/drawing/2014/main" id="{1A11519D-0BCC-29ED-F52C-BE75957A7A56}"/>
              </a:ext>
            </a:extLst>
          </p:cNvPr>
          <p:cNvSpPr>
            <a:spLocks noGrp="1"/>
          </p:cNvSpPr>
          <p:nvPr>
            <p:ph type="body" sz="quarter" idx="10" hasCustomPrompt="1"/>
          </p:nvPr>
        </p:nvSpPr>
        <p:spPr>
          <a:xfrm>
            <a:off x="428624" y="1446367"/>
            <a:ext cx="11337925" cy="4630583"/>
          </a:xfrm>
        </p:spPr>
        <p:txBody>
          <a:bodyPr wrap="none" numCol="2" spcCol="457200">
            <a:noAutofit/>
          </a:bodyPr>
          <a:lstStyle>
            <a:lvl1pPr marL="365760" indent="-365760" algn="l">
              <a:spcAft>
                <a:spcPts val="6000"/>
              </a:spcAft>
              <a:buClr>
                <a:schemeClr val="accent1"/>
              </a:buClr>
              <a:buFont typeface="+mj-lt"/>
              <a:buAutoNum type="arabicPeriod"/>
              <a:tabLst>
                <a:tab pos="5567363" algn="r"/>
              </a:tabLst>
              <a:defRPr sz="2400">
                <a:solidFill>
                  <a:schemeClr val="accent3"/>
                </a:solidFill>
                <a:latin typeface="+mj-lt"/>
              </a:defRPr>
            </a:lvl1pPr>
            <a:lvl2pPr marL="228600" indent="0">
              <a:buNone/>
              <a:defRPr>
                <a:solidFill>
                  <a:schemeClr val="bg1"/>
                </a:solidFill>
              </a:defRPr>
            </a:lvl2pPr>
            <a:lvl3pPr marL="457200" indent="0">
              <a:buNone/>
              <a:defRPr>
                <a:solidFill>
                  <a:schemeClr val="bg1"/>
                </a:solidFill>
              </a:defRPr>
            </a:lvl3pPr>
            <a:lvl4pPr marL="685800" indent="0">
              <a:buNone/>
              <a:defRPr>
                <a:solidFill>
                  <a:schemeClr val="bg1"/>
                </a:solidFill>
              </a:defRPr>
            </a:lvl4pPr>
            <a:lvl5pPr marL="914400" indent="0">
              <a:buNone/>
              <a:defRPr>
                <a:solidFill>
                  <a:schemeClr val="bg1"/>
                </a:solidFill>
              </a:defRPr>
            </a:lvl5pPr>
          </a:lstStyle>
          <a:p>
            <a:pPr lvl="0"/>
            <a:r>
              <a:rPr lang="en-US"/>
              <a:t>Chapter title example	00</a:t>
            </a:r>
          </a:p>
          <a:p>
            <a:pPr lvl="0"/>
            <a:r>
              <a:rPr lang="en-US"/>
              <a:t>Chapter title example	00</a:t>
            </a:r>
          </a:p>
          <a:p>
            <a:pPr lvl="0"/>
            <a:r>
              <a:rPr lang="en-US"/>
              <a:t>Chapter title example	00</a:t>
            </a:r>
          </a:p>
          <a:p>
            <a:pPr lvl="0"/>
            <a:r>
              <a:rPr lang="en-US"/>
              <a:t>Chapter title example	00</a:t>
            </a:r>
          </a:p>
          <a:p>
            <a:pPr lvl="0"/>
            <a:endParaRPr lang="en-US"/>
          </a:p>
          <a:p>
            <a:pPr lvl="0"/>
            <a:r>
              <a:rPr lang="en-US"/>
              <a:t>Chapter title example	00</a:t>
            </a:r>
          </a:p>
          <a:p>
            <a:pPr lvl="0"/>
            <a:r>
              <a:rPr lang="en-US"/>
              <a:t>Chapter title example	00</a:t>
            </a:r>
          </a:p>
          <a:p>
            <a:pPr lvl="0"/>
            <a:r>
              <a:rPr lang="en-US"/>
              <a:t>Chapter title example	00</a:t>
            </a:r>
          </a:p>
          <a:p>
            <a:pPr lvl="0"/>
            <a:r>
              <a:rPr lang="en-US"/>
              <a:t>Chapter title example	00</a:t>
            </a:r>
          </a:p>
        </p:txBody>
      </p:sp>
      <p:sp>
        <p:nvSpPr>
          <p:cNvPr id="30" name="Slide Number Placeholder 5">
            <a:extLst>
              <a:ext uri="{FF2B5EF4-FFF2-40B4-BE49-F238E27FC236}">
                <a16:creationId xmlns:a16="http://schemas.microsoft.com/office/drawing/2014/main" id="{73BB667A-B847-58CB-E129-3219597AE696}"/>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a:p>
        </p:txBody>
      </p:sp>
      <p:cxnSp>
        <p:nvCxnSpPr>
          <p:cNvPr id="38" name="Straight Connector 37">
            <a:extLst>
              <a:ext uri="{FF2B5EF4-FFF2-40B4-BE49-F238E27FC236}">
                <a16:creationId xmlns:a16="http://schemas.microsoft.com/office/drawing/2014/main" id="{0349E7EF-452F-CD72-A15B-A271646B001D}"/>
              </a:ext>
              <a:ext uri="{C183D7F6-B498-43B3-948B-1728B52AA6E4}">
                <adec:decorative xmlns:adec="http://schemas.microsoft.com/office/drawing/2017/decorative" val="1"/>
              </a:ext>
            </a:extLst>
          </p:cNvPr>
          <p:cNvCxnSpPr>
            <a:cxnSpLocks/>
          </p:cNvCxnSpPr>
          <p:nvPr userDrawn="1"/>
        </p:nvCxnSpPr>
        <p:spPr>
          <a:xfrm>
            <a:off x="6084424" y="1446367"/>
            <a:ext cx="0" cy="4630583"/>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3084209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defRPr/>
            </a:lvl1pPr>
          </a:lstStyle>
          <a:p>
            <a:r>
              <a:rPr lang="en-US"/>
              <a:t>Title</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a:t>Subtitle</a:t>
            </a:r>
          </a:p>
        </p:txBody>
      </p:sp>
      <p:sp>
        <p:nvSpPr>
          <p:cNvPr id="3" name="Content Placeholder 2">
            <a:extLst>
              <a:ext uri="{FF2B5EF4-FFF2-40B4-BE49-F238E27FC236}">
                <a16:creationId xmlns:a16="http://schemas.microsoft.com/office/drawing/2014/main" id="{910954B3-5AD1-D4D0-8177-5CCD13F90ACB}"/>
              </a:ext>
            </a:extLst>
          </p:cNvPr>
          <p:cNvSpPr>
            <a:spLocks noGrp="1"/>
          </p:cNvSpPr>
          <p:nvPr>
            <p:ph idx="1" hasCustomPrompt="1"/>
          </p:nvPr>
        </p:nvSpPr>
        <p:spPr/>
        <p:txBody>
          <a:bodyPr/>
          <a:lstStyle>
            <a:lvl4pPr>
              <a:defRPr/>
            </a:lvl4pPr>
            <a:lvl5pPr marL="1143000" indent="-228600">
              <a:buFont typeface="Arial" panose="020B0604020202020204" pitchFamily="34" charset="0"/>
              <a:buChar char="•"/>
              <a:defRPr/>
            </a:lvl5pPr>
            <a:lvl6pPr marL="1371600" indent="-228600">
              <a:lnSpc>
                <a:spcPct val="100000"/>
              </a:lnSpc>
              <a:spcBef>
                <a:spcPts val="0"/>
              </a:spcBef>
              <a:spcAft>
                <a:spcPts val="600"/>
              </a:spcAft>
              <a:buFont typeface="Arial" panose="020B0604020202020204" pitchFamily="34" charset="0"/>
              <a:buChar char="•"/>
              <a:defRPr/>
            </a:lvl6pPr>
          </a:lstStyle>
          <a:p>
            <a:pPr lvl="0"/>
            <a:r>
              <a:rPr lang="en-US"/>
              <a:t>Level 01</a:t>
            </a:r>
          </a:p>
          <a:p>
            <a:pPr lvl="1"/>
            <a:r>
              <a:rPr lang="en-US"/>
              <a:t>Level 02</a:t>
            </a:r>
          </a:p>
          <a:p>
            <a:pPr lvl="2"/>
            <a:r>
              <a:rPr lang="en-US"/>
              <a:t>Level 03</a:t>
            </a:r>
          </a:p>
          <a:p>
            <a:pPr lvl="3"/>
            <a:r>
              <a:rPr lang="en-US"/>
              <a:t>Level 04</a:t>
            </a:r>
          </a:p>
          <a:p>
            <a:pPr lvl="4"/>
            <a:r>
              <a:rPr lang="en-US"/>
              <a:t>Level 05</a:t>
            </a:r>
          </a:p>
          <a:p>
            <a:pPr lvl="5"/>
            <a:r>
              <a:rPr lang="en-US"/>
              <a:t>Level 06</a:t>
            </a:r>
          </a:p>
        </p:txBody>
      </p:sp>
      <p:sp>
        <p:nvSpPr>
          <p:cNvPr id="5" name="Slide Number Placeholder 5">
            <a:extLst>
              <a:ext uri="{FF2B5EF4-FFF2-40B4-BE49-F238E27FC236}">
                <a16:creationId xmlns:a16="http://schemas.microsoft.com/office/drawing/2014/main" id="{E7BCF086-E0BB-3B67-3C11-E0716AC53D0A}"/>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a:p>
        </p:txBody>
      </p:sp>
    </p:spTree>
    <p:extLst>
      <p:ext uri="{BB962C8B-B14F-4D97-AF65-F5344CB8AC3E}">
        <p14:creationId xmlns:p14="http://schemas.microsoft.com/office/powerpoint/2010/main" val="374873995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2">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F3CABA1F-8D00-5959-2A0D-477B4EF70235}"/>
              </a:ext>
              <a:ext uri="{C183D7F6-B498-43B3-948B-1728B52AA6E4}">
                <adec:decorative xmlns:adec="http://schemas.microsoft.com/office/drawing/2017/decorative" val="1"/>
              </a:ext>
            </a:extLst>
          </p:cNvPr>
          <p:cNvGrpSpPr/>
          <p:nvPr userDrawn="1"/>
        </p:nvGrpSpPr>
        <p:grpSpPr>
          <a:xfrm>
            <a:off x="9222475" y="3888475"/>
            <a:ext cx="2969526" cy="2969525"/>
            <a:chOff x="9222475" y="3888475"/>
            <a:chExt cx="2969526" cy="2969525"/>
          </a:xfrm>
          <a:solidFill>
            <a:schemeClr val="accent1"/>
          </a:solidFill>
        </p:grpSpPr>
        <p:pic>
          <p:nvPicPr>
            <p:cNvPr id="7" name="Graphic 6">
              <a:extLst>
                <a:ext uri="{FF2B5EF4-FFF2-40B4-BE49-F238E27FC236}">
                  <a16:creationId xmlns:a16="http://schemas.microsoft.com/office/drawing/2014/main" id="{3BE2DACD-A6E3-A318-9A8E-77CF05B09778}"/>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5400000" flipH="1">
              <a:off x="10707238" y="3888475"/>
              <a:ext cx="1484763" cy="1484763"/>
            </a:xfrm>
            <a:prstGeom prst="rect">
              <a:avLst/>
            </a:prstGeom>
          </p:spPr>
        </p:pic>
        <p:pic>
          <p:nvPicPr>
            <p:cNvPr id="9" name="Graphic 8">
              <a:extLst>
                <a:ext uri="{FF2B5EF4-FFF2-40B4-BE49-F238E27FC236}">
                  <a16:creationId xmlns:a16="http://schemas.microsoft.com/office/drawing/2014/main" id="{2BBDCAB2-6892-FE15-39FD-82F446E80D8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9222475" y="5373237"/>
              <a:ext cx="1484763" cy="1484763"/>
            </a:xfrm>
            <a:prstGeom prst="rect">
              <a:avLst/>
            </a:prstGeom>
          </p:spPr>
        </p:pic>
      </p:grpSp>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defRPr/>
            </a:lvl1pPr>
          </a:lstStyle>
          <a:p>
            <a:r>
              <a:rPr lang="en-US"/>
              <a:t>Title</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a:t>Subtitle</a:t>
            </a:r>
          </a:p>
        </p:txBody>
      </p:sp>
      <p:sp>
        <p:nvSpPr>
          <p:cNvPr id="4" name="Content Placeholder 2">
            <a:extLst>
              <a:ext uri="{FF2B5EF4-FFF2-40B4-BE49-F238E27FC236}">
                <a16:creationId xmlns:a16="http://schemas.microsoft.com/office/drawing/2014/main" id="{6DD5DB93-121A-B297-E6DD-9478830F772D}"/>
              </a:ext>
            </a:extLst>
          </p:cNvPr>
          <p:cNvSpPr>
            <a:spLocks noGrp="1"/>
          </p:cNvSpPr>
          <p:nvPr>
            <p:ph idx="1" hasCustomPrompt="1"/>
          </p:nvPr>
        </p:nvSpPr>
        <p:spPr>
          <a:xfrm>
            <a:off x="428624" y="1446212"/>
            <a:ext cx="11337926" cy="4630737"/>
          </a:xfrm>
        </p:spPr>
        <p:txBody>
          <a:bodyPr/>
          <a:lstStyle>
            <a:lvl4pPr>
              <a:defRPr/>
            </a:lvl4pPr>
            <a:lvl5pPr marL="1143000" indent="-228600">
              <a:buFont typeface="Arial" panose="020B0604020202020204" pitchFamily="34" charset="0"/>
              <a:buChar char="•"/>
              <a:defRPr/>
            </a:lvl5pPr>
            <a:lvl6pPr marL="1371600" indent="-228600">
              <a:lnSpc>
                <a:spcPct val="100000"/>
              </a:lnSpc>
              <a:spcBef>
                <a:spcPts val="0"/>
              </a:spcBef>
              <a:spcAft>
                <a:spcPts val="600"/>
              </a:spcAft>
              <a:buFont typeface="Arial" panose="020B0604020202020204" pitchFamily="34" charset="0"/>
              <a:buChar char="•"/>
              <a:defRPr/>
            </a:lvl6pPr>
          </a:lstStyle>
          <a:p>
            <a:pPr lvl="0"/>
            <a:r>
              <a:rPr lang="en-US"/>
              <a:t>Level 01</a:t>
            </a:r>
          </a:p>
          <a:p>
            <a:pPr lvl="1"/>
            <a:r>
              <a:rPr lang="en-US"/>
              <a:t>Level 02</a:t>
            </a:r>
          </a:p>
          <a:p>
            <a:pPr lvl="2"/>
            <a:r>
              <a:rPr lang="en-US"/>
              <a:t>Level 03</a:t>
            </a:r>
          </a:p>
          <a:p>
            <a:pPr lvl="3"/>
            <a:r>
              <a:rPr lang="en-US"/>
              <a:t>Level 04</a:t>
            </a:r>
          </a:p>
          <a:p>
            <a:pPr lvl="4"/>
            <a:r>
              <a:rPr lang="en-US"/>
              <a:t>Level 05</a:t>
            </a:r>
          </a:p>
          <a:p>
            <a:pPr lvl="5"/>
            <a:r>
              <a:rPr lang="en-US"/>
              <a:t>Level 06</a:t>
            </a:r>
          </a:p>
        </p:txBody>
      </p:sp>
      <p:sp>
        <p:nvSpPr>
          <p:cNvPr id="5" name="Slide Number Placeholder 5">
            <a:extLst>
              <a:ext uri="{FF2B5EF4-FFF2-40B4-BE49-F238E27FC236}">
                <a16:creationId xmlns:a16="http://schemas.microsoft.com/office/drawing/2014/main" id="{BDE734DA-A69E-9628-9005-8E3F6FFEB9D9}"/>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a:p>
        </p:txBody>
      </p:sp>
    </p:spTree>
    <p:extLst>
      <p:ext uri="{BB962C8B-B14F-4D97-AF65-F5344CB8AC3E}">
        <p14:creationId xmlns:p14="http://schemas.microsoft.com/office/powerpoint/2010/main" val="58999844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3">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B272B4DF-76DC-9537-2195-0E94F371120D}"/>
              </a:ext>
              <a:ext uri="{C183D7F6-B498-43B3-948B-1728B52AA6E4}">
                <adec:decorative xmlns:adec="http://schemas.microsoft.com/office/drawing/2017/decorative" val="1"/>
              </a:ext>
            </a:extLst>
          </p:cNvPr>
          <p:cNvGrpSpPr/>
          <p:nvPr userDrawn="1"/>
        </p:nvGrpSpPr>
        <p:grpSpPr>
          <a:xfrm>
            <a:off x="9222475" y="3888475"/>
            <a:ext cx="2969526" cy="2969525"/>
            <a:chOff x="9222475" y="3888475"/>
            <a:chExt cx="2969526" cy="2969525"/>
          </a:xfrm>
          <a:solidFill>
            <a:schemeClr val="accent5"/>
          </a:solidFill>
        </p:grpSpPr>
        <p:pic>
          <p:nvPicPr>
            <p:cNvPr id="7" name="Graphic 6">
              <a:extLst>
                <a:ext uri="{FF2B5EF4-FFF2-40B4-BE49-F238E27FC236}">
                  <a16:creationId xmlns:a16="http://schemas.microsoft.com/office/drawing/2014/main" id="{3BE2DACD-A6E3-A318-9A8E-77CF05B09778}"/>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5400000" flipH="1">
              <a:off x="10707238" y="3888475"/>
              <a:ext cx="1484763" cy="1484763"/>
            </a:xfrm>
            <a:prstGeom prst="rect">
              <a:avLst/>
            </a:prstGeom>
          </p:spPr>
        </p:pic>
        <p:pic>
          <p:nvPicPr>
            <p:cNvPr id="9" name="Graphic 8">
              <a:extLst>
                <a:ext uri="{FF2B5EF4-FFF2-40B4-BE49-F238E27FC236}">
                  <a16:creationId xmlns:a16="http://schemas.microsoft.com/office/drawing/2014/main" id="{2BBDCAB2-6892-FE15-39FD-82F446E80D8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9222475" y="5373237"/>
              <a:ext cx="1484763" cy="1484763"/>
            </a:xfrm>
            <a:prstGeom prst="rect">
              <a:avLst/>
            </a:prstGeom>
          </p:spPr>
        </p:pic>
      </p:grpSp>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defRPr/>
            </a:lvl1pPr>
          </a:lstStyle>
          <a:p>
            <a:r>
              <a:rPr lang="en-US"/>
              <a:t>Title</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a:t>Subtitle</a:t>
            </a:r>
          </a:p>
        </p:txBody>
      </p:sp>
      <p:sp>
        <p:nvSpPr>
          <p:cNvPr id="6" name="Content Placeholder 2">
            <a:extLst>
              <a:ext uri="{FF2B5EF4-FFF2-40B4-BE49-F238E27FC236}">
                <a16:creationId xmlns:a16="http://schemas.microsoft.com/office/drawing/2014/main" id="{F942A06E-E4C7-D3E8-BDED-EF771CB11DC7}"/>
              </a:ext>
            </a:extLst>
          </p:cNvPr>
          <p:cNvSpPr>
            <a:spLocks noGrp="1"/>
          </p:cNvSpPr>
          <p:nvPr>
            <p:ph idx="1" hasCustomPrompt="1"/>
          </p:nvPr>
        </p:nvSpPr>
        <p:spPr>
          <a:xfrm>
            <a:off x="428624" y="1446212"/>
            <a:ext cx="11337926" cy="4630737"/>
          </a:xfrm>
        </p:spPr>
        <p:txBody>
          <a:bodyPr/>
          <a:lstStyle>
            <a:lvl4pPr>
              <a:defRPr/>
            </a:lvl4pPr>
            <a:lvl5pPr marL="1143000" indent="-228600">
              <a:buFont typeface="Arial" panose="020B0604020202020204" pitchFamily="34" charset="0"/>
              <a:buChar char="•"/>
              <a:defRPr/>
            </a:lvl5pPr>
            <a:lvl6pPr marL="1371600" indent="-228600">
              <a:lnSpc>
                <a:spcPct val="100000"/>
              </a:lnSpc>
              <a:spcBef>
                <a:spcPts val="0"/>
              </a:spcBef>
              <a:spcAft>
                <a:spcPts val="600"/>
              </a:spcAft>
              <a:buFont typeface="Arial" panose="020B0604020202020204" pitchFamily="34" charset="0"/>
              <a:buChar char="•"/>
              <a:defRPr/>
            </a:lvl6pPr>
          </a:lstStyle>
          <a:p>
            <a:pPr lvl="0"/>
            <a:r>
              <a:rPr lang="en-US"/>
              <a:t>Level 01</a:t>
            </a:r>
          </a:p>
          <a:p>
            <a:pPr lvl="1"/>
            <a:r>
              <a:rPr lang="en-US"/>
              <a:t>Level 02</a:t>
            </a:r>
          </a:p>
          <a:p>
            <a:pPr lvl="2"/>
            <a:r>
              <a:rPr lang="en-US"/>
              <a:t>Level 03</a:t>
            </a:r>
          </a:p>
          <a:p>
            <a:pPr lvl="3"/>
            <a:r>
              <a:rPr lang="en-US"/>
              <a:t>Level 04</a:t>
            </a:r>
          </a:p>
          <a:p>
            <a:pPr lvl="4"/>
            <a:r>
              <a:rPr lang="en-US"/>
              <a:t>Level 05</a:t>
            </a:r>
          </a:p>
          <a:p>
            <a:pPr lvl="5"/>
            <a:r>
              <a:rPr lang="en-US"/>
              <a:t>Level 06</a:t>
            </a:r>
          </a:p>
        </p:txBody>
      </p:sp>
      <p:sp>
        <p:nvSpPr>
          <p:cNvPr id="5" name="Slide Number Placeholder 5">
            <a:extLst>
              <a:ext uri="{FF2B5EF4-FFF2-40B4-BE49-F238E27FC236}">
                <a16:creationId xmlns:a16="http://schemas.microsoft.com/office/drawing/2014/main" id="{BDE734DA-A69E-9628-9005-8E3F6FFEB9D9}"/>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a:p>
        </p:txBody>
      </p:sp>
    </p:spTree>
    <p:extLst>
      <p:ext uri="{BB962C8B-B14F-4D97-AF65-F5344CB8AC3E}">
        <p14:creationId xmlns:p14="http://schemas.microsoft.com/office/powerpoint/2010/main" val="44332251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defRPr/>
            </a:lvl1pPr>
          </a:lstStyle>
          <a:p>
            <a:r>
              <a:rPr lang="en-US"/>
              <a:t>Title</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a:t>Subtitle</a:t>
            </a:r>
          </a:p>
        </p:txBody>
      </p:sp>
      <p:sp>
        <p:nvSpPr>
          <p:cNvPr id="4" name="Content Placeholder 2">
            <a:extLst>
              <a:ext uri="{FF2B5EF4-FFF2-40B4-BE49-F238E27FC236}">
                <a16:creationId xmlns:a16="http://schemas.microsoft.com/office/drawing/2014/main" id="{2C2E77BA-4420-33FD-4703-B3C9B3709560}"/>
              </a:ext>
            </a:extLst>
          </p:cNvPr>
          <p:cNvSpPr>
            <a:spLocks noGrp="1"/>
          </p:cNvSpPr>
          <p:nvPr>
            <p:ph idx="11" hasCustomPrompt="1"/>
          </p:nvPr>
        </p:nvSpPr>
        <p:spPr>
          <a:xfrm>
            <a:off x="3384645" y="1446212"/>
            <a:ext cx="8381904" cy="4630737"/>
          </a:xfrm>
        </p:spPr>
        <p:txBody>
          <a:bodyPr/>
          <a:lstStyle>
            <a:lvl4pPr>
              <a:defRPr/>
            </a:lvl4pPr>
            <a:lvl5pPr marL="1143000" indent="-228600">
              <a:buFont typeface="Arial" panose="020B0604020202020204" pitchFamily="34" charset="0"/>
              <a:buChar char="•"/>
              <a:defRPr/>
            </a:lvl5pPr>
            <a:lvl6pPr marL="1371600" indent="-228600">
              <a:lnSpc>
                <a:spcPct val="100000"/>
              </a:lnSpc>
              <a:spcBef>
                <a:spcPts val="0"/>
              </a:spcBef>
              <a:spcAft>
                <a:spcPts val="600"/>
              </a:spcAft>
              <a:buFont typeface="Arial" panose="020B0604020202020204" pitchFamily="34" charset="0"/>
              <a:buChar char="•"/>
              <a:defRPr/>
            </a:lvl6pPr>
          </a:lstStyle>
          <a:p>
            <a:pPr lvl="0"/>
            <a:r>
              <a:rPr lang="en-US"/>
              <a:t>Level 01</a:t>
            </a:r>
          </a:p>
          <a:p>
            <a:pPr lvl="1"/>
            <a:r>
              <a:rPr lang="en-US"/>
              <a:t>Level 02</a:t>
            </a:r>
          </a:p>
          <a:p>
            <a:pPr lvl="2"/>
            <a:r>
              <a:rPr lang="en-US"/>
              <a:t>Level 03</a:t>
            </a:r>
          </a:p>
          <a:p>
            <a:pPr lvl="3"/>
            <a:r>
              <a:rPr lang="en-US"/>
              <a:t>Level 04</a:t>
            </a:r>
          </a:p>
          <a:p>
            <a:pPr lvl="4"/>
            <a:r>
              <a:rPr lang="en-US"/>
              <a:t>Level 05</a:t>
            </a:r>
          </a:p>
          <a:p>
            <a:pPr lvl="5"/>
            <a:r>
              <a:rPr lang="en-US"/>
              <a:t>Level 06</a:t>
            </a:r>
          </a:p>
        </p:txBody>
      </p:sp>
      <p:sp>
        <p:nvSpPr>
          <p:cNvPr id="5" name="Slide Number Placeholder 5">
            <a:extLst>
              <a:ext uri="{FF2B5EF4-FFF2-40B4-BE49-F238E27FC236}">
                <a16:creationId xmlns:a16="http://schemas.microsoft.com/office/drawing/2014/main" id="{BDE734DA-A69E-9628-9005-8E3F6FFEB9D9}"/>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a:p>
        </p:txBody>
      </p:sp>
      <p:grpSp>
        <p:nvGrpSpPr>
          <p:cNvPr id="12" name="Group 11">
            <a:extLst>
              <a:ext uri="{FF2B5EF4-FFF2-40B4-BE49-F238E27FC236}">
                <a16:creationId xmlns:a16="http://schemas.microsoft.com/office/drawing/2014/main" id="{29B04704-D297-7EBA-4063-575F9A18AE97}"/>
              </a:ext>
              <a:ext uri="{C183D7F6-B498-43B3-948B-1728B52AA6E4}">
                <adec:decorative xmlns:adec="http://schemas.microsoft.com/office/drawing/2017/decorative" val="1"/>
              </a:ext>
            </a:extLst>
          </p:cNvPr>
          <p:cNvGrpSpPr/>
          <p:nvPr userDrawn="1"/>
        </p:nvGrpSpPr>
        <p:grpSpPr>
          <a:xfrm>
            <a:off x="-1" y="1454680"/>
            <a:ext cx="3226526" cy="4616810"/>
            <a:chOff x="-1" y="1454680"/>
            <a:chExt cx="3226526" cy="4616810"/>
          </a:xfrm>
        </p:grpSpPr>
        <p:pic>
          <p:nvPicPr>
            <p:cNvPr id="10" name="Graphic 9">
              <a:extLst>
                <a:ext uri="{FF2B5EF4-FFF2-40B4-BE49-F238E27FC236}">
                  <a16:creationId xmlns:a16="http://schemas.microsoft.com/office/drawing/2014/main" id="{E2A83B14-DFD2-B90C-6387-CBF520E30DCE}"/>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16200000" flipH="1">
              <a:off x="918119" y="1454679"/>
              <a:ext cx="2308406" cy="2308407"/>
            </a:xfrm>
            <a:prstGeom prst="rect">
              <a:avLst/>
            </a:prstGeom>
          </p:spPr>
        </p:pic>
        <p:pic>
          <p:nvPicPr>
            <p:cNvPr id="11" name="Graphic 10">
              <a:extLst>
                <a:ext uri="{FF2B5EF4-FFF2-40B4-BE49-F238E27FC236}">
                  <a16:creationId xmlns:a16="http://schemas.microsoft.com/office/drawing/2014/main" id="{6816DF95-FC03-CC86-B8D8-20652505E240}"/>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r="60227"/>
            <a:stretch/>
          </p:blipFill>
          <p:spPr>
            <a:xfrm rot="10800000">
              <a:off x="-1" y="3763084"/>
              <a:ext cx="918119" cy="2308406"/>
            </a:xfrm>
            <a:prstGeom prst="rect">
              <a:avLst/>
            </a:prstGeom>
          </p:spPr>
        </p:pic>
      </p:grpSp>
    </p:spTree>
    <p:extLst>
      <p:ext uri="{BB962C8B-B14F-4D97-AF65-F5344CB8AC3E}">
        <p14:creationId xmlns:p14="http://schemas.microsoft.com/office/powerpoint/2010/main" val="119084741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defRPr/>
            </a:lvl1pPr>
          </a:lstStyle>
          <a:p>
            <a:r>
              <a:rPr lang="en-US"/>
              <a:t>Title</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a:t>Subtitle</a:t>
            </a:r>
          </a:p>
        </p:txBody>
      </p:sp>
      <p:sp>
        <p:nvSpPr>
          <p:cNvPr id="6" name="Content Placeholder 2">
            <a:extLst>
              <a:ext uri="{FF2B5EF4-FFF2-40B4-BE49-F238E27FC236}">
                <a16:creationId xmlns:a16="http://schemas.microsoft.com/office/drawing/2014/main" id="{0B12C593-773C-E67F-DB83-82BD217D311F}"/>
              </a:ext>
            </a:extLst>
          </p:cNvPr>
          <p:cNvSpPr>
            <a:spLocks noGrp="1"/>
          </p:cNvSpPr>
          <p:nvPr>
            <p:ph idx="11" hasCustomPrompt="1"/>
          </p:nvPr>
        </p:nvSpPr>
        <p:spPr>
          <a:xfrm>
            <a:off x="3384645" y="1446212"/>
            <a:ext cx="8381904" cy="4630737"/>
          </a:xfrm>
        </p:spPr>
        <p:txBody>
          <a:bodyPr/>
          <a:lstStyle>
            <a:lvl4pPr>
              <a:defRPr/>
            </a:lvl4pPr>
            <a:lvl5pPr marL="1143000" indent="-228600">
              <a:buFont typeface="Arial" panose="020B0604020202020204" pitchFamily="34" charset="0"/>
              <a:buChar char="•"/>
              <a:defRPr/>
            </a:lvl5pPr>
            <a:lvl6pPr marL="1371600" indent="-228600">
              <a:lnSpc>
                <a:spcPct val="100000"/>
              </a:lnSpc>
              <a:spcBef>
                <a:spcPts val="0"/>
              </a:spcBef>
              <a:spcAft>
                <a:spcPts val="600"/>
              </a:spcAft>
              <a:buFont typeface="Arial" panose="020B0604020202020204" pitchFamily="34" charset="0"/>
              <a:buChar char="•"/>
              <a:defRPr/>
            </a:lvl6pPr>
          </a:lstStyle>
          <a:p>
            <a:pPr lvl="0"/>
            <a:r>
              <a:rPr lang="en-US"/>
              <a:t>Level 01</a:t>
            </a:r>
          </a:p>
          <a:p>
            <a:pPr lvl="1"/>
            <a:r>
              <a:rPr lang="en-US"/>
              <a:t>Level 02</a:t>
            </a:r>
          </a:p>
          <a:p>
            <a:pPr lvl="2"/>
            <a:r>
              <a:rPr lang="en-US"/>
              <a:t>Level 03</a:t>
            </a:r>
          </a:p>
          <a:p>
            <a:pPr lvl="3"/>
            <a:r>
              <a:rPr lang="en-US"/>
              <a:t>Level 04</a:t>
            </a:r>
          </a:p>
          <a:p>
            <a:pPr lvl="4"/>
            <a:r>
              <a:rPr lang="en-US"/>
              <a:t>Level 05</a:t>
            </a:r>
          </a:p>
          <a:p>
            <a:pPr lvl="5"/>
            <a:r>
              <a:rPr lang="en-US"/>
              <a:t>Level 06</a:t>
            </a:r>
          </a:p>
        </p:txBody>
      </p:sp>
      <p:sp>
        <p:nvSpPr>
          <p:cNvPr id="5" name="Slide Number Placeholder 5">
            <a:extLst>
              <a:ext uri="{FF2B5EF4-FFF2-40B4-BE49-F238E27FC236}">
                <a16:creationId xmlns:a16="http://schemas.microsoft.com/office/drawing/2014/main" id="{BDE734DA-A69E-9628-9005-8E3F6FFEB9D9}"/>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a:p>
        </p:txBody>
      </p:sp>
      <p:grpSp>
        <p:nvGrpSpPr>
          <p:cNvPr id="7" name="Group 6">
            <a:extLst>
              <a:ext uri="{FF2B5EF4-FFF2-40B4-BE49-F238E27FC236}">
                <a16:creationId xmlns:a16="http://schemas.microsoft.com/office/drawing/2014/main" id="{F06DE2F9-7CCD-3A2F-30CC-C7D24C868994}"/>
              </a:ext>
              <a:ext uri="{C183D7F6-B498-43B3-948B-1728B52AA6E4}">
                <adec:decorative xmlns:adec="http://schemas.microsoft.com/office/drawing/2017/decorative" val="1"/>
              </a:ext>
            </a:extLst>
          </p:cNvPr>
          <p:cNvGrpSpPr/>
          <p:nvPr userDrawn="1"/>
        </p:nvGrpSpPr>
        <p:grpSpPr>
          <a:xfrm>
            <a:off x="-1" y="1454680"/>
            <a:ext cx="3226526" cy="4616810"/>
            <a:chOff x="-1" y="1454680"/>
            <a:chExt cx="3226526" cy="4616810"/>
          </a:xfrm>
        </p:grpSpPr>
        <p:pic>
          <p:nvPicPr>
            <p:cNvPr id="10" name="Graphic 9">
              <a:extLst>
                <a:ext uri="{FF2B5EF4-FFF2-40B4-BE49-F238E27FC236}">
                  <a16:creationId xmlns:a16="http://schemas.microsoft.com/office/drawing/2014/main" id="{E2A83B14-DFD2-B90C-6387-CBF520E30DCE}"/>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16200000" flipH="1">
              <a:off x="918119" y="1454679"/>
              <a:ext cx="2308406" cy="2308407"/>
            </a:xfrm>
            <a:prstGeom prst="rect">
              <a:avLst/>
            </a:prstGeom>
          </p:spPr>
        </p:pic>
        <p:pic>
          <p:nvPicPr>
            <p:cNvPr id="4" name="Graphic 3">
              <a:extLst>
                <a:ext uri="{FF2B5EF4-FFF2-40B4-BE49-F238E27FC236}">
                  <a16:creationId xmlns:a16="http://schemas.microsoft.com/office/drawing/2014/main" id="{2628BD85-5B0A-7D0D-95ED-9672F51D74F6}"/>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r="60227"/>
            <a:stretch/>
          </p:blipFill>
          <p:spPr>
            <a:xfrm rot="10800000">
              <a:off x="-1" y="3763084"/>
              <a:ext cx="918119" cy="2308406"/>
            </a:xfrm>
            <a:prstGeom prst="rect">
              <a:avLst/>
            </a:prstGeom>
          </p:spPr>
        </p:pic>
      </p:grpSp>
    </p:spTree>
    <p:extLst>
      <p:ext uri="{BB962C8B-B14F-4D97-AF65-F5344CB8AC3E}">
        <p14:creationId xmlns:p14="http://schemas.microsoft.com/office/powerpoint/2010/main" val="189741282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defRPr/>
            </a:lvl1pPr>
          </a:lstStyle>
          <a:p>
            <a:r>
              <a:rPr lang="en-US"/>
              <a:t>Title</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a:t>Subtitle</a:t>
            </a:r>
          </a:p>
        </p:txBody>
      </p:sp>
      <p:sp>
        <p:nvSpPr>
          <p:cNvPr id="4" name="Content Placeholder 2">
            <a:extLst>
              <a:ext uri="{FF2B5EF4-FFF2-40B4-BE49-F238E27FC236}">
                <a16:creationId xmlns:a16="http://schemas.microsoft.com/office/drawing/2014/main" id="{FB00E452-A8AB-FCA1-7196-432BABC0064A}"/>
              </a:ext>
            </a:extLst>
          </p:cNvPr>
          <p:cNvSpPr>
            <a:spLocks noGrp="1"/>
          </p:cNvSpPr>
          <p:nvPr>
            <p:ph idx="11" hasCustomPrompt="1"/>
          </p:nvPr>
        </p:nvSpPr>
        <p:spPr>
          <a:xfrm>
            <a:off x="2442950" y="1446212"/>
            <a:ext cx="9323600" cy="4630737"/>
          </a:xfrm>
        </p:spPr>
        <p:txBody>
          <a:bodyPr/>
          <a:lstStyle>
            <a:lvl4pPr>
              <a:defRPr/>
            </a:lvl4pPr>
            <a:lvl5pPr marL="1143000" indent="-228600">
              <a:buFont typeface="Arial" panose="020B0604020202020204" pitchFamily="34" charset="0"/>
              <a:buChar char="•"/>
              <a:defRPr/>
            </a:lvl5pPr>
            <a:lvl6pPr marL="1371600" indent="-228600">
              <a:lnSpc>
                <a:spcPct val="100000"/>
              </a:lnSpc>
              <a:spcBef>
                <a:spcPts val="0"/>
              </a:spcBef>
              <a:spcAft>
                <a:spcPts val="600"/>
              </a:spcAft>
              <a:buFont typeface="Arial" panose="020B0604020202020204" pitchFamily="34" charset="0"/>
              <a:buChar char="•"/>
              <a:defRPr/>
            </a:lvl6pPr>
          </a:lstStyle>
          <a:p>
            <a:pPr lvl="0"/>
            <a:r>
              <a:rPr lang="en-US"/>
              <a:t>Level 01</a:t>
            </a:r>
          </a:p>
          <a:p>
            <a:pPr lvl="1"/>
            <a:r>
              <a:rPr lang="en-US"/>
              <a:t>Level 02</a:t>
            </a:r>
          </a:p>
          <a:p>
            <a:pPr lvl="2"/>
            <a:r>
              <a:rPr lang="en-US"/>
              <a:t>Level 03</a:t>
            </a:r>
          </a:p>
          <a:p>
            <a:pPr lvl="3"/>
            <a:r>
              <a:rPr lang="en-US"/>
              <a:t>Level 04</a:t>
            </a:r>
          </a:p>
          <a:p>
            <a:pPr lvl="4"/>
            <a:r>
              <a:rPr lang="en-US"/>
              <a:t>Level 05</a:t>
            </a:r>
          </a:p>
          <a:p>
            <a:pPr lvl="5"/>
            <a:r>
              <a:rPr lang="en-US"/>
              <a:t>Level 06</a:t>
            </a:r>
          </a:p>
        </p:txBody>
      </p:sp>
      <p:sp>
        <p:nvSpPr>
          <p:cNvPr id="5" name="Slide Number Placeholder 5">
            <a:extLst>
              <a:ext uri="{FF2B5EF4-FFF2-40B4-BE49-F238E27FC236}">
                <a16:creationId xmlns:a16="http://schemas.microsoft.com/office/drawing/2014/main" id="{BC708517-E931-5496-5E88-479ADB95C4CE}"/>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a:p>
        </p:txBody>
      </p:sp>
      <p:pic>
        <p:nvPicPr>
          <p:cNvPr id="6" name="Graphic 5">
            <a:extLst>
              <a:ext uri="{FF2B5EF4-FFF2-40B4-BE49-F238E27FC236}">
                <a16:creationId xmlns:a16="http://schemas.microsoft.com/office/drawing/2014/main" id="{FA81C286-D88F-FCF8-3B7F-C2AFE17B6495}"/>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16200000">
            <a:off x="428624" y="1446213"/>
            <a:ext cx="1833350" cy="1833350"/>
          </a:xfrm>
          <a:prstGeom prst="rect">
            <a:avLst/>
          </a:prstGeom>
        </p:spPr>
      </p:pic>
    </p:spTree>
    <p:extLst>
      <p:ext uri="{BB962C8B-B14F-4D97-AF65-F5344CB8AC3E}">
        <p14:creationId xmlns:p14="http://schemas.microsoft.com/office/powerpoint/2010/main" val="398156533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tent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defRPr/>
            </a:lvl1pPr>
          </a:lstStyle>
          <a:p>
            <a:r>
              <a:rPr lang="en-US"/>
              <a:t>Title</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a:t>Subtitle</a:t>
            </a:r>
          </a:p>
        </p:txBody>
      </p:sp>
      <p:sp>
        <p:nvSpPr>
          <p:cNvPr id="4" name="Content Placeholder 2">
            <a:extLst>
              <a:ext uri="{FF2B5EF4-FFF2-40B4-BE49-F238E27FC236}">
                <a16:creationId xmlns:a16="http://schemas.microsoft.com/office/drawing/2014/main" id="{BF8EBD0A-DCBF-5697-AB86-E59F43E1D95B}"/>
              </a:ext>
            </a:extLst>
          </p:cNvPr>
          <p:cNvSpPr>
            <a:spLocks noGrp="1"/>
          </p:cNvSpPr>
          <p:nvPr>
            <p:ph idx="11" hasCustomPrompt="1"/>
          </p:nvPr>
        </p:nvSpPr>
        <p:spPr>
          <a:xfrm>
            <a:off x="2442950" y="1446212"/>
            <a:ext cx="9323600" cy="4630737"/>
          </a:xfrm>
        </p:spPr>
        <p:txBody>
          <a:bodyPr/>
          <a:lstStyle>
            <a:lvl4pPr>
              <a:defRPr/>
            </a:lvl4pPr>
            <a:lvl5pPr marL="1143000" indent="-228600">
              <a:buFont typeface="Arial" panose="020B0604020202020204" pitchFamily="34" charset="0"/>
              <a:buChar char="•"/>
              <a:defRPr/>
            </a:lvl5pPr>
            <a:lvl6pPr marL="1371600" indent="-228600">
              <a:lnSpc>
                <a:spcPct val="100000"/>
              </a:lnSpc>
              <a:spcBef>
                <a:spcPts val="0"/>
              </a:spcBef>
              <a:spcAft>
                <a:spcPts val="600"/>
              </a:spcAft>
              <a:buFont typeface="Arial" panose="020B0604020202020204" pitchFamily="34" charset="0"/>
              <a:buChar char="•"/>
              <a:defRPr/>
            </a:lvl6pPr>
          </a:lstStyle>
          <a:p>
            <a:pPr lvl="0"/>
            <a:r>
              <a:rPr lang="en-US"/>
              <a:t>Level 01</a:t>
            </a:r>
          </a:p>
          <a:p>
            <a:pPr lvl="1"/>
            <a:r>
              <a:rPr lang="en-US"/>
              <a:t>Level 02</a:t>
            </a:r>
          </a:p>
          <a:p>
            <a:pPr lvl="2"/>
            <a:r>
              <a:rPr lang="en-US"/>
              <a:t>Level 03</a:t>
            </a:r>
          </a:p>
          <a:p>
            <a:pPr lvl="3"/>
            <a:r>
              <a:rPr lang="en-US"/>
              <a:t>Level 04</a:t>
            </a:r>
          </a:p>
          <a:p>
            <a:pPr lvl="4"/>
            <a:r>
              <a:rPr lang="en-US"/>
              <a:t>Level 05</a:t>
            </a:r>
          </a:p>
          <a:p>
            <a:pPr lvl="5"/>
            <a:r>
              <a:rPr lang="en-US"/>
              <a:t>Level 06</a:t>
            </a:r>
          </a:p>
        </p:txBody>
      </p:sp>
      <p:sp>
        <p:nvSpPr>
          <p:cNvPr id="5" name="Slide Number Placeholder 5">
            <a:extLst>
              <a:ext uri="{FF2B5EF4-FFF2-40B4-BE49-F238E27FC236}">
                <a16:creationId xmlns:a16="http://schemas.microsoft.com/office/drawing/2014/main" id="{BC708517-E931-5496-5E88-479ADB95C4CE}"/>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a:p>
        </p:txBody>
      </p:sp>
      <p:pic>
        <p:nvPicPr>
          <p:cNvPr id="6" name="Graphic 5">
            <a:extLst>
              <a:ext uri="{FF2B5EF4-FFF2-40B4-BE49-F238E27FC236}">
                <a16:creationId xmlns:a16="http://schemas.microsoft.com/office/drawing/2014/main" id="{FA81C286-D88F-FCF8-3B7F-C2AFE17B6495}"/>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16200000">
            <a:off x="428624" y="1446213"/>
            <a:ext cx="1833350" cy="1833350"/>
          </a:xfrm>
          <a:prstGeom prst="rect">
            <a:avLst/>
          </a:prstGeom>
        </p:spPr>
      </p:pic>
    </p:spTree>
    <p:extLst>
      <p:ext uri="{BB962C8B-B14F-4D97-AF65-F5344CB8AC3E}">
        <p14:creationId xmlns:p14="http://schemas.microsoft.com/office/powerpoint/2010/main" val="14369975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defRPr/>
            </a:lvl1pPr>
          </a:lstStyle>
          <a:p>
            <a:r>
              <a:rPr lang="en-US"/>
              <a:t>Title</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a:t>Subtitle</a:t>
            </a:r>
          </a:p>
        </p:txBody>
      </p:sp>
      <p:sp>
        <p:nvSpPr>
          <p:cNvPr id="4" name="Content Placeholder 2">
            <a:extLst>
              <a:ext uri="{FF2B5EF4-FFF2-40B4-BE49-F238E27FC236}">
                <a16:creationId xmlns:a16="http://schemas.microsoft.com/office/drawing/2014/main" id="{34DCFC9F-3888-3FE8-C62C-CCD59B04A97D}"/>
              </a:ext>
            </a:extLst>
          </p:cNvPr>
          <p:cNvSpPr>
            <a:spLocks noGrp="1"/>
          </p:cNvSpPr>
          <p:nvPr>
            <p:ph idx="11" hasCustomPrompt="1"/>
          </p:nvPr>
        </p:nvSpPr>
        <p:spPr>
          <a:xfrm>
            <a:off x="2442950" y="1446212"/>
            <a:ext cx="9323600" cy="4630737"/>
          </a:xfrm>
        </p:spPr>
        <p:txBody>
          <a:bodyPr/>
          <a:lstStyle>
            <a:lvl4pPr>
              <a:defRPr/>
            </a:lvl4pPr>
            <a:lvl5pPr marL="1143000" indent="-228600">
              <a:buFont typeface="Arial" panose="020B0604020202020204" pitchFamily="34" charset="0"/>
              <a:buChar char="•"/>
              <a:defRPr/>
            </a:lvl5pPr>
            <a:lvl6pPr marL="1371600" indent="-228600">
              <a:lnSpc>
                <a:spcPct val="100000"/>
              </a:lnSpc>
              <a:spcBef>
                <a:spcPts val="0"/>
              </a:spcBef>
              <a:spcAft>
                <a:spcPts val="600"/>
              </a:spcAft>
              <a:buFont typeface="Arial" panose="020B0604020202020204" pitchFamily="34" charset="0"/>
              <a:buChar char="•"/>
              <a:defRPr/>
            </a:lvl6pPr>
          </a:lstStyle>
          <a:p>
            <a:pPr lvl="0"/>
            <a:r>
              <a:rPr lang="en-US"/>
              <a:t>Level 01</a:t>
            </a:r>
          </a:p>
          <a:p>
            <a:pPr lvl="1"/>
            <a:r>
              <a:rPr lang="en-US"/>
              <a:t>Level 02</a:t>
            </a:r>
          </a:p>
          <a:p>
            <a:pPr lvl="2"/>
            <a:r>
              <a:rPr lang="en-US"/>
              <a:t>Level 03</a:t>
            </a:r>
          </a:p>
          <a:p>
            <a:pPr lvl="3"/>
            <a:r>
              <a:rPr lang="en-US"/>
              <a:t>Level 04</a:t>
            </a:r>
          </a:p>
          <a:p>
            <a:pPr lvl="4"/>
            <a:r>
              <a:rPr lang="en-US"/>
              <a:t>Level 05</a:t>
            </a:r>
          </a:p>
          <a:p>
            <a:pPr lvl="5"/>
            <a:r>
              <a:rPr lang="en-US"/>
              <a:t>Level 06</a:t>
            </a:r>
          </a:p>
        </p:txBody>
      </p:sp>
      <p:sp>
        <p:nvSpPr>
          <p:cNvPr id="5" name="Slide Number Placeholder 5">
            <a:extLst>
              <a:ext uri="{FF2B5EF4-FFF2-40B4-BE49-F238E27FC236}">
                <a16:creationId xmlns:a16="http://schemas.microsoft.com/office/drawing/2014/main" id="{BC708517-E931-5496-5E88-479ADB95C4CE}"/>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a:p>
        </p:txBody>
      </p:sp>
      <p:pic>
        <p:nvPicPr>
          <p:cNvPr id="6" name="Graphic 5">
            <a:extLst>
              <a:ext uri="{FF2B5EF4-FFF2-40B4-BE49-F238E27FC236}">
                <a16:creationId xmlns:a16="http://schemas.microsoft.com/office/drawing/2014/main" id="{FA81C286-D88F-FCF8-3B7F-C2AFE17B6495}"/>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428624" y="4243599"/>
            <a:ext cx="1833350" cy="1833350"/>
          </a:xfrm>
          <a:prstGeom prst="rect">
            <a:avLst/>
          </a:prstGeom>
        </p:spPr>
      </p:pic>
    </p:spTree>
    <p:extLst>
      <p:ext uri="{BB962C8B-B14F-4D97-AF65-F5344CB8AC3E}">
        <p14:creationId xmlns:p14="http://schemas.microsoft.com/office/powerpoint/2010/main" val="2004381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ent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defRPr/>
            </a:lvl1pPr>
          </a:lstStyle>
          <a:p>
            <a:r>
              <a:rPr lang="en-US"/>
              <a:t>Title</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a:t>Subtitle</a:t>
            </a:r>
          </a:p>
        </p:txBody>
      </p:sp>
      <p:sp>
        <p:nvSpPr>
          <p:cNvPr id="4" name="Content Placeholder 2">
            <a:extLst>
              <a:ext uri="{FF2B5EF4-FFF2-40B4-BE49-F238E27FC236}">
                <a16:creationId xmlns:a16="http://schemas.microsoft.com/office/drawing/2014/main" id="{73135E85-701C-2A07-70DF-01ECB1643946}"/>
              </a:ext>
            </a:extLst>
          </p:cNvPr>
          <p:cNvSpPr>
            <a:spLocks noGrp="1"/>
          </p:cNvSpPr>
          <p:nvPr>
            <p:ph idx="11" hasCustomPrompt="1"/>
          </p:nvPr>
        </p:nvSpPr>
        <p:spPr>
          <a:xfrm>
            <a:off x="2442950" y="1446212"/>
            <a:ext cx="9323600" cy="4630737"/>
          </a:xfrm>
        </p:spPr>
        <p:txBody>
          <a:bodyPr/>
          <a:lstStyle>
            <a:lvl4pPr>
              <a:defRPr/>
            </a:lvl4pPr>
            <a:lvl5pPr marL="1143000" indent="-228600">
              <a:buFont typeface="Arial" panose="020B0604020202020204" pitchFamily="34" charset="0"/>
              <a:buChar char="•"/>
              <a:defRPr/>
            </a:lvl5pPr>
            <a:lvl6pPr marL="1371600" indent="-228600">
              <a:lnSpc>
                <a:spcPct val="100000"/>
              </a:lnSpc>
              <a:spcBef>
                <a:spcPts val="0"/>
              </a:spcBef>
              <a:spcAft>
                <a:spcPts val="600"/>
              </a:spcAft>
              <a:buFont typeface="Arial" panose="020B0604020202020204" pitchFamily="34" charset="0"/>
              <a:buChar char="•"/>
              <a:defRPr/>
            </a:lvl6pPr>
          </a:lstStyle>
          <a:p>
            <a:pPr lvl="0"/>
            <a:r>
              <a:rPr lang="en-US"/>
              <a:t>Level 01</a:t>
            </a:r>
          </a:p>
          <a:p>
            <a:pPr lvl="1"/>
            <a:r>
              <a:rPr lang="en-US"/>
              <a:t>Level 02</a:t>
            </a:r>
          </a:p>
          <a:p>
            <a:pPr lvl="2"/>
            <a:r>
              <a:rPr lang="en-US"/>
              <a:t>Level 03</a:t>
            </a:r>
          </a:p>
          <a:p>
            <a:pPr lvl="3"/>
            <a:r>
              <a:rPr lang="en-US"/>
              <a:t>Level 04</a:t>
            </a:r>
          </a:p>
          <a:p>
            <a:pPr lvl="4"/>
            <a:r>
              <a:rPr lang="en-US"/>
              <a:t>Level 05</a:t>
            </a:r>
          </a:p>
          <a:p>
            <a:pPr lvl="5"/>
            <a:r>
              <a:rPr lang="en-US"/>
              <a:t>Level 06</a:t>
            </a:r>
          </a:p>
        </p:txBody>
      </p:sp>
      <p:sp>
        <p:nvSpPr>
          <p:cNvPr id="5" name="Slide Number Placeholder 5">
            <a:extLst>
              <a:ext uri="{FF2B5EF4-FFF2-40B4-BE49-F238E27FC236}">
                <a16:creationId xmlns:a16="http://schemas.microsoft.com/office/drawing/2014/main" id="{BC708517-E931-5496-5E88-479ADB95C4CE}"/>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a:p>
        </p:txBody>
      </p:sp>
      <p:pic>
        <p:nvPicPr>
          <p:cNvPr id="6" name="Graphic 5">
            <a:extLst>
              <a:ext uri="{FF2B5EF4-FFF2-40B4-BE49-F238E27FC236}">
                <a16:creationId xmlns:a16="http://schemas.microsoft.com/office/drawing/2014/main" id="{FA81C286-D88F-FCF8-3B7F-C2AFE17B6495}"/>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428624" y="4243599"/>
            <a:ext cx="1833350" cy="1833350"/>
          </a:xfrm>
          <a:prstGeom prst="rect">
            <a:avLst/>
          </a:prstGeom>
        </p:spPr>
      </p:pic>
    </p:spTree>
    <p:extLst>
      <p:ext uri="{BB962C8B-B14F-4D97-AF65-F5344CB8AC3E}">
        <p14:creationId xmlns:p14="http://schemas.microsoft.com/office/powerpoint/2010/main" val="345868845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ent 10">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74B83068-C3D7-CF06-D0DA-182E373A26EB}"/>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16200000">
            <a:off x="8729569" y="-14068"/>
            <a:ext cx="3490567" cy="3490567"/>
          </a:xfrm>
          <a:prstGeom prst="rect">
            <a:avLst/>
          </a:prstGeom>
        </p:spPr>
      </p:pic>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defRPr/>
            </a:lvl1pPr>
          </a:lstStyle>
          <a:p>
            <a:r>
              <a:rPr lang="en-US"/>
              <a:t>Title</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a:t>Subtitle</a:t>
            </a:r>
          </a:p>
        </p:txBody>
      </p:sp>
      <p:sp>
        <p:nvSpPr>
          <p:cNvPr id="4" name="Content Placeholder 2">
            <a:extLst>
              <a:ext uri="{FF2B5EF4-FFF2-40B4-BE49-F238E27FC236}">
                <a16:creationId xmlns:a16="http://schemas.microsoft.com/office/drawing/2014/main" id="{EFFFDD0C-B234-E48F-1117-E71A1BF8BD15}"/>
              </a:ext>
            </a:extLst>
          </p:cNvPr>
          <p:cNvSpPr>
            <a:spLocks noGrp="1"/>
          </p:cNvSpPr>
          <p:nvPr>
            <p:ph idx="11" hasCustomPrompt="1"/>
          </p:nvPr>
        </p:nvSpPr>
        <p:spPr>
          <a:xfrm>
            <a:off x="428624" y="1446212"/>
            <a:ext cx="8442421" cy="4630737"/>
          </a:xfrm>
        </p:spPr>
        <p:txBody>
          <a:bodyPr/>
          <a:lstStyle>
            <a:lvl4pPr>
              <a:defRPr/>
            </a:lvl4pPr>
            <a:lvl5pPr marL="1143000" indent="-228600">
              <a:buFont typeface="Arial" panose="020B0604020202020204" pitchFamily="34" charset="0"/>
              <a:buChar char="•"/>
              <a:defRPr/>
            </a:lvl5pPr>
            <a:lvl6pPr marL="1371600" indent="-228600">
              <a:lnSpc>
                <a:spcPct val="100000"/>
              </a:lnSpc>
              <a:spcBef>
                <a:spcPts val="0"/>
              </a:spcBef>
              <a:spcAft>
                <a:spcPts val="600"/>
              </a:spcAft>
              <a:buFont typeface="Arial" panose="020B0604020202020204" pitchFamily="34" charset="0"/>
              <a:buChar char="•"/>
              <a:defRPr/>
            </a:lvl6pPr>
          </a:lstStyle>
          <a:p>
            <a:pPr lvl="0"/>
            <a:r>
              <a:rPr lang="en-US"/>
              <a:t>Level 01</a:t>
            </a:r>
          </a:p>
          <a:p>
            <a:pPr lvl="1"/>
            <a:r>
              <a:rPr lang="en-US"/>
              <a:t>Level 02</a:t>
            </a:r>
          </a:p>
          <a:p>
            <a:pPr lvl="2"/>
            <a:r>
              <a:rPr lang="en-US"/>
              <a:t>Level 03</a:t>
            </a:r>
          </a:p>
          <a:p>
            <a:pPr lvl="3"/>
            <a:r>
              <a:rPr lang="en-US"/>
              <a:t>Level 04</a:t>
            </a:r>
          </a:p>
          <a:p>
            <a:pPr lvl="4"/>
            <a:r>
              <a:rPr lang="en-US"/>
              <a:t>Level 05</a:t>
            </a:r>
          </a:p>
          <a:p>
            <a:pPr lvl="5"/>
            <a:r>
              <a:rPr lang="en-US"/>
              <a:t>Level 06</a:t>
            </a:r>
          </a:p>
        </p:txBody>
      </p:sp>
      <p:sp>
        <p:nvSpPr>
          <p:cNvPr id="5" name="Slide Number Placeholder 5">
            <a:extLst>
              <a:ext uri="{FF2B5EF4-FFF2-40B4-BE49-F238E27FC236}">
                <a16:creationId xmlns:a16="http://schemas.microsoft.com/office/drawing/2014/main" id="{BDE734DA-A69E-9628-9005-8E3F6FFEB9D9}"/>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a:p>
        </p:txBody>
      </p:sp>
    </p:spTree>
    <p:extLst>
      <p:ext uri="{BB962C8B-B14F-4D97-AF65-F5344CB8AC3E}">
        <p14:creationId xmlns:p14="http://schemas.microsoft.com/office/powerpoint/2010/main" val="254277809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nt 11">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74B83068-C3D7-CF06-D0DA-182E373A26EB}"/>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16200000">
            <a:off x="8729569" y="-14068"/>
            <a:ext cx="3490567" cy="3490567"/>
          </a:xfrm>
          <a:prstGeom prst="rect">
            <a:avLst/>
          </a:prstGeom>
        </p:spPr>
      </p:pic>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defRPr/>
            </a:lvl1pPr>
          </a:lstStyle>
          <a:p>
            <a:r>
              <a:rPr lang="en-US"/>
              <a:t>Title</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a:t>Subtitle</a:t>
            </a:r>
          </a:p>
        </p:txBody>
      </p:sp>
      <p:sp>
        <p:nvSpPr>
          <p:cNvPr id="4" name="Content Placeholder 2">
            <a:extLst>
              <a:ext uri="{FF2B5EF4-FFF2-40B4-BE49-F238E27FC236}">
                <a16:creationId xmlns:a16="http://schemas.microsoft.com/office/drawing/2014/main" id="{0CA31D4C-9EC0-0FDC-B08E-7FAC603BC4A8}"/>
              </a:ext>
            </a:extLst>
          </p:cNvPr>
          <p:cNvSpPr>
            <a:spLocks noGrp="1"/>
          </p:cNvSpPr>
          <p:nvPr>
            <p:ph idx="11" hasCustomPrompt="1"/>
          </p:nvPr>
        </p:nvSpPr>
        <p:spPr>
          <a:xfrm>
            <a:off x="428624" y="1446212"/>
            <a:ext cx="8442421" cy="4630737"/>
          </a:xfrm>
        </p:spPr>
        <p:txBody>
          <a:bodyPr/>
          <a:lstStyle>
            <a:lvl4pPr>
              <a:defRPr/>
            </a:lvl4pPr>
            <a:lvl5pPr marL="1143000" indent="-228600">
              <a:buFont typeface="Arial" panose="020B0604020202020204" pitchFamily="34" charset="0"/>
              <a:buChar char="•"/>
              <a:defRPr/>
            </a:lvl5pPr>
            <a:lvl6pPr marL="1371600" indent="-228600">
              <a:lnSpc>
                <a:spcPct val="100000"/>
              </a:lnSpc>
              <a:spcBef>
                <a:spcPts val="0"/>
              </a:spcBef>
              <a:spcAft>
                <a:spcPts val="600"/>
              </a:spcAft>
              <a:buFont typeface="Arial" panose="020B0604020202020204" pitchFamily="34" charset="0"/>
              <a:buChar char="•"/>
              <a:defRPr/>
            </a:lvl6pPr>
          </a:lstStyle>
          <a:p>
            <a:pPr lvl="0"/>
            <a:r>
              <a:rPr lang="en-US"/>
              <a:t>Level 01</a:t>
            </a:r>
          </a:p>
          <a:p>
            <a:pPr lvl="1"/>
            <a:r>
              <a:rPr lang="en-US"/>
              <a:t>Level 02</a:t>
            </a:r>
          </a:p>
          <a:p>
            <a:pPr lvl="2"/>
            <a:r>
              <a:rPr lang="en-US"/>
              <a:t>Level 03</a:t>
            </a:r>
          </a:p>
          <a:p>
            <a:pPr lvl="3"/>
            <a:r>
              <a:rPr lang="en-US"/>
              <a:t>Level 04</a:t>
            </a:r>
          </a:p>
          <a:p>
            <a:pPr lvl="4"/>
            <a:r>
              <a:rPr lang="en-US"/>
              <a:t>Level 05</a:t>
            </a:r>
          </a:p>
          <a:p>
            <a:pPr lvl="5"/>
            <a:r>
              <a:rPr lang="en-US"/>
              <a:t>Level 06</a:t>
            </a:r>
          </a:p>
        </p:txBody>
      </p:sp>
      <p:sp>
        <p:nvSpPr>
          <p:cNvPr id="5" name="Slide Number Placeholder 5">
            <a:extLst>
              <a:ext uri="{FF2B5EF4-FFF2-40B4-BE49-F238E27FC236}">
                <a16:creationId xmlns:a16="http://schemas.microsoft.com/office/drawing/2014/main" id="{BDE734DA-A69E-9628-9005-8E3F6FFEB9D9}"/>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a:p>
        </p:txBody>
      </p:sp>
    </p:spTree>
    <p:extLst>
      <p:ext uri="{BB962C8B-B14F-4D97-AF65-F5344CB8AC3E}">
        <p14:creationId xmlns:p14="http://schemas.microsoft.com/office/powerpoint/2010/main" val="30491828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ntent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defRPr/>
            </a:lvl1pPr>
          </a:lstStyle>
          <a:p>
            <a:r>
              <a:rPr lang="en-US"/>
              <a:t>Title</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a:t>Subtitle</a:t>
            </a:r>
          </a:p>
        </p:txBody>
      </p:sp>
      <p:sp>
        <p:nvSpPr>
          <p:cNvPr id="3" name="Content Placeholder 2">
            <a:extLst>
              <a:ext uri="{FF2B5EF4-FFF2-40B4-BE49-F238E27FC236}">
                <a16:creationId xmlns:a16="http://schemas.microsoft.com/office/drawing/2014/main" id="{DE53F9C9-7BFC-1D24-B33A-98C5AEE75744}"/>
              </a:ext>
            </a:extLst>
          </p:cNvPr>
          <p:cNvSpPr>
            <a:spLocks noGrp="1"/>
          </p:cNvSpPr>
          <p:nvPr>
            <p:ph idx="11" hasCustomPrompt="1"/>
          </p:nvPr>
        </p:nvSpPr>
        <p:spPr>
          <a:xfrm>
            <a:off x="2197290" y="3084394"/>
            <a:ext cx="6680491" cy="2992555"/>
          </a:xfrm>
        </p:spPr>
        <p:txBody>
          <a:bodyPr/>
          <a:lstStyle>
            <a:lvl4pPr>
              <a:defRPr/>
            </a:lvl4pPr>
            <a:lvl5pPr marL="1143000" indent="-228600">
              <a:buFont typeface="Arial" panose="020B0604020202020204" pitchFamily="34" charset="0"/>
              <a:buChar char="•"/>
              <a:defRPr/>
            </a:lvl5pPr>
            <a:lvl6pPr marL="1371600" indent="-228600">
              <a:lnSpc>
                <a:spcPct val="100000"/>
              </a:lnSpc>
              <a:spcBef>
                <a:spcPts val="0"/>
              </a:spcBef>
              <a:spcAft>
                <a:spcPts val="600"/>
              </a:spcAft>
              <a:buFont typeface="Arial" panose="020B0604020202020204" pitchFamily="34" charset="0"/>
              <a:buChar char="•"/>
              <a:defRPr/>
            </a:lvl6pPr>
          </a:lstStyle>
          <a:p>
            <a:pPr lvl="0"/>
            <a:r>
              <a:rPr lang="en-US"/>
              <a:t>Level 01</a:t>
            </a:r>
          </a:p>
          <a:p>
            <a:pPr lvl="1"/>
            <a:r>
              <a:rPr lang="en-US"/>
              <a:t>Level 02</a:t>
            </a:r>
          </a:p>
          <a:p>
            <a:pPr lvl="2"/>
            <a:r>
              <a:rPr lang="en-US"/>
              <a:t>Level 03</a:t>
            </a:r>
          </a:p>
          <a:p>
            <a:pPr lvl="3"/>
            <a:r>
              <a:rPr lang="en-US"/>
              <a:t>Level 04</a:t>
            </a:r>
          </a:p>
          <a:p>
            <a:pPr lvl="4"/>
            <a:r>
              <a:rPr lang="en-US"/>
              <a:t>Level 05</a:t>
            </a:r>
          </a:p>
          <a:p>
            <a:pPr lvl="5"/>
            <a:r>
              <a:rPr lang="en-US"/>
              <a:t>Level 06</a:t>
            </a:r>
          </a:p>
        </p:txBody>
      </p:sp>
      <p:sp>
        <p:nvSpPr>
          <p:cNvPr id="5" name="Slide Number Placeholder 5">
            <a:extLst>
              <a:ext uri="{FF2B5EF4-FFF2-40B4-BE49-F238E27FC236}">
                <a16:creationId xmlns:a16="http://schemas.microsoft.com/office/drawing/2014/main" id="{BDE734DA-A69E-9628-9005-8E3F6FFEB9D9}"/>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a:p>
        </p:txBody>
      </p:sp>
      <p:grpSp>
        <p:nvGrpSpPr>
          <p:cNvPr id="4" name="Group 3">
            <a:extLst>
              <a:ext uri="{FF2B5EF4-FFF2-40B4-BE49-F238E27FC236}">
                <a16:creationId xmlns:a16="http://schemas.microsoft.com/office/drawing/2014/main" id="{D6A5A712-8133-290C-17E5-6ADEAD979366}"/>
              </a:ext>
              <a:ext uri="{C183D7F6-B498-43B3-948B-1728B52AA6E4}">
                <adec:decorative xmlns:adec="http://schemas.microsoft.com/office/drawing/2017/decorative" val="1"/>
              </a:ext>
            </a:extLst>
          </p:cNvPr>
          <p:cNvGrpSpPr/>
          <p:nvPr userDrawn="1"/>
        </p:nvGrpSpPr>
        <p:grpSpPr>
          <a:xfrm>
            <a:off x="428624" y="1446213"/>
            <a:ext cx="11343915" cy="4631059"/>
            <a:chOff x="428624" y="1446213"/>
            <a:chExt cx="11343915" cy="4631059"/>
          </a:xfrm>
        </p:grpSpPr>
        <p:pic>
          <p:nvPicPr>
            <p:cNvPr id="7" name="Graphic 6">
              <a:extLst>
                <a:ext uri="{FF2B5EF4-FFF2-40B4-BE49-F238E27FC236}">
                  <a16:creationId xmlns:a16="http://schemas.microsoft.com/office/drawing/2014/main" id="{64AC1AE4-3636-2591-EBF8-5A2493285FC6}"/>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428624" y="1446213"/>
              <a:ext cx="2734491" cy="2734491"/>
            </a:xfrm>
            <a:prstGeom prst="rect">
              <a:avLst/>
            </a:prstGeom>
          </p:spPr>
        </p:pic>
        <p:pic>
          <p:nvPicPr>
            <p:cNvPr id="10" name="Graphic 9">
              <a:extLst>
                <a:ext uri="{FF2B5EF4-FFF2-40B4-BE49-F238E27FC236}">
                  <a16:creationId xmlns:a16="http://schemas.microsoft.com/office/drawing/2014/main" id="{22501D31-6936-420C-ACFF-982A91913057}"/>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10800000">
              <a:off x="9038048" y="3342781"/>
              <a:ext cx="2734491" cy="2734491"/>
            </a:xfrm>
            <a:prstGeom prst="rect">
              <a:avLst/>
            </a:prstGeom>
          </p:spPr>
        </p:pic>
      </p:grpSp>
    </p:spTree>
    <p:extLst>
      <p:ext uri="{BB962C8B-B14F-4D97-AF65-F5344CB8AC3E}">
        <p14:creationId xmlns:p14="http://schemas.microsoft.com/office/powerpoint/2010/main" val="360005425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ent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defRPr/>
            </a:lvl1pPr>
          </a:lstStyle>
          <a:p>
            <a:r>
              <a:rPr lang="en-US"/>
              <a:t>Title</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a:t>Subtitle</a:t>
            </a:r>
          </a:p>
        </p:txBody>
      </p:sp>
      <p:sp>
        <p:nvSpPr>
          <p:cNvPr id="3" name="Content Placeholder 2">
            <a:extLst>
              <a:ext uri="{FF2B5EF4-FFF2-40B4-BE49-F238E27FC236}">
                <a16:creationId xmlns:a16="http://schemas.microsoft.com/office/drawing/2014/main" id="{A23D37F2-34C1-3164-2998-05614FE79C95}"/>
              </a:ext>
            </a:extLst>
          </p:cNvPr>
          <p:cNvSpPr>
            <a:spLocks noGrp="1"/>
          </p:cNvSpPr>
          <p:nvPr>
            <p:ph idx="11" hasCustomPrompt="1"/>
          </p:nvPr>
        </p:nvSpPr>
        <p:spPr>
          <a:xfrm>
            <a:off x="2197290" y="3084394"/>
            <a:ext cx="6680491" cy="2992555"/>
          </a:xfrm>
        </p:spPr>
        <p:txBody>
          <a:bodyPr/>
          <a:lstStyle>
            <a:lvl4pPr>
              <a:defRPr/>
            </a:lvl4pPr>
            <a:lvl5pPr marL="1143000" indent="-228600">
              <a:buFont typeface="Arial" panose="020B0604020202020204" pitchFamily="34" charset="0"/>
              <a:buChar char="•"/>
              <a:defRPr/>
            </a:lvl5pPr>
            <a:lvl6pPr marL="1371600" indent="-228600">
              <a:lnSpc>
                <a:spcPct val="100000"/>
              </a:lnSpc>
              <a:spcBef>
                <a:spcPts val="0"/>
              </a:spcBef>
              <a:spcAft>
                <a:spcPts val="600"/>
              </a:spcAft>
              <a:buFont typeface="Arial" panose="020B0604020202020204" pitchFamily="34" charset="0"/>
              <a:buChar char="•"/>
              <a:defRPr/>
            </a:lvl6pPr>
          </a:lstStyle>
          <a:p>
            <a:pPr lvl="0"/>
            <a:r>
              <a:rPr lang="en-US"/>
              <a:t>Level 01</a:t>
            </a:r>
          </a:p>
          <a:p>
            <a:pPr lvl="1"/>
            <a:r>
              <a:rPr lang="en-US"/>
              <a:t>Level 02</a:t>
            </a:r>
          </a:p>
          <a:p>
            <a:pPr lvl="2"/>
            <a:r>
              <a:rPr lang="en-US"/>
              <a:t>Level 03</a:t>
            </a:r>
          </a:p>
          <a:p>
            <a:pPr lvl="3"/>
            <a:r>
              <a:rPr lang="en-US"/>
              <a:t>Level 04</a:t>
            </a:r>
          </a:p>
          <a:p>
            <a:pPr lvl="4"/>
            <a:r>
              <a:rPr lang="en-US"/>
              <a:t>Level 05</a:t>
            </a:r>
          </a:p>
          <a:p>
            <a:pPr lvl="5"/>
            <a:r>
              <a:rPr lang="en-US"/>
              <a:t>Level 06</a:t>
            </a:r>
          </a:p>
        </p:txBody>
      </p:sp>
      <p:sp>
        <p:nvSpPr>
          <p:cNvPr id="5" name="Slide Number Placeholder 5">
            <a:extLst>
              <a:ext uri="{FF2B5EF4-FFF2-40B4-BE49-F238E27FC236}">
                <a16:creationId xmlns:a16="http://schemas.microsoft.com/office/drawing/2014/main" id="{BDE734DA-A69E-9628-9005-8E3F6FFEB9D9}"/>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a:p>
        </p:txBody>
      </p:sp>
      <p:grpSp>
        <p:nvGrpSpPr>
          <p:cNvPr id="4" name="Group 3">
            <a:extLst>
              <a:ext uri="{FF2B5EF4-FFF2-40B4-BE49-F238E27FC236}">
                <a16:creationId xmlns:a16="http://schemas.microsoft.com/office/drawing/2014/main" id="{DB93FC7F-A043-26E0-2447-B14E4009E497}"/>
              </a:ext>
              <a:ext uri="{C183D7F6-B498-43B3-948B-1728B52AA6E4}">
                <adec:decorative xmlns:adec="http://schemas.microsoft.com/office/drawing/2017/decorative" val="1"/>
              </a:ext>
            </a:extLst>
          </p:cNvPr>
          <p:cNvGrpSpPr/>
          <p:nvPr userDrawn="1"/>
        </p:nvGrpSpPr>
        <p:grpSpPr>
          <a:xfrm>
            <a:off x="428624" y="1446213"/>
            <a:ext cx="11343915" cy="4631059"/>
            <a:chOff x="428624" y="1446213"/>
            <a:chExt cx="11343915" cy="4631059"/>
          </a:xfrm>
        </p:grpSpPr>
        <p:pic>
          <p:nvPicPr>
            <p:cNvPr id="7" name="Graphic 6">
              <a:extLst>
                <a:ext uri="{FF2B5EF4-FFF2-40B4-BE49-F238E27FC236}">
                  <a16:creationId xmlns:a16="http://schemas.microsoft.com/office/drawing/2014/main" id="{64AC1AE4-3636-2591-EBF8-5A2493285FC6}"/>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428624" y="1446213"/>
              <a:ext cx="2734491" cy="2734491"/>
            </a:xfrm>
            <a:prstGeom prst="rect">
              <a:avLst/>
            </a:prstGeom>
          </p:spPr>
        </p:pic>
        <p:pic>
          <p:nvPicPr>
            <p:cNvPr id="9" name="Graphic 8">
              <a:extLst>
                <a:ext uri="{FF2B5EF4-FFF2-40B4-BE49-F238E27FC236}">
                  <a16:creationId xmlns:a16="http://schemas.microsoft.com/office/drawing/2014/main" id="{7CD25A46-D852-06A3-C070-0D7F9D2DFDF4}"/>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10800000">
              <a:off x="9038048" y="3342781"/>
              <a:ext cx="2734491" cy="2734491"/>
            </a:xfrm>
            <a:prstGeom prst="rect">
              <a:avLst/>
            </a:prstGeom>
          </p:spPr>
        </p:pic>
      </p:grpSp>
    </p:spTree>
    <p:extLst>
      <p:ext uri="{BB962C8B-B14F-4D97-AF65-F5344CB8AC3E}">
        <p14:creationId xmlns:p14="http://schemas.microsoft.com/office/powerpoint/2010/main" val="356878274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ntent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defRPr/>
            </a:lvl1pPr>
          </a:lstStyle>
          <a:p>
            <a:r>
              <a:rPr lang="en-US"/>
              <a:t>Title</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a:t>Subtitle</a:t>
            </a:r>
          </a:p>
        </p:txBody>
      </p:sp>
      <p:sp>
        <p:nvSpPr>
          <p:cNvPr id="6" name="Content Placeholder 2">
            <a:extLst>
              <a:ext uri="{FF2B5EF4-FFF2-40B4-BE49-F238E27FC236}">
                <a16:creationId xmlns:a16="http://schemas.microsoft.com/office/drawing/2014/main" id="{AC8AC44C-BB04-C5BB-3272-F65FD685E841}"/>
              </a:ext>
            </a:extLst>
          </p:cNvPr>
          <p:cNvSpPr>
            <a:spLocks noGrp="1"/>
          </p:cNvSpPr>
          <p:nvPr>
            <p:ph idx="11" hasCustomPrompt="1"/>
          </p:nvPr>
        </p:nvSpPr>
        <p:spPr>
          <a:xfrm>
            <a:off x="2197290" y="3084394"/>
            <a:ext cx="6680491" cy="2992555"/>
          </a:xfrm>
        </p:spPr>
        <p:txBody>
          <a:bodyPr/>
          <a:lstStyle>
            <a:lvl4pPr>
              <a:defRPr/>
            </a:lvl4pPr>
            <a:lvl5pPr marL="1143000" indent="-228600">
              <a:buFont typeface="Arial" panose="020B0604020202020204" pitchFamily="34" charset="0"/>
              <a:buChar char="•"/>
              <a:defRPr/>
            </a:lvl5pPr>
            <a:lvl6pPr marL="1371600" indent="-228600">
              <a:lnSpc>
                <a:spcPct val="100000"/>
              </a:lnSpc>
              <a:spcBef>
                <a:spcPts val="0"/>
              </a:spcBef>
              <a:spcAft>
                <a:spcPts val="600"/>
              </a:spcAft>
              <a:buFont typeface="Arial" panose="020B0604020202020204" pitchFamily="34" charset="0"/>
              <a:buChar char="•"/>
              <a:defRPr/>
            </a:lvl6pPr>
          </a:lstStyle>
          <a:p>
            <a:pPr lvl="0"/>
            <a:r>
              <a:rPr lang="en-US"/>
              <a:t>Level 01</a:t>
            </a:r>
          </a:p>
          <a:p>
            <a:pPr lvl="1"/>
            <a:r>
              <a:rPr lang="en-US"/>
              <a:t>Level 02</a:t>
            </a:r>
          </a:p>
          <a:p>
            <a:pPr lvl="2"/>
            <a:r>
              <a:rPr lang="en-US"/>
              <a:t>Level 03</a:t>
            </a:r>
          </a:p>
          <a:p>
            <a:pPr lvl="3"/>
            <a:r>
              <a:rPr lang="en-US"/>
              <a:t>Level 04</a:t>
            </a:r>
          </a:p>
          <a:p>
            <a:pPr lvl="4"/>
            <a:r>
              <a:rPr lang="en-US"/>
              <a:t>Level 05</a:t>
            </a:r>
          </a:p>
          <a:p>
            <a:pPr lvl="5"/>
            <a:r>
              <a:rPr lang="en-US"/>
              <a:t>Level 06</a:t>
            </a:r>
          </a:p>
        </p:txBody>
      </p:sp>
      <p:sp>
        <p:nvSpPr>
          <p:cNvPr id="5" name="Slide Number Placeholder 5">
            <a:extLst>
              <a:ext uri="{FF2B5EF4-FFF2-40B4-BE49-F238E27FC236}">
                <a16:creationId xmlns:a16="http://schemas.microsoft.com/office/drawing/2014/main" id="{BDE734DA-A69E-9628-9005-8E3F6FFEB9D9}"/>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a:p>
        </p:txBody>
      </p:sp>
      <p:grpSp>
        <p:nvGrpSpPr>
          <p:cNvPr id="3" name="Group 2">
            <a:extLst>
              <a:ext uri="{FF2B5EF4-FFF2-40B4-BE49-F238E27FC236}">
                <a16:creationId xmlns:a16="http://schemas.microsoft.com/office/drawing/2014/main" id="{4DDA2B42-149F-7889-73F5-F477CDA98DAA}"/>
              </a:ext>
              <a:ext uri="{C183D7F6-B498-43B3-948B-1728B52AA6E4}">
                <adec:decorative xmlns:adec="http://schemas.microsoft.com/office/drawing/2017/decorative" val="1"/>
              </a:ext>
            </a:extLst>
          </p:cNvPr>
          <p:cNvGrpSpPr/>
          <p:nvPr userDrawn="1"/>
        </p:nvGrpSpPr>
        <p:grpSpPr>
          <a:xfrm>
            <a:off x="428624" y="1446213"/>
            <a:ext cx="11343915" cy="4631059"/>
            <a:chOff x="428624" y="1446213"/>
            <a:chExt cx="11343915" cy="4631059"/>
          </a:xfrm>
        </p:grpSpPr>
        <p:pic>
          <p:nvPicPr>
            <p:cNvPr id="7" name="Graphic 6">
              <a:extLst>
                <a:ext uri="{FF2B5EF4-FFF2-40B4-BE49-F238E27FC236}">
                  <a16:creationId xmlns:a16="http://schemas.microsoft.com/office/drawing/2014/main" id="{64AC1AE4-3636-2591-EBF8-5A2493285FC6}"/>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428624" y="1446213"/>
              <a:ext cx="2734491" cy="2734491"/>
            </a:xfrm>
            <a:prstGeom prst="rect">
              <a:avLst/>
            </a:prstGeom>
          </p:spPr>
        </p:pic>
        <p:pic>
          <p:nvPicPr>
            <p:cNvPr id="4" name="Graphic 3">
              <a:extLst>
                <a:ext uri="{FF2B5EF4-FFF2-40B4-BE49-F238E27FC236}">
                  <a16:creationId xmlns:a16="http://schemas.microsoft.com/office/drawing/2014/main" id="{DF69ABC1-670A-EF0D-7C56-BD06F9D02512}"/>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10800000">
              <a:off x="9038048" y="3342781"/>
              <a:ext cx="2734491" cy="2734491"/>
            </a:xfrm>
            <a:prstGeom prst="rect">
              <a:avLst/>
            </a:prstGeom>
          </p:spPr>
        </p:pic>
      </p:grpSp>
    </p:spTree>
    <p:extLst>
      <p:ext uri="{BB962C8B-B14F-4D97-AF65-F5344CB8AC3E}">
        <p14:creationId xmlns:p14="http://schemas.microsoft.com/office/powerpoint/2010/main" val="427906671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itre seul">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lnSpc>
                <a:spcPct val="100000"/>
              </a:lnSpc>
              <a:defRPr/>
            </a:lvl1pPr>
          </a:lstStyle>
          <a:p>
            <a:r>
              <a:rPr lang="en-US"/>
              <a:t>Title</a:t>
            </a:r>
          </a:p>
        </p:txBody>
      </p:sp>
      <p:sp>
        <p:nvSpPr>
          <p:cNvPr id="4" name="Text Placeholder 7">
            <a:extLst>
              <a:ext uri="{FF2B5EF4-FFF2-40B4-BE49-F238E27FC236}">
                <a16:creationId xmlns:a16="http://schemas.microsoft.com/office/drawing/2014/main" id="{F0FEDF7D-16CB-CED7-A7AF-90CBDF7D6705}"/>
              </a:ext>
            </a:extLst>
          </p:cNvPr>
          <p:cNvSpPr>
            <a:spLocks noGrp="1"/>
          </p:cNvSpPr>
          <p:nvPr>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a:t>Subtitle</a:t>
            </a:r>
          </a:p>
        </p:txBody>
      </p:sp>
      <p:sp>
        <p:nvSpPr>
          <p:cNvPr id="3" name="Slide Number Placeholder 5">
            <a:extLst>
              <a:ext uri="{FF2B5EF4-FFF2-40B4-BE49-F238E27FC236}">
                <a16:creationId xmlns:a16="http://schemas.microsoft.com/office/drawing/2014/main" id="{835715C9-752F-27C5-8AC2-5672C84C6123}"/>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a:p>
        </p:txBody>
      </p:sp>
    </p:spTree>
    <p:extLst>
      <p:ext uri="{BB962C8B-B14F-4D97-AF65-F5344CB8AC3E}">
        <p14:creationId xmlns:p14="http://schemas.microsoft.com/office/powerpoint/2010/main" val="269329783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Without title">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B371D70F-68B5-DD4A-6E9F-DB676EF7BC3A}"/>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a:p>
        </p:txBody>
      </p:sp>
    </p:spTree>
    <p:extLst>
      <p:ext uri="{BB962C8B-B14F-4D97-AF65-F5344CB8AC3E}">
        <p14:creationId xmlns:p14="http://schemas.microsoft.com/office/powerpoint/2010/main" val="288369067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V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32837291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wo column">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048785D0-F5D7-C2BD-C6A9-98DBFBDFE1F9}"/>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flipV="1">
            <a:off x="10822330" y="1"/>
            <a:ext cx="1369670" cy="1369670"/>
          </a:xfrm>
          <a:prstGeom prst="rect">
            <a:avLst/>
          </a:prstGeom>
        </p:spPr>
      </p:pic>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defRPr/>
            </a:lvl1pPr>
          </a:lstStyle>
          <a:p>
            <a:r>
              <a:rPr lang="en-US"/>
              <a:t>Title</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a:t>Subtitle</a:t>
            </a:r>
          </a:p>
        </p:txBody>
      </p:sp>
      <p:sp>
        <p:nvSpPr>
          <p:cNvPr id="7" name="Content Placeholder 2">
            <a:extLst>
              <a:ext uri="{FF2B5EF4-FFF2-40B4-BE49-F238E27FC236}">
                <a16:creationId xmlns:a16="http://schemas.microsoft.com/office/drawing/2014/main" id="{4F4ECEB7-E07A-7A71-72F2-6E250063872D}"/>
              </a:ext>
            </a:extLst>
          </p:cNvPr>
          <p:cNvSpPr>
            <a:spLocks noGrp="1"/>
          </p:cNvSpPr>
          <p:nvPr>
            <p:ph idx="12" hasCustomPrompt="1"/>
          </p:nvPr>
        </p:nvSpPr>
        <p:spPr>
          <a:xfrm>
            <a:off x="428624" y="1446212"/>
            <a:ext cx="5486400" cy="4630737"/>
          </a:xfrm>
        </p:spPr>
        <p:txBody>
          <a:bodyPr/>
          <a:lstStyle>
            <a:lvl4pPr>
              <a:defRPr/>
            </a:lvl4pPr>
            <a:lvl5pPr marL="1143000" indent="-228600">
              <a:buFont typeface="Arial" panose="020B0604020202020204" pitchFamily="34" charset="0"/>
              <a:buChar char="•"/>
              <a:defRPr/>
            </a:lvl5pPr>
            <a:lvl6pPr marL="1371600" indent="-228600">
              <a:lnSpc>
                <a:spcPct val="100000"/>
              </a:lnSpc>
              <a:spcBef>
                <a:spcPts val="0"/>
              </a:spcBef>
              <a:spcAft>
                <a:spcPts val="600"/>
              </a:spcAft>
              <a:buFont typeface="Arial" panose="020B0604020202020204" pitchFamily="34" charset="0"/>
              <a:buChar char="•"/>
              <a:defRPr/>
            </a:lvl6pPr>
          </a:lstStyle>
          <a:p>
            <a:pPr lvl="0"/>
            <a:r>
              <a:rPr lang="en-US"/>
              <a:t>Level 01</a:t>
            </a:r>
          </a:p>
          <a:p>
            <a:pPr lvl="1"/>
            <a:r>
              <a:rPr lang="en-US"/>
              <a:t>Level 02</a:t>
            </a:r>
          </a:p>
          <a:p>
            <a:pPr lvl="2"/>
            <a:r>
              <a:rPr lang="en-US"/>
              <a:t>Level 03</a:t>
            </a:r>
          </a:p>
          <a:p>
            <a:pPr lvl="3"/>
            <a:r>
              <a:rPr lang="en-US"/>
              <a:t>Level 04</a:t>
            </a:r>
          </a:p>
          <a:p>
            <a:pPr lvl="4"/>
            <a:r>
              <a:rPr lang="en-US"/>
              <a:t>Level 05</a:t>
            </a:r>
          </a:p>
          <a:p>
            <a:pPr lvl="5"/>
            <a:r>
              <a:rPr lang="en-US"/>
              <a:t>Level 06</a:t>
            </a:r>
          </a:p>
        </p:txBody>
      </p:sp>
      <p:sp>
        <p:nvSpPr>
          <p:cNvPr id="9" name="Content Placeholder 2">
            <a:extLst>
              <a:ext uri="{FF2B5EF4-FFF2-40B4-BE49-F238E27FC236}">
                <a16:creationId xmlns:a16="http://schemas.microsoft.com/office/drawing/2014/main" id="{32FF7271-3C8C-31AB-981B-7467A0E264E1}"/>
              </a:ext>
            </a:extLst>
          </p:cNvPr>
          <p:cNvSpPr>
            <a:spLocks noGrp="1"/>
          </p:cNvSpPr>
          <p:nvPr>
            <p:ph idx="13" hasCustomPrompt="1"/>
          </p:nvPr>
        </p:nvSpPr>
        <p:spPr>
          <a:xfrm>
            <a:off x="6280150" y="1446212"/>
            <a:ext cx="5486400" cy="4630737"/>
          </a:xfrm>
        </p:spPr>
        <p:txBody>
          <a:bodyPr/>
          <a:lstStyle>
            <a:lvl4pPr>
              <a:defRPr/>
            </a:lvl4pPr>
            <a:lvl5pPr marL="1143000" indent="-228600">
              <a:buFont typeface="Arial" panose="020B0604020202020204" pitchFamily="34" charset="0"/>
              <a:buChar char="•"/>
              <a:defRPr/>
            </a:lvl5pPr>
            <a:lvl6pPr marL="1371600" indent="-228600">
              <a:lnSpc>
                <a:spcPct val="100000"/>
              </a:lnSpc>
              <a:spcBef>
                <a:spcPts val="0"/>
              </a:spcBef>
              <a:spcAft>
                <a:spcPts val="600"/>
              </a:spcAft>
              <a:buFont typeface="Arial" panose="020B0604020202020204" pitchFamily="34" charset="0"/>
              <a:buChar char="•"/>
              <a:defRPr/>
            </a:lvl6pPr>
          </a:lstStyle>
          <a:p>
            <a:pPr lvl="0"/>
            <a:r>
              <a:rPr lang="en-US"/>
              <a:t>Level 01</a:t>
            </a:r>
          </a:p>
          <a:p>
            <a:pPr lvl="1"/>
            <a:r>
              <a:rPr lang="en-US"/>
              <a:t>Level 02</a:t>
            </a:r>
          </a:p>
          <a:p>
            <a:pPr lvl="2"/>
            <a:r>
              <a:rPr lang="en-US"/>
              <a:t>Level 03</a:t>
            </a:r>
          </a:p>
          <a:p>
            <a:pPr lvl="3"/>
            <a:r>
              <a:rPr lang="en-US"/>
              <a:t>Level 04</a:t>
            </a:r>
          </a:p>
          <a:p>
            <a:pPr lvl="4"/>
            <a:r>
              <a:rPr lang="en-US"/>
              <a:t>Level 05</a:t>
            </a:r>
          </a:p>
          <a:p>
            <a:pPr lvl="5"/>
            <a:r>
              <a:rPr lang="en-US"/>
              <a:t>Level 06</a:t>
            </a:r>
          </a:p>
        </p:txBody>
      </p:sp>
      <p:sp>
        <p:nvSpPr>
          <p:cNvPr id="4" name="Slide Number Placeholder 5">
            <a:extLst>
              <a:ext uri="{FF2B5EF4-FFF2-40B4-BE49-F238E27FC236}">
                <a16:creationId xmlns:a16="http://schemas.microsoft.com/office/drawing/2014/main" id="{DD5FC312-F0E9-0D35-0A90-49621D92794E}"/>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a:p>
        </p:txBody>
      </p:sp>
      <p:cxnSp>
        <p:nvCxnSpPr>
          <p:cNvPr id="3" name="Straight Connector 2">
            <a:extLst>
              <a:ext uri="{FF2B5EF4-FFF2-40B4-BE49-F238E27FC236}">
                <a16:creationId xmlns:a16="http://schemas.microsoft.com/office/drawing/2014/main" id="{1E0EAC6A-A6C2-66A3-C8C0-3F5ABACF7D2C}"/>
              </a:ext>
              <a:ext uri="{C183D7F6-B498-43B3-948B-1728B52AA6E4}">
                <adec:decorative xmlns:adec="http://schemas.microsoft.com/office/drawing/2017/decorative" val="1"/>
              </a:ext>
            </a:extLst>
          </p:cNvPr>
          <p:cNvCxnSpPr>
            <a:cxnSpLocks/>
          </p:cNvCxnSpPr>
          <p:nvPr userDrawn="1"/>
        </p:nvCxnSpPr>
        <p:spPr>
          <a:xfrm>
            <a:off x="6097587" y="1446213"/>
            <a:ext cx="0" cy="4630737"/>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4211703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hree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defRPr/>
            </a:lvl1pPr>
          </a:lstStyle>
          <a:p>
            <a:r>
              <a:rPr lang="en-US"/>
              <a:t>Title</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a:t>Subtitle</a:t>
            </a:r>
          </a:p>
        </p:txBody>
      </p:sp>
      <p:sp>
        <p:nvSpPr>
          <p:cNvPr id="4" name="Text Placeholder 11">
            <a:extLst>
              <a:ext uri="{FF2B5EF4-FFF2-40B4-BE49-F238E27FC236}">
                <a16:creationId xmlns:a16="http://schemas.microsoft.com/office/drawing/2014/main" id="{2387BA6D-A7AE-3F35-E292-AB3A29B17098}"/>
              </a:ext>
            </a:extLst>
          </p:cNvPr>
          <p:cNvSpPr>
            <a:spLocks noGrp="1"/>
          </p:cNvSpPr>
          <p:nvPr>
            <p:ph type="body" sz="quarter" idx="13" hasCustomPrompt="1"/>
          </p:nvPr>
        </p:nvSpPr>
        <p:spPr>
          <a:xfrm>
            <a:off x="428624" y="1446212"/>
            <a:ext cx="3566160" cy="4630737"/>
          </a:xfrm>
        </p:spPr>
        <p:txBody>
          <a:bodyPr lIns="0" tIns="0" rIns="0" bIns="0"/>
          <a:lstStyle/>
          <a:p>
            <a:pPr lvl="0"/>
            <a:r>
              <a:rPr lang="en-US"/>
              <a:t>Level 01</a:t>
            </a:r>
          </a:p>
          <a:p>
            <a:pPr lvl="1"/>
            <a:r>
              <a:rPr lang="en-US"/>
              <a:t>Level 02</a:t>
            </a:r>
          </a:p>
          <a:p>
            <a:pPr lvl="2"/>
            <a:r>
              <a:rPr lang="en-US"/>
              <a:t>Level 03</a:t>
            </a:r>
          </a:p>
          <a:p>
            <a:pPr lvl="3"/>
            <a:r>
              <a:rPr lang="en-US"/>
              <a:t>Level 04</a:t>
            </a:r>
          </a:p>
        </p:txBody>
      </p:sp>
      <p:sp>
        <p:nvSpPr>
          <p:cNvPr id="9" name="Text Placeholder 11">
            <a:extLst>
              <a:ext uri="{FF2B5EF4-FFF2-40B4-BE49-F238E27FC236}">
                <a16:creationId xmlns:a16="http://schemas.microsoft.com/office/drawing/2014/main" id="{53EC500C-DC96-24C1-FB6D-38F10FFA079E}"/>
              </a:ext>
              <a:ext uri="{C183D7F6-B498-43B3-948B-1728B52AA6E4}">
                <adec:decorative xmlns:adec="http://schemas.microsoft.com/office/drawing/2017/decorative" val="0"/>
              </a:ext>
            </a:extLst>
          </p:cNvPr>
          <p:cNvSpPr>
            <a:spLocks noGrp="1"/>
          </p:cNvSpPr>
          <p:nvPr>
            <p:ph type="body" sz="quarter" idx="14" hasCustomPrompt="1"/>
          </p:nvPr>
        </p:nvSpPr>
        <p:spPr>
          <a:xfrm>
            <a:off x="4312920" y="1446212"/>
            <a:ext cx="3566160" cy="4630737"/>
          </a:xfrm>
        </p:spPr>
        <p:txBody>
          <a:bodyPr lIns="0" tIns="0" rIns="0" bIns="0"/>
          <a:lstStyle/>
          <a:p>
            <a:pPr lvl="0"/>
            <a:r>
              <a:rPr lang="en-US"/>
              <a:t>Level 01</a:t>
            </a:r>
          </a:p>
          <a:p>
            <a:pPr lvl="1"/>
            <a:r>
              <a:rPr lang="en-US"/>
              <a:t>Level 02</a:t>
            </a:r>
          </a:p>
          <a:p>
            <a:pPr lvl="2"/>
            <a:r>
              <a:rPr lang="en-US"/>
              <a:t>Level 03</a:t>
            </a:r>
          </a:p>
          <a:p>
            <a:pPr lvl="3"/>
            <a:r>
              <a:rPr lang="en-US"/>
              <a:t>Level 04</a:t>
            </a:r>
          </a:p>
        </p:txBody>
      </p:sp>
      <p:sp>
        <p:nvSpPr>
          <p:cNvPr id="10" name="Text Placeholder 11">
            <a:extLst>
              <a:ext uri="{FF2B5EF4-FFF2-40B4-BE49-F238E27FC236}">
                <a16:creationId xmlns:a16="http://schemas.microsoft.com/office/drawing/2014/main" id="{4B8D4FE2-3660-5569-5772-F7846E85E0EF}"/>
              </a:ext>
            </a:extLst>
          </p:cNvPr>
          <p:cNvSpPr>
            <a:spLocks noGrp="1"/>
          </p:cNvSpPr>
          <p:nvPr>
            <p:ph type="body" sz="quarter" idx="15" hasCustomPrompt="1"/>
          </p:nvPr>
        </p:nvSpPr>
        <p:spPr>
          <a:xfrm>
            <a:off x="8197215" y="1446212"/>
            <a:ext cx="3566160" cy="4630737"/>
          </a:xfrm>
        </p:spPr>
        <p:txBody>
          <a:bodyPr lIns="0" tIns="0" rIns="0" bIns="0"/>
          <a:lstStyle/>
          <a:p>
            <a:pPr lvl="0"/>
            <a:r>
              <a:rPr lang="en-US"/>
              <a:t>Level 01</a:t>
            </a:r>
          </a:p>
          <a:p>
            <a:pPr lvl="1"/>
            <a:r>
              <a:rPr lang="en-US"/>
              <a:t>Level 02</a:t>
            </a:r>
          </a:p>
          <a:p>
            <a:pPr lvl="2"/>
            <a:r>
              <a:rPr lang="en-US"/>
              <a:t>Level 03</a:t>
            </a:r>
          </a:p>
          <a:p>
            <a:pPr lvl="3"/>
            <a:r>
              <a:rPr lang="en-US"/>
              <a:t>Level 04</a:t>
            </a:r>
          </a:p>
        </p:txBody>
      </p:sp>
      <p:sp>
        <p:nvSpPr>
          <p:cNvPr id="6" name="Slide Number Placeholder 5">
            <a:extLst>
              <a:ext uri="{FF2B5EF4-FFF2-40B4-BE49-F238E27FC236}">
                <a16:creationId xmlns:a16="http://schemas.microsoft.com/office/drawing/2014/main" id="{AB30C074-8F33-E5B3-9A55-D11D3E78E9BC}"/>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a:p>
        </p:txBody>
      </p:sp>
      <p:grpSp>
        <p:nvGrpSpPr>
          <p:cNvPr id="7" name="Group 6">
            <a:extLst>
              <a:ext uri="{FF2B5EF4-FFF2-40B4-BE49-F238E27FC236}">
                <a16:creationId xmlns:a16="http://schemas.microsoft.com/office/drawing/2014/main" id="{B2B30B23-ADB1-011C-633E-A9D3A14F4F80}"/>
              </a:ext>
              <a:ext uri="{C183D7F6-B498-43B3-948B-1728B52AA6E4}">
                <adec:decorative xmlns:adec="http://schemas.microsoft.com/office/drawing/2017/decorative" val="1"/>
              </a:ext>
            </a:extLst>
          </p:cNvPr>
          <p:cNvGrpSpPr/>
          <p:nvPr userDrawn="1"/>
        </p:nvGrpSpPr>
        <p:grpSpPr>
          <a:xfrm>
            <a:off x="4153852" y="1446213"/>
            <a:ext cx="3884296" cy="4630737"/>
            <a:chOff x="4153852" y="1446213"/>
            <a:chExt cx="3884296" cy="4630737"/>
          </a:xfrm>
        </p:grpSpPr>
        <p:cxnSp>
          <p:nvCxnSpPr>
            <p:cNvPr id="3" name="Straight Connector 2">
              <a:extLst>
                <a:ext uri="{FF2B5EF4-FFF2-40B4-BE49-F238E27FC236}">
                  <a16:creationId xmlns:a16="http://schemas.microsoft.com/office/drawing/2014/main" id="{F8A737D2-6B87-DFC3-DA84-6860E12B811E}"/>
                </a:ext>
                <a:ext uri="{C183D7F6-B498-43B3-948B-1728B52AA6E4}">
                  <adec:decorative xmlns:adec="http://schemas.microsoft.com/office/drawing/2017/decorative" val="1"/>
                </a:ext>
              </a:extLst>
            </p:cNvPr>
            <p:cNvCxnSpPr>
              <a:cxnSpLocks/>
            </p:cNvCxnSpPr>
            <p:nvPr userDrawn="1"/>
          </p:nvCxnSpPr>
          <p:spPr>
            <a:xfrm>
              <a:off x="4153852" y="1446213"/>
              <a:ext cx="0" cy="4630737"/>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05432266-537A-E53F-5875-D324F4DFC0A5}"/>
                </a:ext>
                <a:ext uri="{C183D7F6-B498-43B3-948B-1728B52AA6E4}">
                  <adec:decorative xmlns:adec="http://schemas.microsoft.com/office/drawing/2017/decorative" val="1"/>
                </a:ext>
              </a:extLst>
            </p:cNvPr>
            <p:cNvCxnSpPr>
              <a:cxnSpLocks/>
            </p:cNvCxnSpPr>
            <p:nvPr userDrawn="1"/>
          </p:nvCxnSpPr>
          <p:spPr>
            <a:xfrm>
              <a:off x="8038148" y="1446213"/>
              <a:ext cx="0" cy="4630737"/>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58337640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wo column headin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defRPr/>
            </a:lvl1pPr>
          </a:lstStyle>
          <a:p>
            <a:r>
              <a:rPr lang="en-US"/>
              <a:t>Title</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a:t>Subtitle</a:t>
            </a:r>
          </a:p>
        </p:txBody>
      </p:sp>
      <p:sp>
        <p:nvSpPr>
          <p:cNvPr id="3" name="Text Placeholder 3">
            <a:extLst>
              <a:ext uri="{FF2B5EF4-FFF2-40B4-BE49-F238E27FC236}">
                <a16:creationId xmlns:a16="http://schemas.microsoft.com/office/drawing/2014/main" id="{AC80D85C-7F74-EF15-F42E-B26573598E05}"/>
              </a:ext>
            </a:extLst>
          </p:cNvPr>
          <p:cNvSpPr>
            <a:spLocks noGrp="1"/>
          </p:cNvSpPr>
          <p:nvPr>
            <p:ph type="body" sz="quarter" idx="21" hasCustomPrompt="1"/>
          </p:nvPr>
        </p:nvSpPr>
        <p:spPr>
          <a:xfrm>
            <a:off x="428624" y="1446213"/>
            <a:ext cx="5486400" cy="548640"/>
          </a:xfrm>
        </p:spPr>
        <p:txBody>
          <a:bodyPr anchor="ctr"/>
          <a:lstStyle>
            <a:lvl1pPr marL="0" indent="0">
              <a:spcAft>
                <a:spcPts val="0"/>
              </a:spcAft>
              <a:buNone/>
              <a:defRPr sz="1800">
                <a:solidFill>
                  <a:schemeClr val="accent1"/>
                </a:solidFill>
                <a:latin typeface="+mj-lt"/>
              </a:defRPr>
            </a:lvl1pPr>
          </a:lstStyle>
          <a:p>
            <a:pPr lvl="0"/>
            <a:r>
              <a:rPr lang="en-US"/>
              <a:t>Heading</a:t>
            </a:r>
          </a:p>
        </p:txBody>
      </p:sp>
      <p:sp>
        <p:nvSpPr>
          <p:cNvPr id="6" name="Content Placeholder 2">
            <a:extLst>
              <a:ext uri="{FF2B5EF4-FFF2-40B4-BE49-F238E27FC236}">
                <a16:creationId xmlns:a16="http://schemas.microsoft.com/office/drawing/2014/main" id="{5700FE41-5068-BC51-A4B6-593B5760B3DE}"/>
              </a:ext>
            </a:extLst>
          </p:cNvPr>
          <p:cNvSpPr>
            <a:spLocks noGrp="1"/>
          </p:cNvSpPr>
          <p:nvPr>
            <p:ph idx="12" hasCustomPrompt="1"/>
          </p:nvPr>
        </p:nvSpPr>
        <p:spPr>
          <a:xfrm>
            <a:off x="428624" y="1994854"/>
            <a:ext cx="5486400" cy="4082096"/>
          </a:xfrm>
        </p:spPr>
        <p:txBody>
          <a:bodyPr/>
          <a:lstStyle>
            <a:lvl4pPr>
              <a:defRPr/>
            </a:lvl4pPr>
            <a:lvl5pPr marL="1143000" indent="-228600">
              <a:buFont typeface="Arial" panose="020B0604020202020204" pitchFamily="34" charset="0"/>
              <a:buChar char="•"/>
              <a:defRPr/>
            </a:lvl5pPr>
            <a:lvl6pPr marL="1371600" indent="-228600">
              <a:lnSpc>
                <a:spcPct val="100000"/>
              </a:lnSpc>
              <a:spcBef>
                <a:spcPts val="0"/>
              </a:spcBef>
              <a:spcAft>
                <a:spcPts val="600"/>
              </a:spcAft>
              <a:buFont typeface="Arial" panose="020B0604020202020204" pitchFamily="34" charset="0"/>
              <a:buChar char="•"/>
              <a:defRPr/>
            </a:lvl6pPr>
          </a:lstStyle>
          <a:p>
            <a:pPr lvl="0"/>
            <a:r>
              <a:rPr lang="en-US"/>
              <a:t>Level 01</a:t>
            </a:r>
          </a:p>
          <a:p>
            <a:pPr lvl="1"/>
            <a:r>
              <a:rPr lang="en-US"/>
              <a:t>Level 02</a:t>
            </a:r>
          </a:p>
          <a:p>
            <a:pPr lvl="2"/>
            <a:r>
              <a:rPr lang="en-US"/>
              <a:t>Level 03</a:t>
            </a:r>
          </a:p>
          <a:p>
            <a:pPr lvl="3"/>
            <a:r>
              <a:rPr lang="en-US"/>
              <a:t>Level 04</a:t>
            </a:r>
          </a:p>
          <a:p>
            <a:pPr lvl="4"/>
            <a:r>
              <a:rPr lang="en-US"/>
              <a:t>Level 05</a:t>
            </a:r>
          </a:p>
          <a:p>
            <a:pPr lvl="5"/>
            <a:r>
              <a:rPr lang="en-US"/>
              <a:t>Level 06</a:t>
            </a:r>
          </a:p>
        </p:txBody>
      </p:sp>
      <p:sp>
        <p:nvSpPr>
          <p:cNvPr id="4" name="Text Placeholder 3">
            <a:extLst>
              <a:ext uri="{FF2B5EF4-FFF2-40B4-BE49-F238E27FC236}">
                <a16:creationId xmlns:a16="http://schemas.microsoft.com/office/drawing/2014/main" id="{A0D33B2D-3680-CFA8-4922-DC944983F91C}"/>
              </a:ext>
            </a:extLst>
          </p:cNvPr>
          <p:cNvSpPr>
            <a:spLocks noGrp="1"/>
          </p:cNvSpPr>
          <p:nvPr>
            <p:ph type="body" sz="quarter" idx="22" hasCustomPrompt="1"/>
          </p:nvPr>
        </p:nvSpPr>
        <p:spPr>
          <a:xfrm>
            <a:off x="6280150" y="1446213"/>
            <a:ext cx="5486400" cy="548640"/>
          </a:xfrm>
        </p:spPr>
        <p:txBody>
          <a:bodyPr anchor="ctr"/>
          <a:lstStyle>
            <a:lvl1pPr marL="0" indent="0">
              <a:spcAft>
                <a:spcPts val="0"/>
              </a:spcAft>
              <a:buNone/>
              <a:defRPr sz="1800">
                <a:solidFill>
                  <a:schemeClr val="accent3"/>
                </a:solidFill>
                <a:latin typeface="+mj-lt"/>
              </a:defRPr>
            </a:lvl1pPr>
          </a:lstStyle>
          <a:p>
            <a:pPr lvl="0"/>
            <a:r>
              <a:rPr lang="en-US"/>
              <a:t>Heading</a:t>
            </a:r>
          </a:p>
        </p:txBody>
      </p:sp>
      <p:sp>
        <p:nvSpPr>
          <p:cNvPr id="7" name="Content Placeholder 2">
            <a:extLst>
              <a:ext uri="{FF2B5EF4-FFF2-40B4-BE49-F238E27FC236}">
                <a16:creationId xmlns:a16="http://schemas.microsoft.com/office/drawing/2014/main" id="{7D652B75-AA09-638D-B391-9800623F8056}"/>
              </a:ext>
            </a:extLst>
          </p:cNvPr>
          <p:cNvSpPr>
            <a:spLocks noGrp="1"/>
          </p:cNvSpPr>
          <p:nvPr>
            <p:ph idx="23" hasCustomPrompt="1"/>
          </p:nvPr>
        </p:nvSpPr>
        <p:spPr>
          <a:xfrm>
            <a:off x="6280150" y="1994854"/>
            <a:ext cx="5486400" cy="4082096"/>
          </a:xfrm>
        </p:spPr>
        <p:txBody>
          <a:bodyPr/>
          <a:lstStyle>
            <a:lvl4pPr>
              <a:defRPr/>
            </a:lvl4pPr>
            <a:lvl5pPr marL="1143000" indent="-228600">
              <a:buFont typeface="Arial" panose="020B0604020202020204" pitchFamily="34" charset="0"/>
              <a:buChar char="•"/>
              <a:defRPr/>
            </a:lvl5pPr>
            <a:lvl6pPr marL="1371600" indent="-228600">
              <a:lnSpc>
                <a:spcPct val="100000"/>
              </a:lnSpc>
              <a:spcBef>
                <a:spcPts val="0"/>
              </a:spcBef>
              <a:spcAft>
                <a:spcPts val="600"/>
              </a:spcAft>
              <a:buFont typeface="Arial" panose="020B0604020202020204" pitchFamily="34" charset="0"/>
              <a:buChar char="•"/>
              <a:defRPr/>
            </a:lvl6pPr>
          </a:lstStyle>
          <a:p>
            <a:pPr lvl="0"/>
            <a:r>
              <a:rPr lang="en-US"/>
              <a:t>Level 01</a:t>
            </a:r>
          </a:p>
          <a:p>
            <a:pPr lvl="1"/>
            <a:r>
              <a:rPr lang="en-US"/>
              <a:t>Level 02</a:t>
            </a:r>
          </a:p>
          <a:p>
            <a:pPr lvl="2"/>
            <a:r>
              <a:rPr lang="en-US"/>
              <a:t>Level 03</a:t>
            </a:r>
          </a:p>
          <a:p>
            <a:pPr lvl="3"/>
            <a:r>
              <a:rPr lang="en-US"/>
              <a:t>Level 04</a:t>
            </a:r>
          </a:p>
          <a:p>
            <a:pPr lvl="4"/>
            <a:r>
              <a:rPr lang="en-US"/>
              <a:t>Level 05</a:t>
            </a:r>
          </a:p>
          <a:p>
            <a:pPr lvl="5"/>
            <a:r>
              <a:rPr lang="en-US"/>
              <a:t>Level 06</a:t>
            </a:r>
          </a:p>
        </p:txBody>
      </p:sp>
      <p:sp>
        <p:nvSpPr>
          <p:cNvPr id="5" name="Slide Number Placeholder 5">
            <a:extLst>
              <a:ext uri="{FF2B5EF4-FFF2-40B4-BE49-F238E27FC236}">
                <a16:creationId xmlns:a16="http://schemas.microsoft.com/office/drawing/2014/main" id="{1C26462A-B24E-6496-B1DF-273A6106E188}"/>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a:p>
        </p:txBody>
      </p:sp>
      <p:cxnSp>
        <p:nvCxnSpPr>
          <p:cNvPr id="24" name="Straight Connector 23">
            <a:extLst>
              <a:ext uri="{FF2B5EF4-FFF2-40B4-BE49-F238E27FC236}">
                <a16:creationId xmlns:a16="http://schemas.microsoft.com/office/drawing/2014/main" id="{211BA7B0-5B3E-37FB-ABC1-62CDDC761C13}"/>
              </a:ext>
              <a:ext uri="{C183D7F6-B498-43B3-948B-1728B52AA6E4}">
                <adec:decorative xmlns:adec="http://schemas.microsoft.com/office/drawing/2017/decorative" val="1"/>
              </a:ext>
            </a:extLst>
          </p:cNvPr>
          <p:cNvCxnSpPr>
            <a:cxnSpLocks/>
          </p:cNvCxnSpPr>
          <p:nvPr userDrawn="1"/>
        </p:nvCxnSpPr>
        <p:spPr>
          <a:xfrm>
            <a:off x="6097587" y="1446213"/>
            <a:ext cx="0" cy="4630737"/>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5223835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hree column headin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defRPr/>
            </a:lvl1pPr>
          </a:lstStyle>
          <a:p>
            <a:r>
              <a:rPr lang="en-US"/>
              <a:t>Title</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a:t>Subtitle</a:t>
            </a:r>
          </a:p>
        </p:txBody>
      </p:sp>
      <p:sp>
        <p:nvSpPr>
          <p:cNvPr id="6" name="Text Placeholder 3">
            <a:extLst>
              <a:ext uri="{FF2B5EF4-FFF2-40B4-BE49-F238E27FC236}">
                <a16:creationId xmlns:a16="http://schemas.microsoft.com/office/drawing/2014/main" id="{F7CC7CBF-5CAC-89DF-85B0-F8F79253431F}"/>
              </a:ext>
            </a:extLst>
          </p:cNvPr>
          <p:cNvSpPr>
            <a:spLocks noGrp="1"/>
          </p:cNvSpPr>
          <p:nvPr>
            <p:ph type="body" sz="quarter" idx="21" hasCustomPrompt="1"/>
          </p:nvPr>
        </p:nvSpPr>
        <p:spPr>
          <a:xfrm>
            <a:off x="428624" y="1446213"/>
            <a:ext cx="3566160" cy="548640"/>
          </a:xfrm>
        </p:spPr>
        <p:txBody>
          <a:bodyPr anchor="ctr"/>
          <a:lstStyle>
            <a:lvl1pPr marL="0" indent="0">
              <a:spcAft>
                <a:spcPts val="0"/>
              </a:spcAft>
              <a:buNone/>
              <a:defRPr sz="1800">
                <a:solidFill>
                  <a:schemeClr val="accent1"/>
                </a:solidFill>
                <a:latin typeface="+mj-lt"/>
              </a:defRPr>
            </a:lvl1pPr>
          </a:lstStyle>
          <a:p>
            <a:pPr lvl="0"/>
            <a:r>
              <a:rPr lang="en-US"/>
              <a:t>Heading</a:t>
            </a:r>
          </a:p>
        </p:txBody>
      </p:sp>
      <p:sp>
        <p:nvSpPr>
          <p:cNvPr id="12" name="Text Placeholder 11">
            <a:extLst>
              <a:ext uri="{FF2B5EF4-FFF2-40B4-BE49-F238E27FC236}">
                <a16:creationId xmlns:a16="http://schemas.microsoft.com/office/drawing/2014/main" id="{59890119-6112-A65C-5D5F-826D3A8F06E7}"/>
              </a:ext>
            </a:extLst>
          </p:cNvPr>
          <p:cNvSpPr>
            <a:spLocks noGrp="1"/>
          </p:cNvSpPr>
          <p:nvPr>
            <p:ph type="body" sz="quarter" idx="13" hasCustomPrompt="1"/>
          </p:nvPr>
        </p:nvSpPr>
        <p:spPr>
          <a:xfrm>
            <a:off x="428624" y="1994854"/>
            <a:ext cx="3566160" cy="4082096"/>
          </a:xfrm>
        </p:spPr>
        <p:txBody>
          <a:bodyPr lIns="0" tIns="73152" rIns="91440" bIns="45720"/>
          <a:lstStyle>
            <a:lvl1pPr>
              <a:defRPr sz="1400"/>
            </a:lvl1pPr>
            <a:lvl2pPr>
              <a:defRPr sz="1400"/>
            </a:lvl2pPr>
            <a:lvl3pPr>
              <a:defRPr sz="1400"/>
            </a:lvl3pPr>
            <a:lvl4pPr>
              <a:defRPr sz="1400"/>
            </a:lvl4pPr>
          </a:lstStyle>
          <a:p>
            <a:pPr lvl="0"/>
            <a:r>
              <a:rPr lang="en-US"/>
              <a:t>Level 01</a:t>
            </a:r>
          </a:p>
          <a:p>
            <a:pPr lvl="1"/>
            <a:r>
              <a:rPr lang="en-US"/>
              <a:t>Level 02</a:t>
            </a:r>
          </a:p>
          <a:p>
            <a:pPr lvl="2"/>
            <a:r>
              <a:rPr lang="en-US"/>
              <a:t>Level 03</a:t>
            </a:r>
          </a:p>
          <a:p>
            <a:pPr lvl="3"/>
            <a:r>
              <a:rPr lang="en-US"/>
              <a:t>Level 04</a:t>
            </a:r>
          </a:p>
        </p:txBody>
      </p:sp>
      <p:sp>
        <p:nvSpPr>
          <p:cNvPr id="4" name="Text Placeholder 3">
            <a:extLst>
              <a:ext uri="{FF2B5EF4-FFF2-40B4-BE49-F238E27FC236}">
                <a16:creationId xmlns:a16="http://schemas.microsoft.com/office/drawing/2014/main" id="{B299E64B-3AEF-5121-CC02-A5BF0E2C2E35}"/>
              </a:ext>
            </a:extLst>
          </p:cNvPr>
          <p:cNvSpPr>
            <a:spLocks noGrp="1"/>
          </p:cNvSpPr>
          <p:nvPr>
            <p:ph type="body" sz="quarter" idx="19" hasCustomPrompt="1"/>
          </p:nvPr>
        </p:nvSpPr>
        <p:spPr>
          <a:xfrm>
            <a:off x="4318707" y="1446213"/>
            <a:ext cx="3566160" cy="548640"/>
          </a:xfrm>
        </p:spPr>
        <p:txBody>
          <a:bodyPr anchor="ctr"/>
          <a:lstStyle>
            <a:lvl1pPr marL="0" indent="0">
              <a:spcAft>
                <a:spcPts val="0"/>
              </a:spcAft>
              <a:buNone/>
              <a:defRPr sz="1800">
                <a:solidFill>
                  <a:schemeClr val="accent3"/>
                </a:solidFill>
                <a:latin typeface="+mj-lt"/>
              </a:defRPr>
            </a:lvl1pPr>
          </a:lstStyle>
          <a:p>
            <a:pPr lvl="0"/>
            <a:r>
              <a:rPr lang="en-US"/>
              <a:t>Heading</a:t>
            </a:r>
          </a:p>
        </p:txBody>
      </p:sp>
      <p:sp>
        <p:nvSpPr>
          <p:cNvPr id="16" name="Text Placeholder 11">
            <a:extLst>
              <a:ext uri="{FF2B5EF4-FFF2-40B4-BE49-F238E27FC236}">
                <a16:creationId xmlns:a16="http://schemas.microsoft.com/office/drawing/2014/main" id="{12B314BB-47D3-B217-085B-FF4087FD57ED}"/>
              </a:ext>
            </a:extLst>
          </p:cNvPr>
          <p:cNvSpPr>
            <a:spLocks noGrp="1"/>
          </p:cNvSpPr>
          <p:nvPr>
            <p:ph type="body" sz="quarter" idx="15" hasCustomPrompt="1"/>
          </p:nvPr>
        </p:nvSpPr>
        <p:spPr>
          <a:xfrm>
            <a:off x="4318707" y="1994854"/>
            <a:ext cx="3566160" cy="4082096"/>
          </a:xfrm>
        </p:spPr>
        <p:txBody>
          <a:bodyPr lIns="0" tIns="73152" rIns="91440" bIns="45720"/>
          <a:lstStyle>
            <a:lvl1pPr>
              <a:defRPr sz="1400"/>
            </a:lvl1pPr>
            <a:lvl2pPr>
              <a:defRPr sz="1400"/>
            </a:lvl2pPr>
            <a:lvl3pPr>
              <a:defRPr sz="1400"/>
            </a:lvl3pPr>
            <a:lvl4pPr>
              <a:defRPr sz="1400"/>
            </a:lvl4pPr>
          </a:lstStyle>
          <a:p>
            <a:pPr lvl="0"/>
            <a:r>
              <a:rPr lang="en-US"/>
              <a:t>Level 01</a:t>
            </a:r>
          </a:p>
          <a:p>
            <a:pPr lvl="1"/>
            <a:r>
              <a:rPr lang="en-US"/>
              <a:t>Level 02</a:t>
            </a:r>
          </a:p>
          <a:p>
            <a:pPr lvl="2"/>
            <a:r>
              <a:rPr lang="en-US"/>
              <a:t>Level 03</a:t>
            </a:r>
          </a:p>
          <a:p>
            <a:pPr lvl="3"/>
            <a:r>
              <a:rPr lang="en-US"/>
              <a:t>Level 04</a:t>
            </a:r>
          </a:p>
        </p:txBody>
      </p:sp>
      <p:sp>
        <p:nvSpPr>
          <p:cNvPr id="5" name="Text Placeholder 3">
            <a:extLst>
              <a:ext uri="{FF2B5EF4-FFF2-40B4-BE49-F238E27FC236}">
                <a16:creationId xmlns:a16="http://schemas.microsoft.com/office/drawing/2014/main" id="{7F70AEA1-0FFB-C5AB-EE1A-EBC0EB80289D}"/>
              </a:ext>
            </a:extLst>
          </p:cNvPr>
          <p:cNvSpPr>
            <a:spLocks noGrp="1"/>
          </p:cNvSpPr>
          <p:nvPr>
            <p:ph type="body" sz="quarter" idx="20" hasCustomPrompt="1"/>
          </p:nvPr>
        </p:nvSpPr>
        <p:spPr>
          <a:xfrm>
            <a:off x="8208790" y="1446213"/>
            <a:ext cx="3566160" cy="548640"/>
          </a:xfrm>
        </p:spPr>
        <p:txBody>
          <a:bodyPr anchor="ctr"/>
          <a:lstStyle>
            <a:lvl1pPr marL="0" indent="0">
              <a:spcAft>
                <a:spcPts val="0"/>
              </a:spcAft>
              <a:buNone/>
              <a:defRPr sz="1800">
                <a:solidFill>
                  <a:schemeClr val="accent5"/>
                </a:solidFill>
                <a:latin typeface="+mj-lt"/>
              </a:defRPr>
            </a:lvl1pPr>
          </a:lstStyle>
          <a:p>
            <a:pPr lvl="0"/>
            <a:r>
              <a:rPr lang="en-US"/>
              <a:t>Heading</a:t>
            </a:r>
          </a:p>
        </p:txBody>
      </p:sp>
      <p:sp>
        <p:nvSpPr>
          <p:cNvPr id="18" name="Text Placeholder 11">
            <a:extLst>
              <a:ext uri="{FF2B5EF4-FFF2-40B4-BE49-F238E27FC236}">
                <a16:creationId xmlns:a16="http://schemas.microsoft.com/office/drawing/2014/main" id="{56A08DAB-4054-6D4C-0D9A-23E95A1C1CD2}"/>
              </a:ext>
            </a:extLst>
          </p:cNvPr>
          <p:cNvSpPr>
            <a:spLocks noGrp="1"/>
          </p:cNvSpPr>
          <p:nvPr>
            <p:ph type="body" sz="quarter" idx="17" hasCustomPrompt="1"/>
          </p:nvPr>
        </p:nvSpPr>
        <p:spPr>
          <a:xfrm>
            <a:off x="8208790" y="1994854"/>
            <a:ext cx="3566160" cy="4082096"/>
          </a:xfrm>
        </p:spPr>
        <p:txBody>
          <a:bodyPr lIns="0" tIns="73152" rIns="91440" bIns="45720"/>
          <a:lstStyle>
            <a:lvl1pPr>
              <a:defRPr sz="1400"/>
            </a:lvl1pPr>
            <a:lvl2pPr>
              <a:defRPr sz="1400"/>
            </a:lvl2pPr>
            <a:lvl3pPr>
              <a:defRPr sz="1400"/>
            </a:lvl3pPr>
            <a:lvl4pPr>
              <a:defRPr sz="1400"/>
            </a:lvl4pPr>
          </a:lstStyle>
          <a:p>
            <a:pPr lvl="0"/>
            <a:r>
              <a:rPr lang="en-US"/>
              <a:t>Level 01</a:t>
            </a:r>
          </a:p>
          <a:p>
            <a:pPr lvl="1"/>
            <a:r>
              <a:rPr lang="en-US"/>
              <a:t>Level 02</a:t>
            </a:r>
          </a:p>
          <a:p>
            <a:pPr lvl="2"/>
            <a:r>
              <a:rPr lang="en-US"/>
              <a:t>Level 03</a:t>
            </a:r>
          </a:p>
          <a:p>
            <a:pPr lvl="3"/>
            <a:r>
              <a:rPr lang="en-US"/>
              <a:t>Level 04</a:t>
            </a:r>
          </a:p>
        </p:txBody>
      </p:sp>
      <p:sp>
        <p:nvSpPr>
          <p:cNvPr id="3" name="Slide Number Placeholder 5">
            <a:extLst>
              <a:ext uri="{FF2B5EF4-FFF2-40B4-BE49-F238E27FC236}">
                <a16:creationId xmlns:a16="http://schemas.microsoft.com/office/drawing/2014/main" id="{86B26CC1-EC68-EFF1-594A-E7D62DC165B8}"/>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a:p>
        </p:txBody>
      </p:sp>
      <p:grpSp>
        <p:nvGrpSpPr>
          <p:cNvPr id="10" name="Group 9">
            <a:extLst>
              <a:ext uri="{FF2B5EF4-FFF2-40B4-BE49-F238E27FC236}">
                <a16:creationId xmlns:a16="http://schemas.microsoft.com/office/drawing/2014/main" id="{D9F1CD4A-4EE0-2AF7-2ECD-C8C5F0390D21}"/>
              </a:ext>
              <a:ext uri="{C183D7F6-B498-43B3-948B-1728B52AA6E4}">
                <adec:decorative xmlns:adec="http://schemas.microsoft.com/office/drawing/2017/decorative" val="1"/>
              </a:ext>
            </a:extLst>
          </p:cNvPr>
          <p:cNvGrpSpPr/>
          <p:nvPr userDrawn="1"/>
        </p:nvGrpSpPr>
        <p:grpSpPr>
          <a:xfrm>
            <a:off x="4153852" y="1446213"/>
            <a:ext cx="3892977" cy="4630737"/>
            <a:chOff x="4153852" y="1446213"/>
            <a:chExt cx="3892977" cy="4630737"/>
          </a:xfrm>
        </p:grpSpPr>
        <p:cxnSp>
          <p:nvCxnSpPr>
            <p:cNvPr id="7" name="Straight Connector 6">
              <a:extLst>
                <a:ext uri="{FF2B5EF4-FFF2-40B4-BE49-F238E27FC236}">
                  <a16:creationId xmlns:a16="http://schemas.microsoft.com/office/drawing/2014/main" id="{8055F457-6C59-9205-5BC8-37A6E312F763}"/>
                </a:ext>
              </a:extLst>
            </p:cNvPr>
            <p:cNvCxnSpPr>
              <a:cxnSpLocks/>
            </p:cNvCxnSpPr>
            <p:nvPr userDrawn="1"/>
          </p:nvCxnSpPr>
          <p:spPr>
            <a:xfrm>
              <a:off x="4153852" y="1446213"/>
              <a:ext cx="0" cy="4630737"/>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28317E02-C121-6BA0-DE8E-02D7575D7C7C}"/>
                </a:ext>
              </a:extLst>
            </p:cNvPr>
            <p:cNvCxnSpPr>
              <a:cxnSpLocks/>
            </p:cNvCxnSpPr>
            <p:nvPr userDrawn="1"/>
          </p:nvCxnSpPr>
          <p:spPr>
            <a:xfrm>
              <a:off x="8046829" y="1446213"/>
              <a:ext cx="0" cy="4630737"/>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43228894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Four column headin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defRPr/>
            </a:lvl1pPr>
          </a:lstStyle>
          <a:p>
            <a:r>
              <a:rPr lang="en-US"/>
              <a:t>Title</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a:t>Subtitle</a:t>
            </a:r>
          </a:p>
        </p:txBody>
      </p:sp>
      <p:sp>
        <p:nvSpPr>
          <p:cNvPr id="6" name="Text Placeholder 3">
            <a:extLst>
              <a:ext uri="{FF2B5EF4-FFF2-40B4-BE49-F238E27FC236}">
                <a16:creationId xmlns:a16="http://schemas.microsoft.com/office/drawing/2014/main" id="{36933FFB-20BC-0D38-2EC5-3BBF25322C4E}"/>
              </a:ext>
            </a:extLst>
          </p:cNvPr>
          <p:cNvSpPr>
            <a:spLocks noGrp="1"/>
          </p:cNvSpPr>
          <p:nvPr>
            <p:ph type="body" sz="quarter" idx="21" hasCustomPrompt="1"/>
          </p:nvPr>
        </p:nvSpPr>
        <p:spPr>
          <a:xfrm>
            <a:off x="428624" y="1446213"/>
            <a:ext cx="2651760" cy="548640"/>
          </a:xfrm>
        </p:spPr>
        <p:txBody>
          <a:bodyPr anchor="ctr"/>
          <a:lstStyle>
            <a:lvl1pPr marL="0" indent="0">
              <a:spcAft>
                <a:spcPts val="0"/>
              </a:spcAft>
              <a:buNone/>
              <a:defRPr sz="1600">
                <a:solidFill>
                  <a:schemeClr val="accent1"/>
                </a:solidFill>
                <a:latin typeface="+mj-lt"/>
              </a:defRPr>
            </a:lvl1pPr>
          </a:lstStyle>
          <a:p>
            <a:pPr lvl="0"/>
            <a:r>
              <a:rPr lang="en-US"/>
              <a:t>Heading</a:t>
            </a:r>
          </a:p>
        </p:txBody>
      </p:sp>
      <p:sp>
        <p:nvSpPr>
          <p:cNvPr id="12" name="Text Placeholder 11">
            <a:extLst>
              <a:ext uri="{FF2B5EF4-FFF2-40B4-BE49-F238E27FC236}">
                <a16:creationId xmlns:a16="http://schemas.microsoft.com/office/drawing/2014/main" id="{59890119-6112-A65C-5D5F-826D3A8F06E7}"/>
              </a:ext>
            </a:extLst>
          </p:cNvPr>
          <p:cNvSpPr>
            <a:spLocks noGrp="1"/>
          </p:cNvSpPr>
          <p:nvPr>
            <p:ph type="body" sz="quarter" idx="13" hasCustomPrompt="1"/>
          </p:nvPr>
        </p:nvSpPr>
        <p:spPr>
          <a:xfrm>
            <a:off x="428624" y="1994854"/>
            <a:ext cx="2651760" cy="4082096"/>
          </a:xfrm>
        </p:spPr>
        <p:txBody>
          <a:bodyPr lIns="0" tIns="73152" rIns="91440" bIns="45720"/>
          <a:lstStyle>
            <a:lvl1pPr>
              <a:defRPr sz="1400"/>
            </a:lvl1pPr>
            <a:lvl2pPr>
              <a:defRPr sz="1400"/>
            </a:lvl2pPr>
            <a:lvl3pPr>
              <a:defRPr sz="1400"/>
            </a:lvl3pPr>
            <a:lvl4pPr>
              <a:defRPr sz="1400"/>
            </a:lvl4pPr>
          </a:lstStyle>
          <a:p>
            <a:pPr lvl="0"/>
            <a:r>
              <a:rPr lang="en-US"/>
              <a:t>Level 01</a:t>
            </a:r>
          </a:p>
          <a:p>
            <a:pPr lvl="1"/>
            <a:r>
              <a:rPr lang="en-US"/>
              <a:t>Level 02</a:t>
            </a:r>
          </a:p>
          <a:p>
            <a:pPr lvl="2"/>
            <a:r>
              <a:rPr lang="en-US"/>
              <a:t>Level 03</a:t>
            </a:r>
          </a:p>
          <a:p>
            <a:pPr lvl="3"/>
            <a:r>
              <a:rPr lang="en-US"/>
              <a:t>Level 04</a:t>
            </a:r>
          </a:p>
        </p:txBody>
      </p:sp>
      <p:sp>
        <p:nvSpPr>
          <p:cNvPr id="7" name="Text Placeholder 3">
            <a:extLst>
              <a:ext uri="{FF2B5EF4-FFF2-40B4-BE49-F238E27FC236}">
                <a16:creationId xmlns:a16="http://schemas.microsoft.com/office/drawing/2014/main" id="{D8C626AA-D212-61A1-DE59-8BBEC3A26C74}"/>
              </a:ext>
            </a:extLst>
          </p:cNvPr>
          <p:cNvSpPr>
            <a:spLocks noGrp="1"/>
          </p:cNvSpPr>
          <p:nvPr>
            <p:ph type="body" sz="quarter" idx="22" hasCustomPrompt="1"/>
          </p:nvPr>
        </p:nvSpPr>
        <p:spPr>
          <a:xfrm>
            <a:off x="3327006" y="1446213"/>
            <a:ext cx="2651760" cy="548640"/>
          </a:xfrm>
        </p:spPr>
        <p:txBody>
          <a:bodyPr anchor="ctr"/>
          <a:lstStyle>
            <a:lvl1pPr marL="0" indent="0">
              <a:spcAft>
                <a:spcPts val="0"/>
              </a:spcAft>
              <a:buNone/>
              <a:defRPr sz="1600">
                <a:solidFill>
                  <a:schemeClr val="accent3"/>
                </a:solidFill>
                <a:latin typeface="+mj-lt"/>
              </a:defRPr>
            </a:lvl1pPr>
          </a:lstStyle>
          <a:p>
            <a:pPr lvl="0"/>
            <a:r>
              <a:rPr lang="en-US"/>
              <a:t>Heading</a:t>
            </a:r>
          </a:p>
        </p:txBody>
      </p:sp>
      <p:sp>
        <p:nvSpPr>
          <p:cNvPr id="16" name="Text Placeholder 11">
            <a:extLst>
              <a:ext uri="{FF2B5EF4-FFF2-40B4-BE49-F238E27FC236}">
                <a16:creationId xmlns:a16="http://schemas.microsoft.com/office/drawing/2014/main" id="{12B314BB-47D3-B217-085B-FF4087FD57ED}"/>
              </a:ext>
            </a:extLst>
          </p:cNvPr>
          <p:cNvSpPr>
            <a:spLocks noGrp="1"/>
          </p:cNvSpPr>
          <p:nvPr>
            <p:ph type="body" sz="quarter" idx="15" hasCustomPrompt="1"/>
          </p:nvPr>
        </p:nvSpPr>
        <p:spPr>
          <a:xfrm>
            <a:off x="3327006" y="1994854"/>
            <a:ext cx="2651760" cy="4082096"/>
          </a:xfrm>
        </p:spPr>
        <p:txBody>
          <a:bodyPr lIns="0" tIns="73152" rIns="91440" bIns="45720"/>
          <a:lstStyle>
            <a:lvl1pPr>
              <a:defRPr sz="1400"/>
            </a:lvl1pPr>
            <a:lvl2pPr>
              <a:defRPr sz="1400"/>
            </a:lvl2pPr>
            <a:lvl3pPr>
              <a:defRPr sz="1400"/>
            </a:lvl3pPr>
            <a:lvl4pPr>
              <a:defRPr sz="1400"/>
            </a:lvl4pPr>
          </a:lstStyle>
          <a:p>
            <a:pPr lvl="0"/>
            <a:r>
              <a:rPr lang="en-US"/>
              <a:t>Level 01</a:t>
            </a:r>
          </a:p>
          <a:p>
            <a:pPr lvl="1"/>
            <a:r>
              <a:rPr lang="en-US"/>
              <a:t>Level 02</a:t>
            </a:r>
          </a:p>
          <a:p>
            <a:pPr lvl="2"/>
            <a:r>
              <a:rPr lang="en-US"/>
              <a:t>Level 03</a:t>
            </a:r>
          </a:p>
          <a:p>
            <a:pPr lvl="3"/>
            <a:r>
              <a:rPr lang="en-US"/>
              <a:t>Level 04</a:t>
            </a:r>
          </a:p>
        </p:txBody>
      </p:sp>
      <p:sp>
        <p:nvSpPr>
          <p:cNvPr id="9" name="Text Placeholder 3">
            <a:extLst>
              <a:ext uri="{FF2B5EF4-FFF2-40B4-BE49-F238E27FC236}">
                <a16:creationId xmlns:a16="http://schemas.microsoft.com/office/drawing/2014/main" id="{8A1CCB88-A172-FFF7-96EB-550E3A48F216}"/>
              </a:ext>
            </a:extLst>
          </p:cNvPr>
          <p:cNvSpPr>
            <a:spLocks noGrp="1"/>
          </p:cNvSpPr>
          <p:nvPr>
            <p:ph type="body" sz="quarter" idx="23" hasCustomPrompt="1"/>
          </p:nvPr>
        </p:nvSpPr>
        <p:spPr>
          <a:xfrm>
            <a:off x="6225388" y="1446213"/>
            <a:ext cx="2651760" cy="548640"/>
          </a:xfrm>
        </p:spPr>
        <p:txBody>
          <a:bodyPr anchor="ctr"/>
          <a:lstStyle>
            <a:lvl1pPr marL="0" indent="0">
              <a:spcAft>
                <a:spcPts val="0"/>
              </a:spcAft>
              <a:buNone/>
              <a:defRPr sz="1600">
                <a:solidFill>
                  <a:schemeClr val="accent5"/>
                </a:solidFill>
                <a:latin typeface="+mj-lt"/>
              </a:defRPr>
            </a:lvl1pPr>
          </a:lstStyle>
          <a:p>
            <a:pPr lvl="0"/>
            <a:r>
              <a:rPr lang="en-US"/>
              <a:t>Heading</a:t>
            </a:r>
          </a:p>
        </p:txBody>
      </p:sp>
      <p:sp>
        <p:nvSpPr>
          <p:cNvPr id="18" name="Text Placeholder 11">
            <a:extLst>
              <a:ext uri="{FF2B5EF4-FFF2-40B4-BE49-F238E27FC236}">
                <a16:creationId xmlns:a16="http://schemas.microsoft.com/office/drawing/2014/main" id="{56A08DAB-4054-6D4C-0D9A-23E95A1C1CD2}"/>
              </a:ext>
            </a:extLst>
          </p:cNvPr>
          <p:cNvSpPr>
            <a:spLocks noGrp="1"/>
          </p:cNvSpPr>
          <p:nvPr>
            <p:ph type="body" sz="quarter" idx="17" hasCustomPrompt="1"/>
          </p:nvPr>
        </p:nvSpPr>
        <p:spPr>
          <a:xfrm>
            <a:off x="6225388" y="1994854"/>
            <a:ext cx="2651760" cy="4082096"/>
          </a:xfrm>
        </p:spPr>
        <p:txBody>
          <a:bodyPr lIns="0" tIns="73152" rIns="91440" bIns="45720"/>
          <a:lstStyle>
            <a:lvl1pPr>
              <a:defRPr sz="1400"/>
            </a:lvl1pPr>
            <a:lvl2pPr>
              <a:defRPr sz="1400"/>
            </a:lvl2pPr>
            <a:lvl3pPr>
              <a:defRPr sz="1400"/>
            </a:lvl3pPr>
            <a:lvl4pPr>
              <a:defRPr sz="1400"/>
            </a:lvl4pPr>
          </a:lstStyle>
          <a:p>
            <a:pPr lvl="0"/>
            <a:r>
              <a:rPr lang="en-US"/>
              <a:t>Level 01</a:t>
            </a:r>
          </a:p>
          <a:p>
            <a:pPr lvl="1"/>
            <a:r>
              <a:rPr lang="en-US"/>
              <a:t>Level 02</a:t>
            </a:r>
          </a:p>
          <a:p>
            <a:pPr lvl="2"/>
            <a:r>
              <a:rPr lang="en-US"/>
              <a:t>Level 03</a:t>
            </a:r>
          </a:p>
          <a:p>
            <a:pPr lvl="3"/>
            <a:r>
              <a:rPr lang="en-US"/>
              <a:t>Level 04</a:t>
            </a:r>
          </a:p>
        </p:txBody>
      </p:sp>
      <p:sp>
        <p:nvSpPr>
          <p:cNvPr id="10" name="Text Placeholder 3">
            <a:extLst>
              <a:ext uri="{FF2B5EF4-FFF2-40B4-BE49-F238E27FC236}">
                <a16:creationId xmlns:a16="http://schemas.microsoft.com/office/drawing/2014/main" id="{5FB728DE-EE08-176A-4432-66A0B7D88664}"/>
              </a:ext>
            </a:extLst>
          </p:cNvPr>
          <p:cNvSpPr>
            <a:spLocks noGrp="1"/>
          </p:cNvSpPr>
          <p:nvPr>
            <p:ph type="body" sz="quarter" idx="24" hasCustomPrompt="1"/>
          </p:nvPr>
        </p:nvSpPr>
        <p:spPr>
          <a:xfrm>
            <a:off x="9123770" y="1446213"/>
            <a:ext cx="2651760" cy="548640"/>
          </a:xfrm>
        </p:spPr>
        <p:txBody>
          <a:bodyPr anchor="ctr"/>
          <a:lstStyle>
            <a:lvl1pPr marL="0" indent="0">
              <a:spcAft>
                <a:spcPts val="0"/>
              </a:spcAft>
              <a:buNone/>
              <a:defRPr sz="1600">
                <a:solidFill>
                  <a:schemeClr val="accent6"/>
                </a:solidFill>
                <a:latin typeface="+mj-lt"/>
              </a:defRPr>
            </a:lvl1pPr>
          </a:lstStyle>
          <a:p>
            <a:pPr lvl="0"/>
            <a:r>
              <a:rPr lang="en-US"/>
              <a:t>Heading</a:t>
            </a:r>
          </a:p>
        </p:txBody>
      </p:sp>
      <p:sp>
        <p:nvSpPr>
          <p:cNvPr id="3" name="Text Placeholder 11">
            <a:extLst>
              <a:ext uri="{FF2B5EF4-FFF2-40B4-BE49-F238E27FC236}">
                <a16:creationId xmlns:a16="http://schemas.microsoft.com/office/drawing/2014/main" id="{6A06F20C-3D16-6913-4223-0510D4DCF1F2}"/>
              </a:ext>
            </a:extLst>
          </p:cNvPr>
          <p:cNvSpPr>
            <a:spLocks noGrp="1"/>
          </p:cNvSpPr>
          <p:nvPr>
            <p:ph type="body" sz="quarter" idx="19" hasCustomPrompt="1"/>
          </p:nvPr>
        </p:nvSpPr>
        <p:spPr>
          <a:xfrm>
            <a:off x="9123770" y="1994854"/>
            <a:ext cx="2651760" cy="4082096"/>
          </a:xfrm>
        </p:spPr>
        <p:txBody>
          <a:bodyPr lIns="0" tIns="73152" rIns="91440" bIns="45720"/>
          <a:lstStyle>
            <a:lvl1pPr>
              <a:defRPr sz="1400"/>
            </a:lvl1pPr>
            <a:lvl2pPr>
              <a:defRPr sz="1400"/>
            </a:lvl2pPr>
            <a:lvl3pPr>
              <a:defRPr sz="1400"/>
            </a:lvl3pPr>
            <a:lvl4pPr>
              <a:defRPr sz="1400"/>
            </a:lvl4pPr>
          </a:lstStyle>
          <a:p>
            <a:pPr lvl="0"/>
            <a:r>
              <a:rPr lang="en-US"/>
              <a:t>Level 01</a:t>
            </a:r>
          </a:p>
          <a:p>
            <a:pPr lvl="1"/>
            <a:r>
              <a:rPr lang="en-US"/>
              <a:t>Level 02</a:t>
            </a:r>
          </a:p>
          <a:p>
            <a:pPr lvl="2"/>
            <a:r>
              <a:rPr lang="en-US"/>
              <a:t>Level 03</a:t>
            </a:r>
          </a:p>
          <a:p>
            <a:pPr lvl="3"/>
            <a:r>
              <a:rPr lang="en-US"/>
              <a:t>Level 04</a:t>
            </a:r>
          </a:p>
        </p:txBody>
      </p:sp>
      <p:sp>
        <p:nvSpPr>
          <p:cNvPr id="4" name="Slide Number Placeholder 5">
            <a:extLst>
              <a:ext uri="{FF2B5EF4-FFF2-40B4-BE49-F238E27FC236}">
                <a16:creationId xmlns:a16="http://schemas.microsoft.com/office/drawing/2014/main" id="{F39A5C7C-FF3B-791E-7112-DA49F4D0B189}"/>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a:p>
        </p:txBody>
      </p:sp>
      <p:grpSp>
        <p:nvGrpSpPr>
          <p:cNvPr id="5" name="Group 4">
            <a:extLst>
              <a:ext uri="{FF2B5EF4-FFF2-40B4-BE49-F238E27FC236}">
                <a16:creationId xmlns:a16="http://schemas.microsoft.com/office/drawing/2014/main" id="{6835ACEF-14AA-8811-AB5D-3938B97AC12C}"/>
              </a:ext>
              <a:ext uri="{C183D7F6-B498-43B3-948B-1728B52AA6E4}">
                <adec:decorative xmlns:adec="http://schemas.microsoft.com/office/drawing/2017/decorative" val="1"/>
              </a:ext>
            </a:extLst>
          </p:cNvPr>
          <p:cNvGrpSpPr/>
          <p:nvPr userDrawn="1"/>
        </p:nvGrpSpPr>
        <p:grpSpPr>
          <a:xfrm>
            <a:off x="3203695" y="1446213"/>
            <a:ext cx="5796764" cy="4630737"/>
            <a:chOff x="3203695" y="1446213"/>
            <a:chExt cx="5796764" cy="4630737"/>
          </a:xfrm>
        </p:grpSpPr>
        <p:cxnSp>
          <p:nvCxnSpPr>
            <p:cNvPr id="11" name="Straight Connector 10">
              <a:extLst>
                <a:ext uri="{FF2B5EF4-FFF2-40B4-BE49-F238E27FC236}">
                  <a16:creationId xmlns:a16="http://schemas.microsoft.com/office/drawing/2014/main" id="{BBA5152D-90F9-841D-EC13-0030AD385EBB}"/>
                </a:ext>
              </a:extLst>
            </p:cNvPr>
            <p:cNvCxnSpPr>
              <a:cxnSpLocks/>
            </p:cNvCxnSpPr>
            <p:nvPr userDrawn="1"/>
          </p:nvCxnSpPr>
          <p:spPr>
            <a:xfrm>
              <a:off x="3203695" y="1446213"/>
              <a:ext cx="0" cy="4630737"/>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BA886867-C5AE-7140-EDF8-D3A5947BBA94}"/>
                </a:ext>
              </a:extLst>
            </p:cNvPr>
            <p:cNvCxnSpPr>
              <a:cxnSpLocks/>
            </p:cNvCxnSpPr>
            <p:nvPr userDrawn="1"/>
          </p:nvCxnSpPr>
          <p:spPr>
            <a:xfrm>
              <a:off x="6102077" y="1446213"/>
              <a:ext cx="0" cy="4630737"/>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5483FCCB-2C9D-3E40-0646-FB598DF53981}"/>
                </a:ext>
              </a:extLst>
            </p:cNvPr>
            <p:cNvCxnSpPr>
              <a:cxnSpLocks/>
            </p:cNvCxnSpPr>
            <p:nvPr userDrawn="1"/>
          </p:nvCxnSpPr>
          <p:spPr>
            <a:xfrm>
              <a:off x="9000459" y="1446213"/>
              <a:ext cx="0" cy="4630737"/>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201958682"/>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wo column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defRPr/>
            </a:lvl1pPr>
          </a:lstStyle>
          <a:p>
            <a:r>
              <a:rPr lang="en-US"/>
              <a:t>Title</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a:t>Subtitle</a:t>
            </a:r>
          </a:p>
        </p:txBody>
      </p:sp>
      <p:sp>
        <p:nvSpPr>
          <p:cNvPr id="7" name="Text Placeholder 3">
            <a:extLst>
              <a:ext uri="{FF2B5EF4-FFF2-40B4-BE49-F238E27FC236}">
                <a16:creationId xmlns:a16="http://schemas.microsoft.com/office/drawing/2014/main" id="{C2CA012C-3387-F6E7-BD07-7F68D4FD7B29}"/>
              </a:ext>
            </a:extLst>
          </p:cNvPr>
          <p:cNvSpPr>
            <a:spLocks noGrp="1"/>
          </p:cNvSpPr>
          <p:nvPr>
            <p:ph type="body" sz="quarter" idx="21" hasCustomPrompt="1"/>
          </p:nvPr>
        </p:nvSpPr>
        <p:spPr>
          <a:xfrm>
            <a:off x="428624" y="1446213"/>
            <a:ext cx="5486400" cy="548640"/>
          </a:xfrm>
        </p:spPr>
        <p:txBody>
          <a:bodyPr anchor="ctr"/>
          <a:lstStyle>
            <a:lvl1pPr marL="0" indent="0">
              <a:spcAft>
                <a:spcPts val="0"/>
              </a:spcAft>
              <a:buNone/>
              <a:defRPr sz="1800">
                <a:solidFill>
                  <a:schemeClr val="accent1"/>
                </a:solidFill>
                <a:latin typeface="+mj-lt"/>
              </a:defRPr>
            </a:lvl1pPr>
          </a:lstStyle>
          <a:p>
            <a:pPr lvl="0"/>
            <a:r>
              <a:rPr lang="en-US"/>
              <a:t>Heading</a:t>
            </a:r>
          </a:p>
        </p:txBody>
      </p:sp>
      <p:sp>
        <p:nvSpPr>
          <p:cNvPr id="9" name="Text Placeholder 3">
            <a:extLst>
              <a:ext uri="{FF2B5EF4-FFF2-40B4-BE49-F238E27FC236}">
                <a16:creationId xmlns:a16="http://schemas.microsoft.com/office/drawing/2014/main" id="{28E350C6-C030-D9A7-8FFE-0C6BE159F13B}"/>
              </a:ext>
            </a:extLst>
          </p:cNvPr>
          <p:cNvSpPr>
            <a:spLocks noGrp="1"/>
          </p:cNvSpPr>
          <p:nvPr>
            <p:ph type="body" sz="quarter" idx="22" hasCustomPrompt="1"/>
          </p:nvPr>
        </p:nvSpPr>
        <p:spPr>
          <a:xfrm>
            <a:off x="6280150" y="1446213"/>
            <a:ext cx="5486400" cy="548640"/>
          </a:xfrm>
        </p:spPr>
        <p:txBody>
          <a:bodyPr anchor="ctr"/>
          <a:lstStyle>
            <a:lvl1pPr marL="0" indent="0">
              <a:spcAft>
                <a:spcPts val="0"/>
              </a:spcAft>
              <a:buNone/>
              <a:defRPr sz="1800">
                <a:solidFill>
                  <a:schemeClr val="accent3"/>
                </a:solidFill>
                <a:latin typeface="+mj-lt"/>
              </a:defRPr>
            </a:lvl1pPr>
          </a:lstStyle>
          <a:p>
            <a:pPr lvl="0"/>
            <a:r>
              <a:rPr lang="en-US"/>
              <a:t>Heading</a:t>
            </a:r>
          </a:p>
        </p:txBody>
      </p:sp>
      <p:sp>
        <p:nvSpPr>
          <p:cNvPr id="3" name="Slide Number Placeholder 5">
            <a:extLst>
              <a:ext uri="{FF2B5EF4-FFF2-40B4-BE49-F238E27FC236}">
                <a16:creationId xmlns:a16="http://schemas.microsoft.com/office/drawing/2014/main" id="{B5B1AEC1-40BF-926F-B166-C26EDD113684}"/>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a:p>
        </p:txBody>
      </p:sp>
      <p:sp>
        <p:nvSpPr>
          <p:cNvPr id="4" name="Picture Placeholder 3">
            <a:extLst>
              <a:ext uri="{FF2B5EF4-FFF2-40B4-BE49-F238E27FC236}">
                <a16:creationId xmlns:a16="http://schemas.microsoft.com/office/drawing/2014/main" id="{D273CDCD-A3ED-25B5-B18D-BDF48020EDDD}"/>
              </a:ext>
              <a:ext uri="{C183D7F6-B498-43B3-948B-1728B52AA6E4}">
                <adec:decorative xmlns:adec="http://schemas.microsoft.com/office/drawing/2017/decorative" val="1"/>
              </a:ext>
            </a:extLst>
          </p:cNvPr>
          <p:cNvSpPr>
            <a:spLocks noGrp="1"/>
          </p:cNvSpPr>
          <p:nvPr>
            <p:ph type="pic" sz="quarter" idx="17"/>
          </p:nvPr>
        </p:nvSpPr>
        <p:spPr>
          <a:xfrm>
            <a:off x="428624" y="1994854"/>
            <a:ext cx="5486400" cy="4082096"/>
          </a:xfrm>
        </p:spPr>
        <p:txBody>
          <a:bodyPr anchor="ctr"/>
          <a:lstStyle>
            <a:lvl1pPr marL="0" indent="0" algn="ctr">
              <a:buNone/>
              <a:defRPr/>
            </a:lvl1pPr>
          </a:lstStyle>
          <a:p>
            <a:r>
              <a:rPr lang="fr-FR"/>
              <a:t>Cliquez sur l'icône pour ajouter une image</a:t>
            </a:r>
            <a:endParaRPr lang="en-US"/>
          </a:p>
        </p:txBody>
      </p:sp>
      <p:sp>
        <p:nvSpPr>
          <p:cNvPr id="5" name="Picture Placeholder 3">
            <a:extLst>
              <a:ext uri="{FF2B5EF4-FFF2-40B4-BE49-F238E27FC236}">
                <a16:creationId xmlns:a16="http://schemas.microsoft.com/office/drawing/2014/main" id="{64FC30F8-E61C-6616-BF60-9AFD9F7EBEC9}"/>
              </a:ext>
              <a:ext uri="{C183D7F6-B498-43B3-948B-1728B52AA6E4}">
                <adec:decorative xmlns:adec="http://schemas.microsoft.com/office/drawing/2017/decorative" val="1"/>
              </a:ext>
            </a:extLst>
          </p:cNvPr>
          <p:cNvSpPr>
            <a:spLocks noGrp="1"/>
          </p:cNvSpPr>
          <p:nvPr>
            <p:ph type="pic" sz="quarter" idx="18"/>
          </p:nvPr>
        </p:nvSpPr>
        <p:spPr>
          <a:xfrm>
            <a:off x="6280150" y="1994854"/>
            <a:ext cx="5486400" cy="4082096"/>
          </a:xfrm>
        </p:spPr>
        <p:txBody>
          <a:bodyPr anchor="ctr"/>
          <a:lstStyle>
            <a:lvl1pPr marL="0" indent="0" algn="ctr">
              <a:buNone/>
              <a:defRPr/>
            </a:lvl1pPr>
          </a:lstStyle>
          <a:p>
            <a:r>
              <a:rPr lang="fr-FR"/>
              <a:t>Cliquez sur l'icône pour ajouter une image</a:t>
            </a:r>
            <a:endParaRPr lang="en-US"/>
          </a:p>
        </p:txBody>
      </p:sp>
    </p:spTree>
    <p:extLst>
      <p:ext uri="{BB962C8B-B14F-4D97-AF65-F5344CB8AC3E}">
        <p14:creationId xmlns:p14="http://schemas.microsoft.com/office/powerpoint/2010/main" val="4250688804"/>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hree column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defRPr/>
            </a:lvl1pPr>
          </a:lstStyle>
          <a:p>
            <a:r>
              <a:rPr lang="en-US"/>
              <a:t>Title</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a:t>Subtitle</a:t>
            </a:r>
          </a:p>
        </p:txBody>
      </p:sp>
      <p:sp>
        <p:nvSpPr>
          <p:cNvPr id="6" name="Text Placeholder 3">
            <a:extLst>
              <a:ext uri="{FF2B5EF4-FFF2-40B4-BE49-F238E27FC236}">
                <a16:creationId xmlns:a16="http://schemas.microsoft.com/office/drawing/2014/main" id="{5C2280E2-8456-6A59-68C6-B002ACDE4A5D}"/>
              </a:ext>
            </a:extLst>
          </p:cNvPr>
          <p:cNvSpPr>
            <a:spLocks noGrp="1"/>
          </p:cNvSpPr>
          <p:nvPr>
            <p:ph type="body" sz="quarter" idx="22" hasCustomPrompt="1"/>
          </p:nvPr>
        </p:nvSpPr>
        <p:spPr>
          <a:xfrm>
            <a:off x="428624" y="1446213"/>
            <a:ext cx="3566160" cy="548640"/>
          </a:xfrm>
        </p:spPr>
        <p:txBody>
          <a:bodyPr anchor="ctr"/>
          <a:lstStyle>
            <a:lvl1pPr marL="0" indent="0">
              <a:spcAft>
                <a:spcPts val="0"/>
              </a:spcAft>
              <a:buNone/>
              <a:defRPr sz="1800">
                <a:solidFill>
                  <a:schemeClr val="accent1"/>
                </a:solidFill>
                <a:latin typeface="+mj-lt"/>
              </a:defRPr>
            </a:lvl1pPr>
          </a:lstStyle>
          <a:p>
            <a:pPr lvl="0"/>
            <a:r>
              <a:rPr lang="en-US"/>
              <a:t>Heading</a:t>
            </a:r>
          </a:p>
        </p:txBody>
      </p:sp>
      <p:sp>
        <p:nvSpPr>
          <p:cNvPr id="7" name="Text Placeholder 3">
            <a:extLst>
              <a:ext uri="{FF2B5EF4-FFF2-40B4-BE49-F238E27FC236}">
                <a16:creationId xmlns:a16="http://schemas.microsoft.com/office/drawing/2014/main" id="{52CCFF94-B857-D8DC-B2CD-0FFF4A50C300}"/>
              </a:ext>
            </a:extLst>
          </p:cNvPr>
          <p:cNvSpPr>
            <a:spLocks noGrp="1"/>
          </p:cNvSpPr>
          <p:nvPr>
            <p:ph type="body" sz="quarter" idx="23" hasCustomPrompt="1"/>
          </p:nvPr>
        </p:nvSpPr>
        <p:spPr>
          <a:xfrm>
            <a:off x="4318707" y="1446213"/>
            <a:ext cx="3566160" cy="548640"/>
          </a:xfrm>
        </p:spPr>
        <p:txBody>
          <a:bodyPr anchor="ctr"/>
          <a:lstStyle>
            <a:lvl1pPr marL="0" indent="0">
              <a:spcAft>
                <a:spcPts val="0"/>
              </a:spcAft>
              <a:buNone/>
              <a:defRPr sz="1800">
                <a:solidFill>
                  <a:schemeClr val="accent3"/>
                </a:solidFill>
                <a:latin typeface="+mj-lt"/>
              </a:defRPr>
            </a:lvl1pPr>
          </a:lstStyle>
          <a:p>
            <a:pPr lvl="0"/>
            <a:r>
              <a:rPr lang="en-US"/>
              <a:t>Heading</a:t>
            </a:r>
          </a:p>
        </p:txBody>
      </p:sp>
      <p:sp>
        <p:nvSpPr>
          <p:cNvPr id="9" name="Text Placeholder 3">
            <a:extLst>
              <a:ext uri="{FF2B5EF4-FFF2-40B4-BE49-F238E27FC236}">
                <a16:creationId xmlns:a16="http://schemas.microsoft.com/office/drawing/2014/main" id="{3242A419-9A8D-61BF-51EB-69513EA5BE23}"/>
              </a:ext>
            </a:extLst>
          </p:cNvPr>
          <p:cNvSpPr>
            <a:spLocks noGrp="1"/>
          </p:cNvSpPr>
          <p:nvPr>
            <p:ph type="body" sz="quarter" idx="24" hasCustomPrompt="1"/>
          </p:nvPr>
        </p:nvSpPr>
        <p:spPr>
          <a:xfrm>
            <a:off x="8208790" y="1446213"/>
            <a:ext cx="3566160" cy="548640"/>
          </a:xfrm>
        </p:spPr>
        <p:txBody>
          <a:bodyPr anchor="ctr"/>
          <a:lstStyle>
            <a:lvl1pPr marL="0" indent="0">
              <a:spcAft>
                <a:spcPts val="0"/>
              </a:spcAft>
              <a:buNone/>
              <a:defRPr sz="1800">
                <a:solidFill>
                  <a:schemeClr val="accent5"/>
                </a:solidFill>
                <a:latin typeface="+mj-lt"/>
              </a:defRPr>
            </a:lvl1pPr>
          </a:lstStyle>
          <a:p>
            <a:pPr lvl="0"/>
            <a:r>
              <a:rPr lang="en-US"/>
              <a:t>Heading</a:t>
            </a:r>
          </a:p>
        </p:txBody>
      </p:sp>
      <p:sp>
        <p:nvSpPr>
          <p:cNvPr id="10" name="Slide Number Placeholder 5">
            <a:extLst>
              <a:ext uri="{FF2B5EF4-FFF2-40B4-BE49-F238E27FC236}">
                <a16:creationId xmlns:a16="http://schemas.microsoft.com/office/drawing/2014/main" id="{3D7EF800-D5AD-6EA2-68D5-8EACC1DBE5EA}"/>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a:p>
        </p:txBody>
      </p:sp>
      <p:sp>
        <p:nvSpPr>
          <p:cNvPr id="3" name="Picture Placeholder 3">
            <a:extLst>
              <a:ext uri="{FF2B5EF4-FFF2-40B4-BE49-F238E27FC236}">
                <a16:creationId xmlns:a16="http://schemas.microsoft.com/office/drawing/2014/main" id="{3ABED1DD-3627-3441-AC4C-69C0E51BE10F}"/>
              </a:ext>
              <a:ext uri="{C183D7F6-B498-43B3-948B-1728B52AA6E4}">
                <adec:decorative xmlns:adec="http://schemas.microsoft.com/office/drawing/2017/decorative" val="1"/>
              </a:ext>
            </a:extLst>
          </p:cNvPr>
          <p:cNvSpPr>
            <a:spLocks noGrp="1"/>
          </p:cNvSpPr>
          <p:nvPr>
            <p:ph type="pic" sz="quarter" idx="19"/>
          </p:nvPr>
        </p:nvSpPr>
        <p:spPr>
          <a:xfrm>
            <a:off x="428624" y="1994854"/>
            <a:ext cx="3566160" cy="4082096"/>
          </a:xfrm>
        </p:spPr>
        <p:txBody>
          <a:bodyPr anchor="ctr"/>
          <a:lstStyle>
            <a:lvl1pPr marL="0" indent="0" algn="ctr">
              <a:buNone/>
              <a:defRPr sz="1400"/>
            </a:lvl1pPr>
          </a:lstStyle>
          <a:p>
            <a:r>
              <a:rPr lang="fr-FR"/>
              <a:t>Cliquez sur l'icône pour ajouter une image</a:t>
            </a:r>
            <a:endParaRPr lang="en-US"/>
          </a:p>
        </p:txBody>
      </p:sp>
      <p:sp>
        <p:nvSpPr>
          <p:cNvPr id="4" name="Picture Placeholder 3">
            <a:extLst>
              <a:ext uri="{FF2B5EF4-FFF2-40B4-BE49-F238E27FC236}">
                <a16:creationId xmlns:a16="http://schemas.microsoft.com/office/drawing/2014/main" id="{2918F928-6CA5-FEF8-D882-6AA9F401BE7D}"/>
              </a:ext>
              <a:ext uri="{C183D7F6-B498-43B3-948B-1728B52AA6E4}">
                <adec:decorative xmlns:adec="http://schemas.microsoft.com/office/drawing/2017/decorative" val="1"/>
              </a:ext>
            </a:extLst>
          </p:cNvPr>
          <p:cNvSpPr>
            <a:spLocks noGrp="1"/>
          </p:cNvSpPr>
          <p:nvPr>
            <p:ph type="pic" sz="quarter" idx="20"/>
          </p:nvPr>
        </p:nvSpPr>
        <p:spPr>
          <a:xfrm>
            <a:off x="4318707" y="1994854"/>
            <a:ext cx="3566160" cy="4082096"/>
          </a:xfrm>
        </p:spPr>
        <p:txBody>
          <a:bodyPr anchor="ctr"/>
          <a:lstStyle>
            <a:lvl1pPr marL="0" indent="0" algn="ctr">
              <a:buNone/>
              <a:defRPr sz="1400"/>
            </a:lvl1pPr>
          </a:lstStyle>
          <a:p>
            <a:r>
              <a:rPr lang="fr-FR"/>
              <a:t>Cliquez sur l'icône pour ajouter une image</a:t>
            </a:r>
            <a:endParaRPr lang="en-US"/>
          </a:p>
        </p:txBody>
      </p:sp>
      <p:sp>
        <p:nvSpPr>
          <p:cNvPr id="5" name="Picture Placeholder 3">
            <a:extLst>
              <a:ext uri="{FF2B5EF4-FFF2-40B4-BE49-F238E27FC236}">
                <a16:creationId xmlns:a16="http://schemas.microsoft.com/office/drawing/2014/main" id="{0ED812F7-BF5D-DF64-7216-C1D7D0E71804}"/>
              </a:ext>
              <a:ext uri="{C183D7F6-B498-43B3-948B-1728B52AA6E4}">
                <adec:decorative xmlns:adec="http://schemas.microsoft.com/office/drawing/2017/decorative" val="1"/>
              </a:ext>
            </a:extLst>
          </p:cNvPr>
          <p:cNvSpPr>
            <a:spLocks noGrp="1"/>
          </p:cNvSpPr>
          <p:nvPr>
            <p:ph type="pic" sz="quarter" idx="21"/>
          </p:nvPr>
        </p:nvSpPr>
        <p:spPr>
          <a:xfrm>
            <a:off x="8208790" y="1994854"/>
            <a:ext cx="3566160" cy="4082096"/>
          </a:xfrm>
        </p:spPr>
        <p:txBody>
          <a:bodyPr anchor="ctr"/>
          <a:lstStyle>
            <a:lvl1pPr marL="0" indent="0" algn="ctr">
              <a:buNone/>
              <a:defRPr sz="1400"/>
            </a:lvl1pPr>
          </a:lstStyle>
          <a:p>
            <a:r>
              <a:rPr lang="fr-FR"/>
              <a:t>Cliquez sur l'icône pour ajouter une image</a:t>
            </a:r>
            <a:endParaRPr lang="en-US"/>
          </a:p>
        </p:txBody>
      </p:sp>
    </p:spTree>
    <p:extLst>
      <p:ext uri="{BB962C8B-B14F-4D97-AF65-F5344CB8AC3E}">
        <p14:creationId xmlns:p14="http://schemas.microsoft.com/office/powerpoint/2010/main" val="3751145229"/>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Four column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defRPr/>
            </a:lvl1pPr>
          </a:lstStyle>
          <a:p>
            <a:r>
              <a:rPr lang="en-US"/>
              <a:t>Title</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a:t>Subtitle</a:t>
            </a:r>
          </a:p>
        </p:txBody>
      </p:sp>
      <p:sp>
        <p:nvSpPr>
          <p:cNvPr id="3" name="Text Placeholder 3">
            <a:extLst>
              <a:ext uri="{FF2B5EF4-FFF2-40B4-BE49-F238E27FC236}">
                <a16:creationId xmlns:a16="http://schemas.microsoft.com/office/drawing/2014/main" id="{3B4DF86C-4686-D09F-9CDD-05397E5EA11B}"/>
              </a:ext>
            </a:extLst>
          </p:cNvPr>
          <p:cNvSpPr>
            <a:spLocks noGrp="1"/>
          </p:cNvSpPr>
          <p:nvPr>
            <p:ph type="body" sz="quarter" idx="25" hasCustomPrompt="1"/>
          </p:nvPr>
        </p:nvSpPr>
        <p:spPr>
          <a:xfrm>
            <a:off x="428624" y="1446213"/>
            <a:ext cx="2697480" cy="548640"/>
          </a:xfrm>
        </p:spPr>
        <p:txBody>
          <a:bodyPr anchor="ctr"/>
          <a:lstStyle>
            <a:lvl1pPr marL="0" indent="0">
              <a:spcAft>
                <a:spcPts val="0"/>
              </a:spcAft>
              <a:buNone/>
              <a:defRPr sz="1600">
                <a:solidFill>
                  <a:schemeClr val="accent1"/>
                </a:solidFill>
                <a:latin typeface="+mj-lt"/>
              </a:defRPr>
            </a:lvl1pPr>
          </a:lstStyle>
          <a:p>
            <a:pPr lvl="0"/>
            <a:r>
              <a:rPr lang="en-US"/>
              <a:t>Heading</a:t>
            </a:r>
          </a:p>
        </p:txBody>
      </p:sp>
      <p:sp>
        <p:nvSpPr>
          <p:cNvPr id="4" name="Text Placeholder 3">
            <a:extLst>
              <a:ext uri="{FF2B5EF4-FFF2-40B4-BE49-F238E27FC236}">
                <a16:creationId xmlns:a16="http://schemas.microsoft.com/office/drawing/2014/main" id="{464460DE-EC5C-7D9A-E60B-C77EBEE2719C}"/>
              </a:ext>
            </a:extLst>
          </p:cNvPr>
          <p:cNvSpPr>
            <a:spLocks noGrp="1"/>
          </p:cNvSpPr>
          <p:nvPr>
            <p:ph type="body" sz="quarter" idx="26" hasCustomPrompt="1"/>
          </p:nvPr>
        </p:nvSpPr>
        <p:spPr>
          <a:xfrm>
            <a:off x="3311573" y="1446213"/>
            <a:ext cx="2697480" cy="548640"/>
          </a:xfrm>
        </p:spPr>
        <p:txBody>
          <a:bodyPr anchor="ctr"/>
          <a:lstStyle>
            <a:lvl1pPr marL="0" indent="0">
              <a:spcAft>
                <a:spcPts val="0"/>
              </a:spcAft>
              <a:buNone/>
              <a:defRPr sz="1600">
                <a:solidFill>
                  <a:schemeClr val="accent3"/>
                </a:solidFill>
                <a:latin typeface="+mj-lt"/>
              </a:defRPr>
            </a:lvl1pPr>
          </a:lstStyle>
          <a:p>
            <a:pPr lvl="0"/>
            <a:r>
              <a:rPr lang="en-US"/>
              <a:t>Heading</a:t>
            </a:r>
          </a:p>
        </p:txBody>
      </p:sp>
      <p:sp>
        <p:nvSpPr>
          <p:cNvPr id="5" name="Text Placeholder 3">
            <a:extLst>
              <a:ext uri="{FF2B5EF4-FFF2-40B4-BE49-F238E27FC236}">
                <a16:creationId xmlns:a16="http://schemas.microsoft.com/office/drawing/2014/main" id="{572B8F90-4F7E-E6C3-8446-7D3736C9E4B6}"/>
              </a:ext>
            </a:extLst>
          </p:cNvPr>
          <p:cNvSpPr>
            <a:spLocks noGrp="1"/>
          </p:cNvSpPr>
          <p:nvPr>
            <p:ph type="body" sz="quarter" idx="27" hasCustomPrompt="1"/>
          </p:nvPr>
        </p:nvSpPr>
        <p:spPr>
          <a:xfrm>
            <a:off x="6194522" y="1446213"/>
            <a:ext cx="2697480" cy="548640"/>
          </a:xfrm>
        </p:spPr>
        <p:txBody>
          <a:bodyPr anchor="ctr"/>
          <a:lstStyle>
            <a:lvl1pPr marL="0" indent="0">
              <a:spcAft>
                <a:spcPts val="0"/>
              </a:spcAft>
              <a:buNone/>
              <a:defRPr sz="1600">
                <a:solidFill>
                  <a:schemeClr val="accent5"/>
                </a:solidFill>
                <a:latin typeface="+mj-lt"/>
              </a:defRPr>
            </a:lvl1pPr>
          </a:lstStyle>
          <a:p>
            <a:pPr lvl="0"/>
            <a:r>
              <a:rPr lang="en-US"/>
              <a:t>Heading</a:t>
            </a:r>
          </a:p>
        </p:txBody>
      </p:sp>
      <p:sp>
        <p:nvSpPr>
          <p:cNvPr id="6" name="Text Placeholder 3">
            <a:extLst>
              <a:ext uri="{FF2B5EF4-FFF2-40B4-BE49-F238E27FC236}">
                <a16:creationId xmlns:a16="http://schemas.microsoft.com/office/drawing/2014/main" id="{DE7EB277-5C78-54AF-0C0C-DA543BC54271}"/>
              </a:ext>
            </a:extLst>
          </p:cNvPr>
          <p:cNvSpPr>
            <a:spLocks noGrp="1"/>
          </p:cNvSpPr>
          <p:nvPr>
            <p:ph type="body" sz="quarter" idx="28" hasCustomPrompt="1"/>
          </p:nvPr>
        </p:nvSpPr>
        <p:spPr>
          <a:xfrm>
            <a:off x="9077470" y="1446213"/>
            <a:ext cx="2697480" cy="548640"/>
          </a:xfrm>
        </p:spPr>
        <p:txBody>
          <a:bodyPr anchor="ctr"/>
          <a:lstStyle>
            <a:lvl1pPr marL="0" indent="0">
              <a:spcAft>
                <a:spcPts val="0"/>
              </a:spcAft>
              <a:buNone/>
              <a:defRPr sz="1600">
                <a:solidFill>
                  <a:schemeClr val="accent6"/>
                </a:solidFill>
                <a:latin typeface="+mj-lt"/>
              </a:defRPr>
            </a:lvl1pPr>
          </a:lstStyle>
          <a:p>
            <a:pPr lvl="0"/>
            <a:r>
              <a:rPr lang="en-US"/>
              <a:t>Heading</a:t>
            </a:r>
          </a:p>
        </p:txBody>
      </p:sp>
      <p:sp>
        <p:nvSpPr>
          <p:cNvPr id="7" name="Slide Number Placeholder 5">
            <a:extLst>
              <a:ext uri="{FF2B5EF4-FFF2-40B4-BE49-F238E27FC236}">
                <a16:creationId xmlns:a16="http://schemas.microsoft.com/office/drawing/2014/main" id="{F695E5FE-6AE6-5F54-59EB-08105E1B8272}"/>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a:p>
        </p:txBody>
      </p:sp>
      <p:sp>
        <p:nvSpPr>
          <p:cNvPr id="25" name="Picture Placeholder 3">
            <a:extLst>
              <a:ext uri="{FF2B5EF4-FFF2-40B4-BE49-F238E27FC236}">
                <a16:creationId xmlns:a16="http://schemas.microsoft.com/office/drawing/2014/main" id="{7F7ACD8F-903F-4AA5-CF40-F541838B617A}"/>
              </a:ext>
              <a:ext uri="{C183D7F6-B498-43B3-948B-1728B52AA6E4}">
                <adec:decorative xmlns:adec="http://schemas.microsoft.com/office/drawing/2017/decorative" val="1"/>
              </a:ext>
            </a:extLst>
          </p:cNvPr>
          <p:cNvSpPr>
            <a:spLocks noGrp="1"/>
          </p:cNvSpPr>
          <p:nvPr>
            <p:ph type="pic" sz="quarter" idx="21"/>
          </p:nvPr>
        </p:nvSpPr>
        <p:spPr>
          <a:xfrm>
            <a:off x="428624" y="1994854"/>
            <a:ext cx="2697480" cy="4082096"/>
          </a:xfrm>
        </p:spPr>
        <p:txBody>
          <a:bodyPr anchor="ctr"/>
          <a:lstStyle>
            <a:lvl1pPr marL="0" indent="0" algn="ctr">
              <a:buNone/>
              <a:defRPr sz="1400"/>
            </a:lvl1pPr>
          </a:lstStyle>
          <a:p>
            <a:r>
              <a:rPr lang="fr-FR"/>
              <a:t>Cliquez sur l'icône pour ajouter une image</a:t>
            </a:r>
            <a:endParaRPr lang="en-US"/>
          </a:p>
        </p:txBody>
      </p:sp>
      <p:sp>
        <p:nvSpPr>
          <p:cNvPr id="28" name="Picture Placeholder 3">
            <a:extLst>
              <a:ext uri="{FF2B5EF4-FFF2-40B4-BE49-F238E27FC236}">
                <a16:creationId xmlns:a16="http://schemas.microsoft.com/office/drawing/2014/main" id="{96B97E46-018E-5555-A397-28255F5CD3CF}"/>
              </a:ext>
              <a:ext uri="{C183D7F6-B498-43B3-948B-1728B52AA6E4}">
                <adec:decorative xmlns:adec="http://schemas.microsoft.com/office/drawing/2017/decorative" val="1"/>
              </a:ext>
            </a:extLst>
          </p:cNvPr>
          <p:cNvSpPr>
            <a:spLocks noGrp="1"/>
          </p:cNvSpPr>
          <p:nvPr>
            <p:ph type="pic" sz="quarter" idx="24"/>
          </p:nvPr>
        </p:nvSpPr>
        <p:spPr>
          <a:xfrm>
            <a:off x="3311573" y="1994854"/>
            <a:ext cx="2697480" cy="4082096"/>
          </a:xfrm>
        </p:spPr>
        <p:txBody>
          <a:bodyPr anchor="ctr"/>
          <a:lstStyle>
            <a:lvl1pPr marL="0" indent="0" algn="ctr">
              <a:buNone/>
              <a:defRPr sz="1400"/>
            </a:lvl1pPr>
          </a:lstStyle>
          <a:p>
            <a:r>
              <a:rPr lang="fr-FR"/>
              <a:t>Cliquez sur l'icône pour ajouter une image</a:t>
            </a:r>
            <a:endParaRPr lang="en-US"/>
          </a:p>
        </p:txBody>
      </p:sp>
      <p:sp>
        <p:nvSpPr>
          <p:cNvPr id="27" name="Picture Placeholder 3">
            <a:extLst>
              <a:ext uri="{FF2B5EF4-FFF2-40B4-BE49-F238E27FC236}">
                <a16:creationId xmlns:a16="http://schemas.microsoft.com/office/drawing/2014/main" id="{FC83B583-51BF-F117-8EAB-16719367BBB6}"/>
              </a:ext>
              <a:ext uri="{C183D7F6-B498-43B3-948B-1728B52AA6E4}">
                <adec:decorative xmlns:adec="http://schemas.microsoft.com/office/drawing/2017/decorative" val="1"/>
              </a:ext>
            </a:extLst>
          </p:cNvPr>
          <p:cNvSpPr>
            <a:spLocks noGrp="1"/>
          </p:cNvSpPr>
          <p:nvPr>
            <p:ph type="pic" sz="quarter" idx="23"/>
          </p:nvPr>
        </p:nvSpPr>
        <p:spPr>
          <a:xfrm>
            <a:off x="6194522" y="1994854"/>
            <a:ext cx="2697480" cy="4082096"/>
          </a:xfrm>
        </p:spPr>
        <p:txBody>
          <a:bodyPr anchor="ctr"/>
          <a:lstStyle>
            <a:lvl1pPr marL="0" indent="0" algn="ctr">
              <a:buNone/>
              <a:defRPr sz="1400"/>
            </a:lvl1pPr>
          </a:lstStyle>
          <a:p>
            <a:r>
              <a:rPr lang="fr-FR"/>
              <a:t>Cliquez sur l'icône pour ajouter une image</a:t>
            </a:r>
            <a:endParaRPr lang="en-US"/>
          </a:p>
        </p:txBody>
      </p:sp>
      <p:sp>
        <p:nvSpPr>
          <p:cNvPr id="26" name="Picture Placeholder 3">
            <a:extLst>
              <a:ext uri="{FF2B5EF4-FFF2-40B4-BE49-F238E27FC236}">
                <a16:creationId xmlns:a16="http://schemas.microsoft.com/office/drawing/2014/main" id="{A45CB8E2-394E-796C-52EE-17D17DF169E6}"/>
              </a:ext>
              <a:ext uri="{C183D7F6-B498-43B3-948B-1728B52AA6E4}">
                <adec:decorative xmlns:adec="http://schemas.microsoft.com/office/drawing/2017/decorative" val="1"/>
              </a:ext>
            </a:extLst>
          </p:cNvPr>
          <p:cNvSpPr>
            <a:spLocks noGrp="1"/>
          </p:cNvSpPr>
          <p:nvPr>
            <p:ph type="pic" sz="quarter" idx="22"/>
          </p:nvPr>
        </p:nvSpPr>
        <p:spPr>
          <a:xfrm>
            <a:off x="9077470" y="1994854"/>
            <a:ext cx="2697480" cy="4082096"/>
          </a:xfrm>
        </p:spPr>
        <p:txBody>
          <a:bodyPr anchor="ctr"/>
          <a:lstStyle>
            <a:lvl1pPr marL="0" indent="0" algn="ctr">
              <a:buNone/>
              <a:defRPr sz="1400"/>
            </a:lvl1pPr>
          </a:lstStyle>
          <a:p>
            <a:r>
              <a:rPr lang="fr-FR"/>
              <a:t>Cliquez sur l'icône pour ajouter une image</a:t>
            </a:r>
            <a:endParaRPr lang="en-US"/>
          </a:p>
        </p:txBody>
      </p:sp>
    </p:spTree>
    <p:extLst>
      <p:ext uri="{BB962C8B-B14F-4D97-AF65-F5344CB8AC3E}">
        <p14:creationId xmlns:p14="http://schemas.microsoft.com/office/powerpoint/2010/main" val="43593912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wo column pictur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defRPr/>
            </a:lvl1pPr>
          </a:lstStyle>
          <a:p>
            <a:r>
              <a:rPr lang="en-US"/>
              <a:t>Title</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a:t>Subtitle</a:t>
            </a:r>
          </a:p>
        </p:txBody>
      </p:sp>
      <p:sp>
        <p:nvSpPr>
          <p:cNvPr id="5" name="Text Placeholder 3">
            <a:extLst>
              <a:ext uri="{FF2B5EF4-FFF2-40B4-BE49-F238E27FC236}">
                <a16:creationId xmlns:a16="http://schemas.microsoft.com/office/drawing/2014/main" id="{14016A94-A7DE-DAE3-0EE2-A8FF8619D3F5}"/>
              </a:ext>
            </a:extLst>
          </p:cNvPr>
          <p:cNvSpPr>
            <a:spLocks noGrp="1"/>
          </p:cNvSpPr>
          <p:nvPr>
            <p:ph type="body" sz="quarter" idx="22" hasCustomPrompt="1"/>
          </p:nvPr>
        </p:nvSpPr>
        <p:spPr>
          <a:xfrm>
            <a:off x="428624" y="2968820"/>
            <a:ext cx="5486400" cy="548640"/>
          </a:xfrm>
        </p:spPr>
        <p:txBody>
          <a:bodyPr anchor="ctr"/>
          <a:lstStyle>
            <a:lvl1pPr marL="0" indent="0">
              <a:spcAft>
                <a:spcPts val="0"/>
              </a:spcAft>
              <a:buNone/>
              <a:defRPr sz="1800">
                <a:solidFill>
                  <a:schemeClr val="accent1"/>
                </a:solidFill>
                <a:latin typeface="+mj-lt"/>
              </a:defRPr>
            </a:lvl1pPr>
          </a:lstStyle>
          <a:p>
            <a:pPr lvl="0"/>
            <a:r>
              <a:rPr lang="en-US"/>
              <a:t>Heading</a:t>
            </a:r>
          </a:p>
        </p:txBody>
      </p:sp>
      <p:sp>
        <p:nvSpPr>
          <p:cNvPr id="9" name="Content Placeholder 2">
            <a:extLst>
              <a:ext uri="{FF2B5EF4-FFF2-40B4-BE49-F238E27FC236}">
                <a16:creationId xmlns:a16="http://schemas.microsoft.com/office/drawing/2014/main" id="{8145BD5C-F8FB-36C9-4EE1-AB37715D6736}"/>
              </a:ext>
            </a:extLst>
          </p:cNvPr>
          <p:cNvSpPr>
            <a:spLocks noGrp="1"/>
          </p:cNvSpPr>
          <p:nvPr>
            <p:ph idx="12" hasCustomPrompt="1"/>
          </p:nvPr>
        </p:nvSpPr>
        <p:spPr>
          <a:xfrm>
            <a:off x="428624" y="3517460"/>
            <a:ext cx="5486400" cy="2559490"/>
          </a:xfrm>
        </p:spPr>
        <p:txBody>
          <a:bodyPr/>
          <a:lstStyle>
            <a:lvl4pPr>
              <a:defRPr/>
            </a:lvl4pPr>
            <a:lvl5pPr marL="1143000" indent="-228600">
              <a:buFont typeface="Arial" panose="020B0604020202020204" pitchFamily="34" charset="0"/>
              <a:buChar char="•"/>
              <a:defRPr/>
            </a:lvl5pPr>
            <a:lvl6pPr marL="1371600" indent="-228600">
              <a:lnSpc>
                <a:spcPct val="100000"/>
              </a:lnSpc>
              <a:spcBef>
                <a:spcPts val="0"/>
              </a:spcBef>
              <a:spcAft>
                <a:spcPts val="600"/>
              </a:spcAft>
              <a:buFont typeface="Arial" panose="020B0604020202020204" pitchFamily="34" charset="0"/>
              <a:buChar char="•"/>
              <a:defRPr/>
            </a:lvl6pPr>
          </a:lstStyle>
          <a:p>
            <a:pPr lvl="0"/>
            <a:r>
              <a:rPr lang="en-US"/>
              <a:t>Level 01</a:t>
            </a:r>
          </a:p>
          <a:p>
            <a:pPr lvl="1"/>
            <a:r>
              <a:rPr lang="en-US"/>
              <a:t>Level 02</a:t>
            </a:r>
          </a:p>
          <a:p>
            <a:pPr lvl="2"/>
            <a:r>
              <a:rPr lang="en-US"/>
              <a:t>Level 03</a:t>
            </a:r>
          </a:p>
          <a:p>
            <a:pPr lvl="3"/>
            <a:r>
              <a:rPr lang="en-US"/>
              <a:t>Level 04</a:t>
            </a:r>
          </a:p>
          <a:p>
            <a:pPr lvl="4"/>
            <a:r>
              <a:rPr lang="en-US"/>
              <a:t>Level 05</a:t>
            </a:r>
          </a:p>
          <a:p>
            <a:pPr lvl="5"/>
            <a:r>
              <a:rPr lang="en-US"/>
              <a:t>Level 06</a:t>
            </a:r>
          </a:p>
        </p:txBody>
      </p:sp>
      <p:sp>
        <p:nvSpPr>
          <p:cNvPr id="6" name="Text Placeholder 3">
            <a:extLst>
              <a:ext uri="{FF2B5EF4-FFF2-40B4-BE49-F238E27FC236}">
                <a16:creationId xmlns:a16="http://schemas.microsoft.com/office/drawing/2014/main" id="{0005BD77-4BBE-2F03-AFA8-87F126BB6A24}"/>
              </a:ext>
            </a:extLst>
          </p:cNvPr>
          <p:cNvSpPr>
            <a:spLocks noGrp="1"/>
          </p:cNvSpPr>
          <p:nvPr>
            <p:ph type="body" sz="quarter" idx="26" hasCustomPrompt="1"/>
          </p:nvPr>
        </p:nvSpPr>
        <p:spPr>
          <a:xfrm>
            <a:off x="6276978" y="2968820"/>
            <a:ext cx="5486400" cy="548640"/>
          </a:xfrm>
        </p:spPr>
        <p:txBody>
          <a:bodyPr anchor="ctr"/>
          <a:lstStyle>
            <a:lvl1pPr marL="0" indent="0">
              <a:spcAft>
                <a:spcPts val="0"/>
              </a:spcAft>
              <a:buNone/>
              <a:defRPr sz="1800">
                <a:solidFill>
                  <a:schemeClr val="accent3"/>
                </a:solidFill>
                <a:latin typeface="+mj-lt"/>
              </a:defRPr>
            </a:lvl1pPr>
          </a:lstStyle>
          <a:p>
            <a:pPr lvl="0"/>
            <a:r>
              <a:rPr lang="en-US"/>
              <a:t>Heading</a:t>
            </a:r>
          </a:p>
        </p:txBody>
      </p:sp>
      <p:sp>
        <p:nvSpPr>
          <p:cNvPr id="10" name="Content Placeholder 2">
            <a:extLst>
              <a:ext uri="{FF2B5EF4-FFF2-40B4-BE49-F238E27FC236}">
                <a16:creationId xmlns:a16="http://schemas.microsoft.com/office/drawing/2014/main" id="{4DA3DC55-D289-438E-D71E-EB8529434583}"/>
              </a:ext>
            </a:extLst>
          </p:cNvPr>
          <p:cNvSpPr>
            <a:spLocks noGrp="1"/>
          </p:cNvSpPr>
          <p:nvPr>
            <p:ph idx="27" hasCustomPrompt="1"/>
          </p:nvPr>
        </p:nvSpPr>
        <p:spPr>
          <a:xfrm>
            <a:off x="6276978" y="3517460"/>
            <a:ext cx="5486400" cy="2559490"/>
          </a:xfrm>
        </p:spPr>
        <p:txBody>
          <a:bodyPr/>
          <a:lstStyle>
            <a:lvl4pPr>
              <a:defRPr/>
            </a:lvl4pPr>
            <a:lvl5pPr marL="1143000" indent="-228600">
              <a:buFont typeface="Arial" panose="020B0604020202020204" pitchFamily="34" charset="0"/>
              <a:buChar char="•"/>
              <a:defRPr/>
            </a:lvl5pPr>
            <a:lvl6pPr marL="1371600" indent="-228600">
              <a:lnSpc>
                <a:spcPct val="100000"/>
              </a:lnSpc>
              <a:spcBef>
                <a:spcPts val="0"/>
              </a:spcBef>
              <a:spcAft>
                <a:spcPts val="600"/>
              </a:spcAft>
              <a:buFont typeface="Arial" panose="020B0604020202020204" pitchFamily="34" charset="0"/>
              <a:buChar char="•"/>
              <a:defRPr/>
            </a:lvl6pPr>
          </a:lstStyle>
          <a:p>
            <a:pPr lvl="0"/>
            <a:r>
              <a:rPr lang="en-US"/>
              <a:t>Level 01</a:t>
            </a:r>
          </a:p>
          <a:p>
            <a:pPr lvl="1"/>
            <a:r>
              <a:rPr lang="en-US"/>
              <a:t>Level 02</a:t>
            </a:r>
          </a:p>
          <a:p>
            <a:pPr lvl="2"/>
            <a:r>
              <a:rPr lang="en-US"/>
              <a:t>Level 03</a:t>
            </a:r>
          </a:p>
          <a:p>
            <a:pPr lvl="3"/>
            <a:r>
              <a:rPr lang="en-US"/>
              <a:t>Level 04</a:t>
            </a:r>
          </a:p>
          <a:p>
            <a:pPr lvl="4"/>
            <a:r>
              <a:rPr lang="en-US"/>
              <a:t>Level 05</a:t>
            </a:r>
          </a:p>
          <a:p>
            <a:pPr lvl="5"/>
            <a:r>
              <a:rPr lang="en-US"/>
              <a:t>Level 06</a:t>
            </a:r>
          </a:p>
        </p:txBody>
      </p:sp>
      <p:sp>
        <p:nvSpPr>
          <p:cNvPr id="7" name="Slide Number Placeholder 5">
            <a:extLst>
              <a:ext uri="{FF2B5EF4-FFF2-40B4-BE49-F238E27FC236}">
                <a16:creationId xmlns:a16="http://schemas.microsoft.com/office/drawing/2014/main" id="{DF72C938-C047-38AD-D83C-189C1AC036AE}"/>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a:p>
        </p:txBody>
      </p:sp>
      <p:sp>
        <p:nvSpPr>
          <p:cNvPr id="25" name="Picture Placeholder 3">
            <a:extLst>
              <a:ext uri="{FF2B5EF4-FFF2-40B4-BE49-F238E27FC236}">
                <a16:creationId xmlns:a16="http://schemas.microsoft.com/office/drawing/2014/main" id="{7F7ACD8F-903F-4AA5-CF40-F541838B617A}"/>
              </a:ext>
              <a:ext uri="{C183D7F6-B498-43B3-948B-1728B52AA6E4}">
                <adec:decorative xmlns:adec="http://schemas.microsoft.com/office/drawing/2017/decorative" val="1"/>
              </a:ext>
            </a:extLst>
          </p:cNvPr>
          <p:cNvSpPr>
            <a:spLocks noGrp="1"/>
          </p:cNvSpPr>
          <p:nvPr>
            <p:ph type="pic" sz="quarter" idx="21"/>
          </p:nvPr>
        </p:nvSpPr>
        <p:spPr>
          <a:xfrm>
            <a:off x="428624" y="1446213"/>
            <a:ext cx="5486400" cy="1522607"/>
          </a:xfrm>
        </p:spPr>
        <p:txBody>
          <a:bodyPr anchor="ctr"/>
          <a:lstStyle>
            <a:lvl1pPr marL="0" indent="0" algn="ctr">
              <a:buNone/>
              <a:defRPr sz="1400"/>
            </a:lvl1pPr>
          </a:lstStyle>
          <a:p>
            <a:r>
              <a:rPr lang="fr-FR"/>
              <a:t>Cliquez sur l'icône pour ajouter une image</a:t>
            </a:r>
            <a:endParaRPr lang="en-US"/>
          </a:p>
        </p:txBody>
      </p:sp>
      <p:sp>
        <p:nvSpPr>
          <p:cNvPr id="28" name="Picture Placeholder 3">
            <a:extLst>
              <a:ext uri="{FF2B5EF4-FFF2-40B4-BE49-F238E27FC236}">
                <a16:creationId xmlns:a16="http://schemas.microsoft.com/office/drawing/2014/main" id="{96B97E46-018E-5555-A397-28255F5CD3CF}"/>
              </a:ext>
              <a:ext uri="{C183D7F6-B498-43B3-948B-1728B52AA6E4}">
                <adec:decorative xmlns:adec="http://schemas.microsoft.com/office/drawing/2017/decorative" val="1"/>
              </a:ext>
            </a:extLst>
          </p:cNvPr>
          <p:cNvSpPr>
            <a:spLocks noGrp="1"/>
          </p:cNvSpPr>
          <p:nvPr>
            <p:ph type="pic" sz="quarter" idx="24"/>
          </p:nvPr>
        </p:nvSpPr>
        <p:spPr>
          <a:xfrm>
            <a:off x="6276978" y="1446213"/>
            <a:ext cx="5486400" cy="1522607"/>
          </a:xfrm>
        </p:spPr>
        <p:txBody>
          <a:bodyPr anchor="ctr"/>
          <a:lstStyle>
            <a:lvl1pPr marL="0" indent="0" algn="ctr">
              <a:buNone/>
              <a:defRPr sz="1400"/>
            </a:lvl1pPr>
          </a:lstStyle>
          <a:p>
            <a:r>
              <a:rPr lang="fr-FR"/>
              <a:t>Cliquez sur l'icône pour ajouter une image</a:t>
            </a:r>
            <a:endParaRPr lang="en-US"/>
          </a:p>
        </p:txBody>
      </p:sp>
    </p:spTree>
    <p:extLst>
      <p:ext uri="{BB962C8B-B14F-4D97-AF65-F5344CB8AC3E}">
        <p14:creationId xmlns:p14="http://schemas.microsoft.com/office/powerpoint/2010/main" val="1746123019"/>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hree column pictur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defRPr/>
            </a:lvl1pPr>
          </a:lstStyle>
          <a:p>
            <a:r>
              <a:rPr lang="en-US"/>
              <a:t>Title</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a:t>Subtitle</a:t>
            </a:r>
          </a:p>
        </p:txBody>
      </p:sp>
      <p:sp>
        <p:nvSpPr>
          <p:cNvPr id="6" name="Text Placeholder 3">
            <a:extLst>
              <a:ext uri="{FF2B5EF4-FFF2-40B4-BE49-F238E27FC236}">
                <a16:creationId xmlns:a16="http://schemas.microsoft.com/office/drawing/2014/main" id="{2C979499-D739-73B9-FE75-660BB28AD740}"/>
              </a:ext>
            </a:extLst>
          </p:cNvPr>
          <p:cNvSpPr>
            <a:spLocks noGrp="1"/>
          </p:cNvSpPr>
          <p:nvPr>
            <p:ph type="body" sz="quarter" idx="22" hasCustomPrompt="1"/>
          </p:nvPr>
        </p:nvSpPr>
        <p:spPr>
          <a:xfrm>
            <a:off x="428624" y="2968820"/>
            <a:ext cx="3566160" cy="548640"/>
          </a:xfrm>
        </p:spPr>
        <p:txBody>
          <a:bodyPr anchor="ctr"/>
          <a:lstStyle>
            <a:lvl1pPr marL="0" indent="0">
              <a:spcAft>
                <a:spcPts val="0"/>
              </a:spcAft>
              <a:buNone/>
              <a:defRPr sz="1600">
                <a:solidFill>
                  <a:schemeClr val="accent1"/>
                </a:solidFill>
                <a:latin typeface="+mj-lt"/>
              </a:defRPr>
            </a:lvl1pPr>
          </a:lstStyle>
          <a:p>
            <a:pPr lvl="0"/>
            <a:r>
              <a:rPr lang="en-US"/>
              <a:t>Heading</a:t>
            </a:r>
          </a:p>
        </p:txBody>
      </p:sp>
      <p:sp>
        <p:nvSpPr>
          <p:cNvPr id="3" name="Text Placeholder 11">
            <a:extLst>
              <a:ext uri="{FF2B5EF4-FFF2-40B4-BE49-F238E27FC236}">
                <a16:creationId xmlns:a16="http://schemas.microsoft.com/office/drawing/2014/main" id="{925B4298-4DFC-5A17-A61C-10AF6A947FE7}"/>
              </a:ext>
            </a:extLst>
          </p:cNvPr>
          <p:cNvSpPr>
            <a:spLocks noGrp="1"/>
          </p:cNvSpPr>
          <p:nvPr>
            <p:ph type="body" sz="quarter" idx="13" hasCustomPrompt="1"/>
          </p:nvPr>
        </p:nvSpPr>
        <p:spPr>
          <a:xfrm>
            <a:off x="428624" y="3517460"/>
            <a:ext cx="3566160" cy="2559490"/>
          </a:xfrm>
        </p:spPr>
        <p:txBody>
          <a:bodyPr lIns="0" tIns="73152" rIns="91440" bIns="45720"/>
          <a:lstStyle>
            <a:lvl1pPr>
              <a:defRPr sz="1400"/>
            </a:lvl1pPr>
            <a:lvl2pPr>
              <a:defRPr sz="1400"/>
            </a:lvl2pPr>
            <a:lvl3pPr>
              <a:defRPr sz="1400"/>
            </a:lvl3pPr>
            <a:lvl4pPr>
              <a:defRPr sz="1400"/>
            </a:lvl4pPr>
          </a:lstStyle>
          <a:p>
            <a:pPr lvl="0"/>
            <a:r>
              <a:rPr lang="en-US"/>
              <a:t>Level 01</a:t>
            </a:r>
          </a:p>
          <a:p>
            <a:pPr lvl="1"/>
            <a:r>
              <a:rPr lang="en-US"/>
              <a:t>Level 02</a:t>
            </a:r>
          </a:p>
          <a:p>
            <a:pPr lvl="2"/>
            <a:r>
              <a:rPr lang="en-US"/>
              <a:t>Level 03</a:t>
            </a:r>
          </a:p>
          <a:p>
            <a:pPr lvl="3"/>
            <a:r>
              <a:rPr lang="en-US"/>
              <a:t>Level 04</a:t>
            </a:r>
          </a:p>
        </p:txBody>
      </p:sp>
      <p:sp>
        <p:nvSpPr>
          <p:cNvPr id="7" name="Text Placeholder 3">
            <a:extLst>
              <a:ext uri="{FF2B5EF4-FFF2-40B4-BE49-F238E27FC236}">
                <a16:creationId xmlns:a16="http://schemas.microsoft.com/office/drawing/2014/main" id="{30756F07-9227-C871-FCFC-7AA0F5D4A4FB}"/>
              </a:ext>
            </a:extLst>
          </p:cNvPr>
          <p:cNvSpPr>
            <a:spLocks noGrp="1"/>
          </p:cNvSpPr>
          <p:nvPr>
            <p:ph type="body" sz="quarter" idx="27" hasCustomPrompt="1"/>
          </p:nvPr>
        </p:nvSpPr>
        <p:spPr>
          <a:xfrm>
            <a:off x="4312920" y="2968820"/>
            <a:ext cx="3566160" cy="548640"/>
          </a:xfrm>
        </p:spPr>
        <p:txBody>
          <a:bodyPr anchor="ctr"/>
          <a:lstStyle>
            <a:lvl1pPr marL="0" indent="0">
              <a:spcAft>
                <a:spcPts val="0"/>
              </a:spcAft>
              <a:buNone/>
              <a:defRPr sz="1600">
                <a:solidFill>
                  <a:schemeClr val="accent3"/>
                </a:solidFill>
                <a:latin typeface="+mj-lt"/>
              </a:defRPr>
            </a:lvl1pPr>
          </a:lstStyle>
          <a:p>
            <a:pPr lvl="0"/>
            <a:r>
              <a:rPr lang="en-US"/>
              <a:t>Heading</a:t>
            </a:r>
          </a:p>
        </p:txBody>
      </p:sp>
      <p:sp>
        <p:nvSpPr>
          <p:cNvPr id="4" name="Text Placeholder 11">
            <a:extLst>
              <a:ext uri="{FF2B5EF4-FFF2-40B4-BE49-F238E27FC236}">
                <a16:creationId xmlns:a16="http://schemas.microsoft.com/office/drawing/2014/main" id="{C5932779-A5A3-2204-2100-9B029C79E90C}"/>
              </a:ext>
            </a:extLst>
          </p:cNvPr>
          <p:cNvSpPr>
            <a:spLocks noGrp="1"/>
          </p:cNvSpPr>
          <p:nvPr>
            <p:ph type="body" sz="quarter" idx="25" hasCustomPrompt="1"/>
          </p:nvPr>
        </p:nvSpPr>
        <p:spPr>
          <a:xfrm>
            <a:off x="4312920" y="3517460"/>
            <a:ext cx="3566160" cy="2559490"/>
          </a:xfrm>
        </p:spPr>
        <p:txBody>
          <a:bodyPr lIns="0" tIns="73152" rIns="91440" bIns="45720"/>
          <a:lstStyle>
            <a:lvl1pPr>
              <a:defRPr sz="1400"/>
            </a:lvl1pPr>
            <a:lvl2pPr>
              <a:defRPr sz="1400"/>
            </a:lvl2pPr>
            <a:lvl3pPr>
              <a:defRPr sz="1400"/>
            </a:lvl3pPr>
            <a:lvl4pPr>
              <a:defRPr sz="1400"/>
            </a:lvl4pPr>
          </a:lstStyle>
          <a:p>
            <a:pPr lvl="0"/>
            <a:r>
              <a:rPr lang="en-US"/>
              <a:t>Level 01</a:t>
            </a:r>
          </a:p>
          <a:p>
            <a:pPr lvl="1"/>
            <a:r>
              <a:rPr lang="en-US"/>
              <a:t>Level 02</a:t>
            </a:r>
          </a:p>
          <a:p>
            <a:pPr lvl="2"/>
            <a:r>
              <a:rPr lang="en-US"/>
              <a:t>Level 03</a:t>
            </a:r>
          </a:p>
          <a:p>
            <a:pPr lvl="3"/>
            <a:r>
              <a:rPr lang="en-US"/>
              <a:t>Level 04</a:t>
            </a:r>
          </a:p>
        </p:txBody>
      </p:sp>
      <p:sp>
        <p:nvSpPr>
          <p:cNvPr id="9" name="Text Placeholder 3">
            <a:extLst>
              <a:ext uri="{FF2B5EF4-FFF2-40B4-BE49-F238E27FC236}">
                <a16:creationId xmlns:a16="http://schemas.microsoft.com/office/drawing/2014/main" id="{2B6D4682-833F-2E78-0271-A3BC65DC1283}"/>
              </a:ext>
            </a:extLst>
          </p:cNvPr>
          <p:cNvSpPr>
            <a:spLocks noGrp="1"/>
          </p:cNvSpPr>
          <p:nvPr>
            <p:ph type="body" sz="quarter" idx="28" hasCustomPrompt="1"/>
          </p:nvPr>
        </p:nvSpPr>
        <p:spPr>
          <a:xfrm>
            <a:off x="8197215" y="2968820"/>
            <a:ext cx="3566160" cy="548640"/>
          </a:xfrm>
        </p:spPr>
        <p:txBody>
          <a:bodyPr anchor="ctr"/>
          <a:lstStyle>
            <a:lvl1pPr marL="0" indent="0">
              <a:spcAft>
                <a:spcPts val="0"/>
              </a:spcAft>
              <a:buNone/>
              <a:defRPr sz="1600">
                <a:solidFill>
                  <a:schemeClr val="accent5"/>
                </a:solidFill>
                <a:latin typeface="+mj-lt"/>
              </a:defRPr>
            </a:lvl1pPr>
          </a:lstStyle>
          <a:p>
            <a:pPr lvl="0"/>
            <a:r>
              <a:rPr lang="en-US"/>
              <a:t>Heading</a:t>
            </a:r>
          </a:p>
        </p:txBody>
      </p:sp>
      <p:sp>
        <p:nvSpPr>
          <p:cNvPr id="5" name="Text Placeholder 11">
            <a:extLst>
              <a:ext uri="{FF2B5EF4-FFF2-40B4-BE49-F238E27FC236}">
                <a16:creationId xmlns:a16="http://schemas.microsoft.com/office/drawing/2014/main" id="{11F392C6-99EB-D1AC-BECC-4494D2B1CBFF}"/>
              </a:ext>
            </a:extLst>
          </p:cNvPr>
          <p:cNvSpPr>
            <a:spLocks noGrp="1"/>
          </p:cNvSpPr>
          <p:nvPr>
            <p:ph type="body" sz="quarter" idx="26" hasCustomPrompt="1"/>
          </p:nvPr>
        </p:nvSpPr>
        <p:spPr>
          <a:xfrm>
            <a:off x="8197215" y="3517460"/>
            <a:ext cx="3566160" cy="2559490"/>
          </a:xfrm>
        </p:spPr>
        <p:txBody>
          <a:bodyPr lIns="0" tIns="73152" rIns="91440" bIns="45720"/>
          <a:lstStyle>
            <a:lvl1pPr>
              <a:defRPr sz="1400"/>
            </a:lvl1pPr>
            <a:lvl2pPr>
              <a:defRPr sz="1400"/>
            </a:lvl2pPr>
            <a:lvl3pPr>
              <a:defRPr sz="1400"/>
            </a:lvl3pPr>
            <a:lvl4pPr>
              <a:defRPr sz="1400"/>
            </a:lvl4pPr>
          </a:lstStyle>
          <a:p>
            <a:pPr lvl="0"/>
            <a:r>
              <a:rPr lang="en-US"/>
              <a:t>Level 01</a:t>
            </a:r>
          </a:p>
          <a:p>
            <a:pPr lvl="1"/>
            <a:r>
              <a:rPr lang="en-US"/>
              <a:t>Level 02</a:t>
            </a:r>
          </a:p>
          <a:p>
            <a:pPr lvl="2"/>
            <a:r>
              <a:rPr lang="en-US"/>
              <a:t>Level 03</a:t>
            </a:r>
          </a:p>
          <a:p>
            <a:pPr lvl="3"/>
            <a:r>
              <a:rPr lang="en-US"/>
              <a:t>Level 04</a:t>
            </a:r>
          </a:p>
        </p:txBody>
      </p:sp>
      <p:sp>
        <p:nvSpPr>
          <p:cNvPr id="10" name="Slide Number Placeholder 5">
            <a:extLst>
              <a:ext uri="{FF2B5EF4-FFF2-40B4-BE49-F238E27FC236}">
                <a16:creationId xmlns:a16="http://schemas.microsoft.com/office/drawing/2014/main" id="{08CA3288-0FCF-ED06-AD6E-E7CB3C8DC965}"/>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a:p>
        </p:txBody>
      </p:sp>
      <p:sp>
        <p:nvSpPr>
          <p:cNvPr id="25" name="Picture Placeholder 3">
            <a:extLst>
              <a:ext uri="{FF2B5EF4-FFF2-40B4-BE49-F238E27FC236}">
                <a16:creationId xmlns:a16="http://schemas.microsoft.com/office/drawing/2014/main" id="{7F7ACD8F-903F-4AA5-CF40-F541838B617A}"/>
              </a:ext>
              <a:ext uri="{C183D7F6-B498-43B3-948B-1728B52AA6E4}">
                <adec:decorative xmlns:adec="http://schemas.microsoft.com/office/drawing/2017/decorative" val="1"/>
              </a:ext>
            </a:extLst>
          </p:cNvPr>
          <p:cNvSpPr>
            <a:spLocks noGrp="1"/>
          </p:cNvSpPr>
          <p:nvPr>
            <p:ph type="pic" sz="quarter" idx="21"/>
          </p:nvPr>
        </p:nvSpPr>
        <p:spPr>
          <a:xfrm>
            <a:off x="428624" y="1446213"/>
            <a:ext cx="3566160" cy="1522607"/>
          </a:xfrm>
        </p:spPr>
        <p:txBody>
          <a:bodyPr anchor="ctr"/>
          <a:lstStyle>
            <a:lvl1pPr marL="0" indent="0" algn="ctr">
              <a:buNone/>
              <a:defRPr sz="1400"/>
            </a:lvl1pPr>
          </a:lstStyle>
          <a:p>
            <a:r>
              <a:rPr lang="fr-FR"/>
              <a:t>Cliquez sur l'icône pour ajouter une image</a:t>
            </a:r>
            <a:endParaRPr lang="en-US"/>
          </a:p>
        </p:txBody>
      </p:sp>
      <p:sp>
        <p:nvSpPr>
          <p:cNvPr id="28" name="Picture Placeholder 3">
            <a:extLst>
              <a:ext uri="{FF2B5EF4-FFF2-40B4-BE49-F238E27FC236}">
                <a16:creationId xmlns:a16="http://schemas.microsoft.com/office/drawing/2014/main" id="{96B97E46-018E-5555-A397-28255F5CD3CF}"/>
              </a:ext>
              <a:ext uri="{C183D7F6-B498-43B3-948B-1728B52AA6E4}">
                <adec:decorative xmlns:adec="http://schemas.microsoft.com/office/drawing/2017/decorative" val="1"/>
              </a:ext>
            </a:extLst>
          </p:cNvPr>
          <p:cNvSpPr>
            <a:spLocks noGrp="1"/>
          </p:cNvSpPr>
          <p:nvPr>
            <p:ph type="pic" sz="quarter" idx="24"/>
          </p:nvPr>
        </p:nvSpPr>
        <p:spPr>
          <a:xfrm>
            <a:off x="4312920" y="1446213"/>
            <a:ext cx="3566160" cy="1522607"/>
          </a:xfrm>
        </p:spPr>
        <p:txBody>
          <a:bodyPr anchor="ctr"/>
          <a:lstStyle>
            <a:lvl1pPr marL="0" indent="0" algn="ctr">
              <a:buNone/>
              <a:defRPr sz="1400"/>
            </a:lvl1pPr>
          </a:lstStyle>
          <a:p>
            <a:r>
              <a:rPr lang="fr-FR"/>
              <a:t>Cliquez sur l'icône pour ajouter une image</a:t>
            </a:r>
            <a:endParaRPr lang="en-US"/>
          </a:p>
        </p:txBody>
      </p:sp>
      <p:sp>
        <p:nvSpPr>
          <p:cNvPr id="27" name="Picture Placeholder 3">
            <a:extLst>
              <a:ext uri="{FF2B5EF4-FFF2-40B4-BE49-F238E27FC236}">
                <a16:creationId xmlns:a16="http://schemas.microsoft.com/office/drawing/2014/main" id="{FC83B583-51BF-F117-8EAB-16719367BBB6}"/>
              </a:ext>
              <a:ext uri="{C183D7F6-B498-43B3-948B-1728B52AA6E4}">
                <adec:decorative xmlns:adec="http://schemas.microsoft.com/office/drawing/2017/decorative" val="1"/>
              </a:ext>
            </a:extLst>
          </p:cNvPr>
          <p:cNvSpPr>
            <a:spLocks noGrp="1"/>
          </p:cNvSpPr>
          <p:nvPr>
            <p:ph type="pic" sz="quarter" idx="23"/>
          </p:nvPr>
        </p:nvSpPr>
        <p:spPr>
          <a:xfrm>
            <a:off x="8197215" y="1446213"/>
            <a:ext cx="3566160" cy="1522607"/>
          </a:xfrm>
        </p:spPr>
        <p:txBody>
          <a:bodyPr anchor="ctr"/>
          <a:lstStyle>
            <a:lvl1pPr marL="0" indent="0" algn="ctr">
              <a:buNone/>
              <a:defRPr sz="1400"/>
            </a:lvl1pPr>
          </a:lstStyle>
          <a:p>
            <a:r>
              <a:rPr lang="fr-FR"/>
              <a:t>Cliquez sur l'icône pour ajouter une image</a:t>
            </a:r>
            <a:endParaRPr lang="en-US"/>
          </a:p>
        </p:txBody>
      </p:sp>
    </p:spTree>
    <p:extLst>
      <p:ext uri="{BB962C8B-B14F-4D97-AF65-F5344CB8AC3E}">
        <p14:creationId xmlns:p14="http://schemas.microsoft.com/office/powerpoint/2010/main" val="4192217002"/>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Four column pictur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defRPr/>
            </a:lvl1pPr>
          </a:lstStyle>
          <a:p>
            <a:r>
              <a:rPr lang="en-US"/>
              <a:t>Title</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a:t>Subtitle</a:t>
            </a:r>
          </a:p>
        </p:txBody>
      </p:sp>
      <p:sp>
        <p:nvSpPr>
          <p:cNvPr id="6" name="Text Placeholder 3">
            <a:extLst>
              <a:ext uri="{FF2B5EF4-FFF2-40B4-BE49-F238E27FC236}">
                <a16:creationId xmlns:a16="http://schemas.microsoft.com/office/drawing/2014/main" id="{58EA87E5-B00B-294C-9BEB-D8AB1DA7D633}"/>
              </a:ext>
            </a:extLst>
          </p:cNvPr>
          <p:cNvSpPr>
            <a:spLocks noGrp="1"/>
          </p:cNvSpPr>
          <p:nvPr>
            <p:ph type="body" sz="quarter" idx="28" hasCustomPrompt="1"/>
          </p:nvPr>
        </p:nvSpPr>
        <p:spPr>
          <a:xfrm>
            <a:off x="428624" y="2968820"/>
            <a:ext cx="2697480" cy="548640"/>
          </a:xfrm>
        </p:spPr>
        <p:txBody>
          <a:bodyPr anchor="ctr"/>
          <a:lstStyle>
            <a:lvl1pPr marL="0" indent="0">
              <a:spcAft>
                <a:spcPts val="0"/>
              </a:spcAft>
              <a:buNone/>
              <a:defRPr sz="1600">
                <a:solidFill>
                  <a:schemeClr val="accent1"/>
                </a:solidFill>
                <a:latin typeface="+mj-lt"/>
              </a:defRPr>
            </a:lvl1pPr>
          </a:lstStyle>
          <a:p>
            <a:pPr lvl="0"/>
            <a:r>
              <a:rPr lang="en-US"/>
              <a:t>Heading</a:t>
            </a:r>
          </a:p>
        </p:txBody>
      </p:sp>
      <p:sp>
        <p:nvSpPr>
          <p:cNvPr id="3" name="Text Placeholder 11">
            <a:extLst>
              <a:ext uri="{FF2B5EF4-FFF2-40B4-BE49-F238E27FC236}">
                <a16:creationId xmlns:a16="http://schemas.microsoft.com/office/drawing/2014/main" id="{925B4298-4DFC-5A17-A61C-10AF6A947FE7}"/>
              </a:ext>
            </a:extLst>
          </p:cNvPr>
          <p:cNvSpPr>
            <a:spLocks noGrp="1"/>
          </p:cNvSpPr>
          <p:nvPr>
            <p:ph type="body" sz="quarter" idx="13" hasCustomPrompt="1"/>
          </p:nvPr>
        </p:nvSpPr>
        <p:spPr>
          <a:xfrm>
            <a:off x="428624" y="3517460"/>
            <a:ext cx="2697480" cy="2559490"/>
          </a:xfrm>
        </p:spPr>
        <p:txBody>
          <a:bodyPr lIns="0" tIns="73152" rIns="91440" bIns="45720"/>
          <a:lstStyle>
            <a:lvl1pPr>
              <a:defRPr sz="1400"/>
            </a:lvl1pPr>
            <a:lvl2pPr>
              <a:defRPr sz="1400"/>
            </a:lvl2pPr>
            <a:lvl3pPr>
              <a:defRPr sz="1400"/>
            </a:lvl3pPr>
            <a:lvl4pPr>
              <a:defRPr sz="1400"/>
            </a:lvl4pPr>
          </a:lstStyle>
          <a:p>
            <a:pPr lvl="0"/>
            <a:r>
              <a:rPr lang="en-US"/>
              <a:t>Level 01</a:t>
            </a:r>
          </a:p>
          <a:p>
            <a:pPr lvl="1"/>
            <a:r>
              <a:rPr lang="en-US"/>
              <a:t>Level 02</a:t>
            </a:r>
          </a:p>
          <a:p>
            <a:pPr lvl="2"/>
            <a:r>
              <a:rPr lang="en-US"/>
              <a:t>Level 03</a:t>
            </a:r>
          </a:p>
          <a:p>
            <a:pPr lvl="3"/>
            <a:r>
              <a:rPr lang="en-US"/>
              <a:t>Level 04</a:t>
            </a:r>
          </a:p>
        </p:txBody>
      </p:sp>
      <p:sp>
        <p:nvSpPr>
          <p:cNvPr id="7" name="Text Placeholder 3">
            <a:extLst>
              <a:ext uri="{FF2B5EF4-FFF2-40B4-BE49-F238E27FC236}">
                <a16:creationId xmlns:a16="http://schemas.microsoft.com/office/drawing/2014/main" id="{2CC21B11-4BB9-E7F7-2D10-7A711FE51A2C}"/>
              </a:ext>
            </a:extLst>
          </p:cNvPr>
          <p:cNvSpPr>
            <a:spLocks noGrp="1"/>
          </p:cNvSpPr>
          <p:nvPr>
            <p:ph type="body" sz="quarter" idx="29" hasCustomPrompt="1"/>
          </p:nvPr>
        </p:nvSpPr>
        <p:spPr>
          <a:xfrm>
            <a:off x="3311573" y="2968820"/>
            <a:ext cx="2697480" cy="548640"/>
          </a:xfrm>
        </p:spPr>
        <p:txBody>
          <a:bodyPr anchor="ctr"/>
          <a:lstStyle>
            <a:lvl1pPr marL="0" indent="0">
              <a:spcAft>
                <a:spcPts val="0"/>
              </a:spcAft>
              <a:buNone/>
              <a:defRPr sz="1600">
                <a:solidFill>
                  <a:schemeClr val="accent3"/>
                </a:solidFill>
                <a:latin typeface="+mj-lt"/>
              </a:defRPr>
            </a:lvl1pPr>
          </a:lstStyle>
          <a:p>
            <a:pPr lvl="0"/>
            <a:r>
              <a:rPr lang="en-US"/>
              <a:t>Heading</a:t>
            </a:r>
          </a:p>
        </p:txBody>
      </p:sp>
      <p:sp>
        <p:nvSpPr>
          <p:cNvPr id="4" name="Text Placeholder 11">
            <a:extLst>
              <a:ext uri="{FF2B5EF4-FFF2-40B4-BE49-F238E27FC236}">
                <a16:creationId xmlns:a16="http://schemas.microsoft.com/office/drawing/2014/main" id="{C5932779-A5A3-2204-2100-9B029C79E90C}"/>
              </a:ext>
            </a:extLst>
          </p:cNvPr>
          <p:cNvSpPr>
            <a:spLocks noGrp="1"/>
          </p:cNvSpPr>
          <p:nvPr>
            <p:ph type="body" sz="quarter" idx="25" hasCustomPrompt="1"/>
          </p:nvPr>
        </p:nvSpPr>
        <p:spPr>
          <a:xfrm>
            <a:off x="3311573" y="3517460"/>
            <a:ext cx="2697480" cy="2559490"/>
          </a:xfrm>
        </p:spPr>
        <p:txBody>
          <a:bodyPr lIns="0" tIns="73152" rIns="91440" bIns="45720"/>
          <a:lstStyle>
            <a:lvl1pPr>
              <a:defRPr sz="1400"/>
            </a:lvl1pPr>
            <a:lvl2pPr>
              <a:defRPr sz="1400"/>
            </a:lvl2pPr>
            <a:lvl3pPr>
              <a:defRPr sz="1400"/>
            </a:lvl3pPr>
            <a:lvl4pPr>
              <a:defRPr sz="1400"/>
            </a:lvl4pPr>
          </a:lstStyle>
          <a:p>
            <a:pPr lvl="0"/>
            <a:r>
              <a:rPr lang="en-US"/>
              <a:t>Level 01</a:t>
            </a:r>
          </a:p>
          <a:p>
            <a:pPr lvl="1"/>
            <a:r>
              <a:rPr lang="en-US"/>
              <a:t>Level 02</a:t>
            </a:r>
          </a:p>
          <a:p>
            <a:pPr lvl="2"/>
            <a:r>
              <a:rPr lang="en-US"/>
              <a:t>Level 03</a:t>
            </a:r>
          </a:p>
          <a:p>
            <a:pPr lvl="3"/>
            <a:r>
              <a:rPr lang="en-US"/>
              <a:t>Level 04</a:t>
            </a:r>
          </a:p>
        </p:txBody>
      </p:sp>
      <p:sp>
        <p:nvSpPr>
          <p:cNvPr id="11" name="Text Placeholder 3">
            <a:extLst>
              <a:ext uri="{FF2B5EF4-FFF2-40B4-BE49-F238E27FC236}">
                <a16:creationId xmlns:a16="http://schemas.microsoft.com/office/drawing/2014/main" id="{60624600-098D-4116-2BA4-B77914ACDD08}"/>
              </a:ext>
            </a:extLst>
          </p:cNvPr>
          <p:cNvSpPr>
            <a:spLocks noGrp="1"/>
          </p:cNvSpPr>
          <p:nvPr>
            <p:ph type="body" sz="quarter" idx="30" hasCustomPrompt="1"/>
          </p:nvPr>
        </p:nvSpPr>
        <p:spPr>
          <a:xfrm>
            <a:off x="6194522" y="2968820"/>
            <a:ext cx="2697480" cy="548640"/>
          </a:xfrm>
        </p:spPr>
        <p:txBody>
          <a:bodyPr anchor="ctr"/>
          <a:lstStyle>
            <a:lvl1pPr marL="0" indent="0">
              <a:spcAft>
                <a:spcPts val="0"/>
              </a:spcAft>
              <a:buNone/>
              <a:defRPr sz="1600">
                <a:solidFill>
                  <a:schemeClr val="accent5"/>
                </a:solidFill>
                <a:latin typeface="+mj-lt"/>
              </a:defRPr>
            </a:lvl1pPr>
          </a:lstStyle>
          <a:p>
            <a:pPr lvl="0"/>
            <a:r>
              <a:rPr lang="en-US"/>
              <a:t>Heading</a:t>
            </a:r>
          </a:p>
        </p:txBody>
      </p:sp>
      <p:sp>
        <p:nvSpPr>
          <p:cNvPr id="5" name="Text Placeholder 11">
            <a:extLst>
              <a:ext uri="{FF2B5EF4-FFF2-40B4-BE49-F238E27FC236}">
                <a16:creationId xmlns:a16="http://schemas.microsoft.com/office/drawing/2014/main" id="{11F392C6-99EB-D1AC-BECC-4494D2B1CBFF}"/>
              </a:ext>
            </a:extLst>
          </p:cNvPr>
          <p:cNvSpPr>
            <a:spLocks noGrp="1"/>
          </p:cNvSpPr>
          <p:nvPr>
            <p:ph type="body" sz="quarter" idx="26" hasCustomPrompt="1"/>
          </p:nvPr>
        </p:nvSpPr>
        <p:spPr>
          <a:xfrm>
            <a:off x="6194522" y="3517460"/>
            <a:ext cx="2697480" cy="2559490"/>
          </a:xfrm>
        </p:spPr>
        <p:txBody>
          <a:bodyPr lIns="0" tIns="73152" rIns="91440" bIns="45720"/>
          <a:lstStyle>
            <a:lvl1pPr>
              <a:defRPr sz="1400"/>
            </a:lvl1pPr>
            <a:lvl2pPr>
              <a:defRPr sz="1400"/>
            </a:lvl2pPr>
            <a:lvl3pPr>
              <a:defRPr sz="1400"/>
            </a:lvl3pPr>
            <a:lvl4pPr>
              <a:defRPr sz="1400"/>
            </a:lvl4pPr>
          </a:lstStyle>
          <a:p>
            <a:pPr lvl="0"/>
            <a:r>
              <a:rPr lang="en-US"/>
              <a:t>Level 01</a:t>
            </a:r>
          </a:p>
          <a:p>
            <a:pPr lvl="1"/>
            <a:r>
              <a:rPr lang="en-US"/>
              <a:t>Level 02</a:t>
            </a:r>
          </a:p>
          <a:p>
            <a:pPr lvl="2"/>
            <a:r>
              <a:rPr lang="en-US"/>
              <a:t>Level 03</a:t>
            </a:r>
          </a:p>
          <a:p>
            <a:pPr lvl="3"/>
            <a:r>
              <a:rPr lang="en-US"/>
              <a:t>Level 04</a:t>
            </a:r>
          </a:p>
        </p:txBody>
      </p:sp>
      <p:sp>
        <p:nvSpPr>
          <p:cNvPr id="13" name="Text Placeholder 3">
            <a:extLst>
              <a:ext uri="{FF2B5EF4-FFF2-40B4-BE49-F238E27FC236}">
                <a16:creationId xmlns:a16="http://schemas.microsoft.com/office/drawing/2014/main" id="{FBA7EB72-6B8C-7C86-47F1-FB927F697C15}"/>
              </a:ext>
            </a:extLst>
          </p:cNvPr>
          <p:cNvSpPr>
            <a:spLocks noGrp="1"/>
          </p:cNvSpPr>
          <p:nvPr>
            <p:ph type="body" sz="quarter" idx="31" hasCustomPrompt="1"/>
          </p:nvPr>
        </p:nvSpPr>
        <p:spPr>
          <a:xfrm>
            <a:off x="9077470" y="2968820"/>
            <a:ext cx="2697480" cy="548640"/>
          </a:xfrm>
        </p:spPr>
        <p:txBody>
          <a:bodyPr anchor="ctr"/>
          <a:lstStyle>
            <a:lvl1pPr marL="0" indent="0">
              <a:spcAft>
                <a:spcPts val="0"/>
              </a:spcAft>
              <a:buNone/>
              <a:defRPr sz="1600">
                <a:solidFill>
                  <a:schemeClr val="accent6"/>
                </a:solidFill>
                <a:latin typeface="+mj-lt"/>
              </a:defRPr>
            </a:lvl1pPr>
          </a:lstStyle>
          <a:p>
            <a:pPr lvl="0"/>
            <a:r>
              <a:rPr lang="en-US"/>
              <a:t>Heading</a:t>
            </a:r>
          </a:p>
        </p:txBody>
      </p:sp>
      <p:sp>
        <p:nvSpPr>
          <p:cNvPr id="9" name="Text Placeholder 11">
            <a:extLst>
              <a:ext uri="{FF2B5EF4-FFF2-40B4-BE49-F238E27FC236}">
                <a16:creationId xmlns:a16="http://schemas.microsoft.com/office/drawing/2014/main" id="{0FB8ABDB-A570-09B0-47F8-17E0EAF3EA3E}"/>
              </a:ext>
            </a:extLst>
          </p:cNvPr>
          <p:cNvSpPr>
            <a:spLocks noGrp="1"/>
          </p:cNvSpPr>
          <p:nvPr>
            <p:ph type="body" sz="quarter" idx="27" hasCustomPrompt="1"/>
          </p:nvPr>
        </p:nvSpPr>
        <p:spPr>
          <a:xfrm>
            <a:off x="9077470" y="3517460"/>
            <a:ext cx="2697480" cy="2559490"/>
          </a:xfrm>
        </p:spPr>
        <p:txBody>
          <a:bodyPr lIns="0" tIns="73152" rIns="91440" bIns="45720"/>
          <a:lstStyle>
            <a:lvl1pPr>
              <a:defRPr sz="1400"/>
            </a:lvl1pPr>
            <a:lvl2pPr>
              <a:defRPr sz="1400"/>
            </a:lvl2pPr>
            <a:lvl3pPr>
              <a:defRPr sz="1400"/>
            </a:lvl3pPr>
            <a:lvl4pPr>
              <a:defRPr sz="1400"/>
            </a:lvl4pPr>
          </a:lstStyle>
          <a:p>
            <a:pPr lvl="0"/>
            <a:r>
              <a:rPr lang="en-US"/>
              <a:t>Level 01</a:t>
            </a:r>
          </a:p>
          <a:p>
            <a:pPr lvl="1"/>
            <a:r>
              <a:rPr lang="en-US"/>
              <a:t>Level 02</a:t>
            </a:r>
          </a:p>
          <a:p>
            <a:pPr lvl="2"/>
            <a:r>
              <a:rPr lang="en-US"/>
              <a:t>Level 03</a:t>
            </a:r>
          </a:p>
          <a:p>
            <a:pPr lvl="3"/>
            <a:r>
              <a:rPr lang="en-US"/>
              <a:t>Level 04</a:t>
            </a:r>
          </a:p>
        </p:txBody>
      </p:sp>
      <p:sp>
        <p:nvSpPr>
          <p:cNvPr id="10" name="Slide Number Placeholder 5">
            <a:extLst>
              <a:ext uri="{FF2B5EF4-FFF2-40B4-BE49-F238E27FC236}">
                <a16:creationId xmlns:a16="http://schemas.microsoft.com/office/drawing/2014/main" id="{D8D0839C-757C-586E-BFC4-95B70BCF5722}"/>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a:p>
        </p:txBody>
      </p:sp>
      <p:sp>
        <p:nvSpPr>
          <p:cNvPr id="25" name="Picture Placeholder 3">
            <a:extLst>
              <a:ext uri="{FF2B5EF4-FFF2-40B4-BE49-F238E27FC236}">
                <a16:creationId xmlns:a16="http://schemas.microsoft.com/office/drawing/2014/main" id="{7F7ACD8F-903F-4AA5-CF40-F541838B617A}"/>
              </a:ext>
              <a:ext uri="{C183D7F6-B498-43B3-948B-1728B52AA6E4}">
                <adec:decorative xmlns:adec="http://schemas.microsoft.com/office/drawing/2017/decorative" val="1"/>
              </a:ext>
            </a:extLst>
          </p:cNvPr>
          <p:cNvSpPr>
            <a:spLocks noGrp="1"/>
          </p:cNvSpPr>
          <p:nvPr>
            <p:ph type="pic" sz="quarter" idx="21"/>
          </p:nvPr>
        </p:nvSpPr>
        <p:spPr>
          <a:xfrm>
            <a:off x="428624" y="1446213"/>
            <a:ext cx="2697480" cy="1522607"/>
          </a:xfrm>
        </p:spPr>
        <p:txBody>
          <a:bodyPr anchor="ctr"/>
          <a:lstStyle>
            <a:lvl1pPr marL="0" indent="0" algn="ctr">
              <a:buNone/>
              <a:defRPr sz="1400"/>
            </a:lvl1pPr>
          </a:lstStyle>
          <a:p>
            <a:r>
              <a:rPr lang="fr-FR"/>
              <a:t>Cliquez sur l'icône pour ajouter une image</a:t>
            </a:r>
            <a:endParaRPr lang="en-US"/>
          </a:p>
        </p:txBody>
      </p:sp>
      <p:sp>
        <p:nvSpPr>
          <p:cNvPr id="28" name="Picture Placeholder 3">
            <a:extLst>
              <a:ext uri="{FF2B5EF4-FFF2-40B4-BE49-F238E27FC236}">
                <a16:creationId xmlns:a16="http://schemas.microsoft.com/office/drawing/2014/main" id="{96B97E46-018E-5555-A397-28255F5CD3CF}"/>
              </a:ext>
              <a:ext uri="{C183D7F6-B498-43B3-948B-1728B52AA6E4}">
                <adec:decorative xmlns:adec="http://schemas.microsoft.com/office/drawing/2017/decorative" val="1"/>
              </a:ext>
            </a:extLst>
          </p:cNvPr>
          <p:cNvSpPr>
            <a:spLocks noGrp="1"/>
          </p:cNvSpPr>
          <p:nvPr>
            <p:ph type="pic" sz="quarter" idx="24"/>
          </p:nvPr>
        </p:nvSpPr>
        <p:spPr>
          <a:xfrm>
            <a:off x="3311573" y="1446213"/>
            <a:ext cx="2697480" cy="1522607"/>
          </a:xfrm>
        </p:spPr>
        <p:txBody>
          <a:bodyPr anchor="ctr"/>
          <a:lstStyle>
            <a:lvl1pPr marL="0" indent="0" algn="ctr">
              <a:buNone/>
              <a:defRPr sz="1400"/>
            </a:lvl1pPr>
          </a:lstStyle>
          <a:p>
            <a:r>
              <a:rPr lang="fr-FR"/>
              <a:t>Cliquez sur l'icône pour ajouter une image</a:t>
            </a:r>
            <a:endParaRPr lang="en-US"/>
          </a:p>
        </p:txBody>
      </p:sp>
      <p:sp>
        <p:nvSpPr>
          <p:cNvPr id="27" name="Picture Placeholder 3">
            <a:extLst>
              <a:ext uri="{FF2B5EF4-FFF2-40B4-BE49-F238E27FC236}">
                <a16:creationId xmlns:a16="http://schemas.microsoft.com/office/drawing/2014/main" id="{FC83B583-51BF-F117-8EAB-16719367BBB6}"/>
              </a:ext>
              <a:ext uri="{C183D7F6-B498-43B3-948B-1728B52AA6E4}">
                <adec:decorative xmlns:adec="http://schemas.microsoft.com/office/drawing/2017/decorative" val="1"/>
              </a:ext>
            </a:extLst>
          </p:cNvPr>
          <p:cNvSpPr>
            <a:spLocks noGrp="1"/>
          </p:cNvSpPr>
          <p:nvPr>
            <p:ph type="pic" sz="quarter" idx="23"/>
          </p:nvPr>
        </p:nvSpPr>
        <p:spPr>
          <a:xfrm>
            <a:off x="6194522" y="1446213"/>
            <a:ext cx="2697480" cy="1522607"/>
          </a:xfrm>
        </p:spPr>
        <p:txBody>
          <a:bodyPr anchor="ctr"/>
          <a:lstStyle>
            <a:lvl1pPr marL="0" indent="0" algn="ctr">
              <a:buNone/>
              <a:defRPr sz="1400"/>
            </a:lvl1pPr>
          </a:lstStyle>
          <a:p>
            <a:r>
              <a:rPr lang="fr-FR"/>
              <a:t>Cliquez sur l'icône pour ajouter une image</a:t>
            </a:r>
            <a:endParaRPr lang="en-US"/>
          </a:p>
        </p:txBody>
      </p:sp>
      <p:sp>
        <p:nvSpPr>
          <p:cNvPr id="26" name="Picture Placeholder 3">
            <a:extLst>
              <a:ext uri="{FF2B5EF4-FFF2-40B4-BE49-F238E27FC236}">
                <a16:creationId xmlns:a16="http://schemas.microsoft.com/office/drawing/2014/main" id="{A45CB8E2-394E-796C-52EE-17D17DF169E6}"/>
              </a:ext>
              <a:ext uri="{C183D7F6-B498-43B3-948B-1728B52AA6E4}">
                <adec:decorative xmlns:adec="http://schemas.microsoft.com/office/drawing/2017/decorative" val="1"/>
              </a:ext>
            </a:extLst>
          </p:cNvPr>
          <p:cNvSpPr>
            <a:spLocks noGrp="1"/>
          </p:cNvSpPr>
          <p:nvPr>
            <p:ph type="pic" sz="quarter" idx="22"/>
          </p:nvPr>
        </p:nvSpPr>
        <p:spPr>
          <a:xfrm>
            <a:off x="9077470" y="1446213"/>
            <a:ext cx="2697480" cy="1522607"/>
          </a:xfrm>
        </p:spPr>
        <p:txBody>
          <a:bodyPr anchor="ctr"/>
          <a:lstStyle>
            <a:lvl1pPr marL="0" indent="0" algn="ctr">
              <a:buNone/>
              <a:defRPr sz="1400"/>
            </a:lvl1pPr>
          </a:lstStyle>
          <a:p>
            <a:r>
              <a:rPr lang="fr-FR"/>
              <a:t>Cliquez sur l'icône pour ajouter une image</a:t>
            </a:r>
            <a:endParaRPr lang="en-US"/>
          </a:p>
        </p:txBody>
      </p:sp>
    </p:spTree>
    <p:extLst>
      <p:ext uri="{BB962C8B-B14F-4D97-AF65-F5344CB8AC3E}">
        <p14:creationId xmlns:p14="http://schemas.microsoft.com/office/powerpoint/2010/main" val="3918871027"/>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Blue box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defRPr/>
            </a:lvl1pPr>
          </a:lstStyle>
          <a:p>
            <a:r>
              <a:rPr lang="en-US"/>
              <a:t>Title</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a:t>Subtitle</a:t>
            </a:r>
          </a:p>
        </p:txBody>
      </p:sp>
      <p:sp>
        <p:nvSpPr>
          <p:cNvPr id="10" name="Text Placeholder 11">
            <a:extLst>
              <a:ext uri="{FF2B5EF4-FFF2-40B4-BE49-F238E27FC236}">
                <a16:creationId xmlns:a16="http://schemas.microsoft.com/office/drawing/2014/main" id="{E75B62F6-55F7-EC3C-2ED6-BBCF8B1F3040}"/>
              </a:ext>
            </a:extLst>
          </p:cNvPr>
          <p:cNvSpPr>
            <a:spLocks noGrp="1"/>
          </p:cNvSpPr>
          <p:nvPr>
            <p:ph type="body" sz="quarter" idx="14" hasCustomPrompt="1"/>
          </p:nvPr>
        </p:nvSpPr>
        <p:spPr>
          <a:xfrm>
            <a:off x="428624" y="1446213"/>
            <a:ext cx="2697480" cy="4630737"/>
          </a:xfrm>
          <a:solidFill>
            <a:schemeClr val="accent1"/>
          </a:solidFill>
        </p:spPr>
        <p:txBody>
          <a:bodyPr lIns="91440" tIns="91440" rIns="91440" bIns="45720" anchor="t">
            <a:noAutofit/>
          </a:bodyPr>
          <a:lstStyle>
            <a:lvl1pPr marL="0" indent="0" algn="l">
              <a:buNone/>
              <a:defRPr sz="2000">
                <a:solidFill>
                  <a:schemeClr val="bg1"/>
                </a:solidFill>
                <a:latin typeface="+mj-lt"/>
              </a:defRPr>
            </a:lvl1pPr>
          </a:lstStyle>
          <a:p>
            <a:pPr lvl="0"/>
            <a:r>
              <a:rPr lang="en-US"/>
              <a:t>Heading</a:t>
            </a:r>
          </a:p>
        </p:txBody>
      </p:sp>
      <p:sp>
        <p:nvSpPr>
          <p:cNvPr id="5" name="Content Placeholder 2">
            <a:extLst>
              <a:ext uri="{FF2B5EF4-FFF2-40B4-BE49-F238E27FC236}">
                <a16:creationId xmlns:a16="http://schemas.microsoft.com/office/drawing/2014/main" id="{10E88463-50FF-3CD8-E203-3C696879E54D}"/>
              </a:ext>
            </a:extLst>
          </p:cNvPr>
          <p:cNvSpPr>
            <a:spLocks noGrp="1"/>
          </p:cNvSpPr>
          <p:nvPr>
            <p:ph idx="12" hasCustomPrompt="1"/>
          </p:nvPr>
        </p:nvSpPr>
        <p:spPr>
          <a:xfrm>
            <a:off x="3126104" y="1446213"/>
            <a:ext cx="8640446" cy="4630737"/>
          </a:xfrm>
        </p:spPr>
        <p:txBody>
          <a:bodyPr lIns="137160" tIns="91440" rIns="91440" bIns="45720"/>
          <a:lstStyle>
            <a:lvl4pPr>
              <a:defRPr/>
            </a:lvl4pPr>
            <a:lvl5pPr marL="1143000" indent="-228600">
              <a:buFont typeface="Arial" panose="020B0604020202020204" pitchFamily="34" charset="0"/>
              <a:buChar char="•"/>
              <a:defRPr/>
            </a:lvl5pPr>
            <a:lvl6pPr marL="1371600" indent="-228600">
              <a:lnSpc>
                <a:spcPct val="100000"/>
              </a:lnSpc>
              <a:spcBef>
                <a:spcPts val="0"/>
              </a:spcBef>
              <a:spcAft>
                <a:spcPts val="600"/>
              </a:spcAft>
              <a:buFont typeface="Arial" panose="020B0604020202020204" pitchFamily="34" charset="0"/>
              <a:buChar char="•"/>
              <a:defRPr/>
            </a:lvl6pPr>
          </a:lstStyle>
          <a:p>
            <a:pPr lvl="0"/>
            <a:r>
              <a:rPr lang="en-US"/>
              <a:t>Level 01</a:t>
            </a:r>
          </a:p>
          <a:p>
            <a:pPr lvl="1"/>
            <a:r>
              <a:rPr lang="en-US"/>
              <a:t>Level 02</a:t>
            </a:r>
          </a:p>
          <a:p>
            <a:pPr lvl="2"/>
            <a:r>
              <a:rPr lang="en-US"/>
              <a:t>Level 03</a:t>
            </a:r>
          </a:p>
          <a:p>
            <a:pPr lvl="3"/>
            <a:r>
              <a:rPr lang="en-US"/>
              <a:t>Level 04</a:t>
            </a:r>
          </a:p>
          <a:p>
            <a:pPr lvl="4"/>
            <a:r>
              <a:rPr lang="en-US"/>
              <a:t>Level 05</a:t>
            </a:r>
          </a:p>
          <a:p>
            <a:pPr lvl="5"/>
            <a:r>
              <a:rPr lang="en-US"/>
              <a:t>Level 06</a:t>
            </a:r>
          </a:p>
        </p:txBody>
      </p:sp>
      <p:sp>
        <p:nvSpPr>
          <p:cNvPr id="4" name="Slide Number Placeholder 5">
            <a:extLst>
              <a:ext uri="{FF2B5EF4-FFF2-40B4-BE49-F238E27FC236}">
                <a16:creationId xmlns:a16="http://schemas.microsoft.com/office/drawing/2014/main" id="{A1B59311-C109-90D5-373E-703450BE4378}"/>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a:p>
        </p:txBody>
      </p:sp>
    </p:spTree>
    <p:extLst>
      <p:ext uri="{BB962C8B-B14F-4D97-AF65-F5344CB8AC3E}">
        <p14:creationId xmlns:p14="http://schemas.microsoft.com/office/powerpoint/2010/main" val="183205016"/>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Imag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defRPr/>
            </a:lvl1pPr>
          </a:lstStyle>
          <a:p>
            <a:r>
              <a:rPr lang="en-US"/>
              <a:t>Title</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a:t>Subtitle</a:t>
            </a:r>
          </a:p>
        </p:txBody>
      </p:sp>
      <p:sp>
        <p:nvSpPr>
          <p:cNvPr id="6" name="Content Placeholder 2">
            <a:extLst>
              <a:ext uri="{FF2B5EF4-FFF2-40B4-BE49-F238E27FC236}">
                <a16:creationId xmlns:a16="http://schemas.microsoft.com/office/drawing/2014/main" id="{2BCEDC2E-0B96-BB68-C6CE-4DEBC490BB97}"/>
              </a:ext>
            </a:extLst>
          </p:cNvPr>
          <p:cNvSpPr>
            <a:spLocks noGrp="1"/>
          </p:cNvSpPr>
          <p:nvPr>
            <p:ph idx="12" hasCustomPrompt="1"/>
          </p:nvPr>
        </p:nvSpPr>
        <p:spPr>
          <a:xfrm>
            <a:off x="3126104" y="1446213"/>
            <a:ext cx="8640446" cy="4630737"/>
          </a:xfrm>
        </p:spPr>
        <p:txBody>
          <a:bodyPr lIns="137160" tIns="91440" rIns="91440" bIns="45720"/>
          <a:lstStyle>
            <a:lvl4pPr>
              <a:defRPr/>
            </a:lvl4pPr>
            <a:lvl5pPr marL="1143000" indent="-228600">
              <a:buFont typeface="Arial" panose="020B0604020202020204" pitchFamily="34" charset="0"/>
              <a:buChar char="•"/>
              <a:defRPr/>
            </a:lvl5pPr>
            <a:lvl6pPr marL="1371600" indent="-228600">
              <a:lnSpc>
                <a:spcPct val="100000"/>
              </a:lnSpc>
              <a:spcBef>
                <a:spcPts val="0"/>
              </a:spcBef>
              <a:spcAft>
                <a:spcPts val="600"/>
              </a:spcAft>
              <a:buFont typeface="Arial" panose="020B0604020202020204" pitchFamily="34" charset="0"/>
              <a:buChar char="•"/>
              <a:defRPr/>
            </a:lvl6pPr>
          </a:lstStyle>
          <a:p>
            <a:pPr lvl="0"/>
            <a:r>
              <a:rPr lang="en-US"/>
              <a:t>Level 01</a:t>
            </a:r>
          </a:p>
          <a:p>
            <a:pPr lvl="1"/>
            <a:r>
              <a:rPr lang="en-US"/>
              <a:t>Level 02</a:t>
            </a:r>
          </a:p>
          <a:p>
            <a:pPr lvl="2"/>
            <a:r>
              <a:rPr lang="en-US"/>
              <a:t>Level 03</a:t>
            </a:r>
          </a:p>
          <a:p>
            <a:pPr lvl="3"/>
            <a:r>
              <a:rPr lang="en-US"/>
              <a:t>Level 04</a:t>
            </a:r>
          </a:p>
          <a:p>
            <a:pPr lvl="4"/>
            <a:r>
              <a:rPr lang="en-US"/>
              <a:t>Level 05</a:t>
            </a:r>
          </a:p>
          <a:p>
            <a:pPr lvl="5"/>
            <a:r>
              <a:rPr lang="en-US"/>
              <a:t>Level 06</a:t>
            </a:r>
          </a:p>
        </p:txBody>
      </p:sp>
      <p:sp>
        <p:nvSpPr>
          <p:cNvPr id="5" name="Slide Number Placeholder 5">
            <a:extLst>
              <a:ext uri="{FF2B5EF4-FFF2-40B4-BE49-F238E27FC236}">
                <a16:creationId xmlns:a16="http://schemas.microsoft.com/office/drawing/2014/main" id="{2816F5F7-DC15-93E3-03C3-BC68295C29D3}"/>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a:p>
        </p:txBody>
      </p:sp>
      <p:sp>
        <p:nvSpPr>
          <p:cNvPr id="4" name="Picture Placeholder 3">
            <a:extLst>
              <a:ext uri="{FF2B5EF4-FFF2-40B4-BE49-F238E27FC236}">
                <a16:creationId xmlns:a16="http://schemas.microsoft.com/office/drawing/2014/main" id="{78F88F08-9355-72DC-FA2D-5379EE038153}"/>
              </a:ext>
              <a:ext uri="{C183D7F6-B498-43B3-948B-1728B52AA6E4}">
                <adec:decorative xmlns:adec="http://schemas.microsoft.com/office/drawing/2017/decorative" val="1"/>
              </a:ext>
            </a:extLst>
          </p:cNvPr>
          <p:cNvSpPr>
            <a:spLocks noGrp="1"/>
          </p:cNvSpPr>
          <p:nvPr>
            <p:ph type="pic" sz="quarter" idx="21"/>
          </p:nvPr>
        </p:nvSpPr>
        <p:spPr>
          <a:xfrm>
            <a:off x="428624" y="1446213"/>
            <a:ext cx="2697480" cy="4630737"/>
          </a:xfrm>
        </p:spPr>
        <p:txBody>
          <a:bodyPr anchor="ctr"/>
          <a:lstStyle>
            <a:lvl1pPr marL="0" indent="0" algn="ctr">
              <a:buNone/>
              <a:defRPr sz="1600"/>
            </a:lvl1pPr>
          </a:lstStyle>
          <a:p>
            <a:r>
              <a:rPr lang="fr-FR"/>
              <a:t>Cliquez sur l'icône pour ajouter une image</a:t>
            </a:r>
            <a:endParaRPr lang="en-US"/>
          </a:p>
        </p:txBody>
      </p:sp>
    </p:spTree>
    <p:extLst>
      <p:ext uri="{BB962C8B-B14F-4D97-AF65-F5344CB8AC3E}">
        <p14:creationId xmlns:p14="http://schemas.microsoft.com/office/powerpoint/2010/main" val="3082984164"/>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Three icons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defRPr/>
            </a:lvl1pPr>
          </a:lstStyle>
          <a:p>
            <a:r>
              <a:rPr lang="en-US"/>
              <a:t>Title</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a:t>Subtitle</a:t>
            </a:r>
          </a:p>
        </p:txBody>
      </p:sp>
      <p:sp>
        <p:nvSpPr>
          <p:cNvPr id="3" name="Text Placeholder 11">
            <a:extLst>
              <a:ext uri="{FF2B5EF4-FFF2-40B4-BE49-F238E27FC236}">
                <a16:creationId xmlns:a16="http://schemas.microsoft.com/office/drawing/2014/main" id="{925B4298-4DFC-5A17-A61C-10AF6A947FE7}"/>
              </a:ext>
            </a:extLst>
          </p:cNvPr>
          <p:cNvSpPr>
            <a:spLocks noGrp="1"/>
          </p:cNvSpPr>
          <p:nvPr>
            <p:ph type="body" sz="quarter" idx="13" hasCustomPrompt="1"/>
          </p:nvPr>
        </p:nvSpPr>
        <p:spPr>
          <a:xfrm>
            <a:off x="1801504" y="1469073"/>
            <a:ext cx="9965046" cy="1417320"/>
          </a:xfrm>
        </p:spPr>
        <p:txBody>
          <a:bodyPr lIns="0" tIns="45720" rIns="0" bIns="45720" anchor="ctr"/>
          <a:lstStyle>
            <a:lvl1pPr marL="0" indent="0">
              <a:spcAft>
                <a:spcPts val="200"/>
              </a:spcAft>
              <a:buNone/>
              <a:defRPr sz="1600">
                <a:solidFill>
                  <a:schemeClr val="accent1"/>
                </a:solidFill>
                <a:latin typeface="+mj-lt"/>
              </a:defRPr>
            </a:lvl1pPr>
            <a:lvl2pPr marL="182880" indent="-182880">
              <a:spcAft>
                <a:spcPts val="200"/>
              </a:spcAft>
              <a:defRPr sz="1400"/>
            </a:lvl2pPr>
            <a:lvl3pPr>
              <a:defRPr sz="1400"/>
            </a:lvl3pPr>
            <a:lvl4pPr>
              <a:defRPr sz="1400"/>
            </a:lvl4pPr>
          </a:lstStyle>
          <a:p>
            <a:pPr lvl="0"/>
            <a:r>
              <a:rPr lang="en-US"/>
              <a:t>Heading</a:t>
            </a:r>
          </a:p>
          <a:p>
            <a:pPr lvl="1"/>
            <a:r>
              <a:rPr lang="en-US"/>
              <a:t>Body text</a:t>
            </a:r>
          </a:p>
        </p:txBody>
      </p:sp>
      <p:sp>
        <p:nvSpPr>
          <p:cNvPr id="5" name="Text Placeholder 11">
            <a:extLst>
              <a:ext uri="{FF2B5EF4-FFF2-40B4-BE49-F238E27FC236}">
                <a16:creationId xmlns:a16="http://schemas.microsoft.com/office/drawing/2014/main" id="{A1AB26F9-0173-EB8B-A0B2-71203D4C68A5}"/>
              </a:ext>
            </a:extLst>
          </p:cNvPr>
          <p:cNvSpPr>
            <a:spLocks noGrp="1"/>
          </p:cNvSpPr>
          <p:nvPr>
            <p:ph type="body" sz="quarter" idx="23" hasCustomPrompt="1"/>
          </p:nvPr>
        </p:nvSpPr>
        <p:spPr>
          <a:xfrm>
            <a:off x="1801504" y="3064352"/>
            <a:ext cx="9965046" cy="1417320"/>
          </a:xfrm>
        </p:spPr>
        <p:txBody>
          <a:bodyPr lIns="0" tIns="45720" rIns="0" bIns="45720" anchor="ctr"/>
          <a:lstStyle>
            <a:lvl1pPr marL="0" indent="0">
              <a:spcAft>
                <a:spcPts val="200"/>
              </a:spcAft>
              <a:buNone/>
              <a:defRPr sz="1600">
                <a:solidFill>
                  <a:schemeClr val="accent3"/>
                </a:solidFill>
                <a:latin typeface="+mj-lt"/>
              </a:defRPr>
            </a:lvl1pPr>
            <a:lvl2pPr marL="182880" indent="-182880">
              <a:spcAft>
                <a:spcPts val="200"/>
              </a:spcAft>
              <a:defRPr sz="1400"/>
            </a:lvl2pPr>
            <a:lvl3pPr>
              <a:defRPr sz="1400"/>
            </a:lvl3pPr>
            <a:lvl4pPr>
              <a:defRPr sz="1400"/>
            </a:lvl4pPr>
          </a:lstStyle>
          <a:p>
            <a:pPr lvl="0"/>
            <a:r>
              <a:rPr lang="en-US"/>
              <a:t>Heading</a:t>
            </a:r>
          </a:p>
          <a:p>
            <a:pPr lvl="1"/>
            <a:r>
              <a:rPr lang="en-US"/>
              <a:t>Body text</a:t>
            </a:r>
          </a:p>
        </p:txBody>
      </p:sp>
      <p:sp>
        <p:nvSpPr>
          <p:cNvPr id="6" name="Text Placeholder 11">
            <a:extLst>
              <a:ext uri="{FF2B5EF4-FFF2-40B4-BE49-F238E27FC236}">
                <a16:creationId xmlns:a16="http://schemas.microsoft.com/office/drawing/2014/main" id="{C5BC671B-E3BA-C641-C295-075806A97A8B}"/>
              </a:ext>
            </a:extLst>
          </p:cNvPr>
          <p:cNvSpPr>
            <a:spLocks noGrp="1"/>
          </p:cNvSpPr>
          <p:nvPr>
            <p:ph type="body" sz="quarter" idx="24" hasCustomPrompt="1"/>
          </p:nvPr>
        </p:nvSpPr>
        <p:spPr>
          <a:xfrm>
            <a:off x="1801504" y="4659630"/>
            <a:ext cx="9965046" cy="1417320"/>
          </a:xfrm>
        </p:spPr>
        <p:txBody>
          <a:bodyPr lIns="0" tIns="45720" rIns="0" bIns="45720" anchor="ctr"/>
          <a:lstStyle>
            <a:lvl1pPr marL="0" indent="0">
              <a:spcAft>
                <a:spcPts val="200"/>
              </a:spcAft>
              <a:buNone/>
              <a:defRPr sz="1600">
                <a:solidFill>
                  <a:schemeClr val="accent5"/>
                </a:solidFill>
                <a:latin typeface="+mj-lt"/>
              </a:defRPr>
            </a:lvl1pPr>
            <a:lvl2pPr marL="182880" indent="-182880">
              <a:spcAft>
                <a:spcPts val="200"/>
              </a:spcAft>
              <a:defRPr sz="1400"/>
            </a:lvl2pPr>
            <a:lvl3pPr>
              <a:defRPr sz="1400"/>
            </a:lvl3pPr>
            <a:lvl4pPr>
              <a:defRPr sz="1400"/>
            </a:lvl4pPr>
          </a:lstStyle>
          <a:p>
            <a:pPr lvl="0"/>
            <a:r>
              <a:rPr lang="en-US"/>
              <a:t>Heading</a:t>
            </a:r>
          </a:p>
          <a:p>
            <a:pPr lvl="1"/>
            <a:r>
              <a:rPr lang="en-US"/>
              <a:t>Body text</a:t>
            </a:r>
          </a:p>
        </p:txBody>
      </p:sp>
      <p:sp>
        <p:nvSpPr>
          <p:cNvPr id="9" name="Slide Number Placeholder 5">
            <a:extLst>
              <a:ext uri="{FF2B5EF4-FFF2-40B4-BE49-F238E27FC236}">
                <a16:creationId xmlns:a16="http://schemas.microsoft.com/office/drawing/2014/main" id="{B8D7EE73-BD0F-1407-31F4-45DE38083EAE}"/>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a:p>
        </p:txBody>
      </p:sp>
      <p:grpSp>
        <p:nvGrpSpPr>
          <p:cNvPr id="11" name="Group 10">
            <a:extLst>
              <a:ext uri="{FF2B5EF4-FFF2-40B4-BE49-F238E27FC236}">
                <a16:creationId xmlns:a16="http://schemas.microsoft.com/office/drawing/2014/main" id="{055B8971-4A56-8869-5B97-CA90764D9B26}"/>
              </a:ext>
              <a:ext uri="{C183D7F6-B498-43B3-948B-1728B52AA6E4}">
                <adec:decorative xmlns:adec="http://schemas.microsoft.com/office/drawing/2017/decorative" val="1"/>
              </a:ext>
            </a:extLst>
          </p:cNvPr>
          <p:cNvGrpSpPr/>
          <p:nvPr userDrawn="1"/>
        </p:nvGrpSpPr>
        <p:grpSpPr>
          <a:xfrm>
            <a:off x="1799590" y="2975372"/>
            <a:ext cx="9966960" cy="1595279"/>
            <a:chOff x="1799590" y="2975372"/>
            <a:chExt cx="9966960" cy="1595279"/>
          </a:xfrm>
        </p:grpSpPr>
        <p:cxnSp>
          <p:nvCxnSpPr>
            <p:cNvPr id="4" name="Straight Connector 3">
              <a:extLst>
                <a:ext uri="{FF2B5EF4-FFF2-40B4-BE49-F238E27FC236}">
                  <a16:creationId xmlns:a16="http://schemas.microsoft.com/office/drawing/2014/main" id="{B7476357-305F-5973-5369-7AC81D8D5961}"/>
                </a:ext>
              </a:extLst>
            </p:cNvPr>
            <p:cNvCxnSpPr>
              <a:cxnSpLocks/>
            </p:cNvCxnSpPr>
            <p:nvPr userDrawn="1"/>
          </p:nvCxnSpPr>
          <p:spPr>
            <a:xfrm>
              <a:off x="1799590" y="2975372"/>
              <a:ext cx="996696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FD72055C-7159-2B40-7017-C8F627D20E68}"/>
                </a:ext>
              </a:extLst>
            </p:cNvPr>
            <p:cNvCxnSpPr>
              <a:cxnSpLocks/>
            </p:cNvCxnSpPr>
            <p:nvPr userDrawn="1"/>
          </p:nvCxnSpPr>
          <p:spPr>
            <a:xfrm>
              <a:off x="1799590" y="4570651"/>
              <a:ext cx="996696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grpSp>
      <p:sp>
        <p:nvSpPr>
          <p:cNvPr id="10" name="Picture Placeholder 9">
            <a:extLst>
              <a:ext uri="{FF2B5EF4-FFF2-40B4-BE49-F238E27FC236}">
                <a16:creationId xmlns:a16="http://schemas.microsoft.com/office/drawing/2014/main" id="{7B65EF11-27C6-3489-DD6F-30BE392A095F}"/>
              </a:ext>
              <a:ext uri="{C183D7F6-B498-43B3-948B-1728B52AA6E4}">
                <adec:decorative xmlns:adec="http://schemas.microsoft.com/office/drawing/2017/decorative" val="1"/>
              </a:ext>
            </a:extLst>
          </p:cNvPr>
          <p:cNvSpPr>
            <a:spLocks noGrp="1" noChangeAspect="1"/>
          </p:cNvSpPr>
          <p:nvPr>
            <p:ph type="pic" sz="quarter" idx="20" hasCustomPrompt="1"/>
          </p:nvPr>
        </p:nvSpPr>
        <p:spPr>
          <a:xfrm>
            <a:off x="425450" y="1583373"/>
            <a:ext cx="1188720" cy="1188720"/>
          </a:xfrm>
          <a:prstGeom prst="rect">
            <a:avLst/>
          </a:prstGeom>
        </p:spPr>
        <p:txBody>
          <a:bodyPr anchor="ctr"/>
          <a:lstStyle>
            <a:lvl1pPr marL="0" indent="0" algn="ctr">
              <a:buNone/>
              <a:defRPr sz="1200"/>
            </a:lvl1pPr>
          </a:lstStyle>
          <a:p>
            <a:r>
              <a:rPr lang="en-US"/>
              <a:t>Click here to add icon</a:t>
            </a:r>
          </a:p>
        </p:txBody>
      </p:sp>
      <p:sp>
        <p:nvSpPr>
          <p:cNvPr id="14" name="Picture Placeholder 9">
            <a:extLst>
              <a:ext uri="{FF2B5EF4-FFF2-40B4-BE49-F238E27FC236}">
                <a16:creationId xmlns:a16="http://schemas.microsoft.com/office/drawing/2014/main" id="{34FDC33C-83ED-0DED-F0E9-23BB9B01EA18}"/>
              </a:ext>
              <a:ext uri="{C183D7F6-B498-43B3-948B-1728B52AA6E4}">
                <adec:decorative xmlns:adec="http://schemas.microsoft.com/office/drawing/2017/decorative" val="1"/>
              </a:ext>
            </a:extLst>
          </p:cNvPr>
          <p:cNvSpPr>
            <a:spLocks noGrp="1" noChangeAspect="1"/>
          </p:cNvSpPr>
          <p:nvPr>
            <p:ph type="pic" sz="quarter" idx="21" hasCustomPrompt="1"/>
          </p:nvPr>
        </p:nvSpPr>
        <p:spPr>
          <a:xfrm>
            <a:off x="425450" y="3178652"/>
            <a:ext cx="1188720" cy="1188720"/>
          </a:xfrm>
          <a:prstGeom prst="rect">
            <a:avLst/>
          </a:prstGeom>
        </p:spPr>
        <p:txBody>
          <a:bodyPr anchor="ctr"/>
          <a:lstStyle>
            <a:lvl1pPr marL="0" indent="0" algn="ctr">
              <a:buNone/>
              <a:defRPr sz="1200"/>
            </a:lvl1pPr>
          </a:lstStyle>
          <a:p>
            <a:pPr marL="0" marR="0" lvl="0" indent="0" algn="ctr" defTabSz="914400" rtl="0" eaLnBrk="1" fontAlgn="auto" latinLnBrk="0" hangingPunct="1">
              <a:lnSpc>
                <a:spcPct val="100000"/>
              </a:lnSpc>
              <a:spcBef>
                <a:spcPts val="0"/>
              </a:spcBef>
              <a:spcAft>
                <a:spcPts val="600"/>
              </a:spcAft>
              <a:buClr>
                <a:schemeClr val="accent3"/>
              </a:buClr>
              <a:buSzTx/>
              <a:buFont typeface="Arial" panose="020B0604020202020204" pitchFamily="34" charset="0"/>
              <a:buNone/>
              <a:tabLst/>
              <a:defRPr/>
            </a:pPr>
            <a:r>
              <a:rPr lang="en-US"/>
              <a:t>Click here to add icon</a:t>
            </a:r>
          </a:p>
        </p:txBody>
      </p:sp>
      <p:sp>
        <p:nvSpPr>
          <p:cNvPr id="15" name="Picture Placeholder 9">
            <a:extLst>
              <a:ext uri="{FF2B5EF4-FFF2-40B4-BE49-F238E27FC236}">
                <a16:creationId xmlns:a16="http://schemas.microsoft.com/office/drawing/2014/main" id="{C01BBE2D-9FF8-C873-8A2E-50CE50A2A903}"/>
              </a:ext>
              <a:ext uri="{C183D7F6-B498-43B3-948B-1728B52AA6E4}">
                <adec:decorative xmlns:adec="http://schemas.microsoft.com/office/drawing/2017/decorative" val="1"/>
              </a:ext>
            </a:extLst>
          </p:cNvPr>
          <p:cNvSpPr>
            <a:spLocks noGrp="1" noChangeAspect="1"/>
          </p:cNvSpPr>
          <p:nvPr>
            <p:ph type="pic" sz="quarter" idx="22" hasCustomPrompt="1"/>
          </p:nvPr>
        </p:nvSpPr>
        <p:spPr>
          <a:xfrm>
            <a:off x="425450" y="4773930"/>
            <a:ext cx="1188720" cy="1188720"/>
          </a:xfrm>
          <a:prstGeom prst="rect">
            <a:avLst/>
          </a:prstGeom>
        </p:spPr>
        <p:txBody>
          <a:bodyPr anchor="ctr"/>
          <a:lstStyle>
            <a:lvl1pPr marL="0" indent="0" algn="ctr">
              <a:buNone/>
              <a:defRPr sz="1200"/>
            </a:lvl1pPr>
          </a:lstStyle>
          <a:p>
            <a:pPr marL="0" marR="0" lvl="0" indent="0" algn="ctr" defTabSz="914400" rtl="0" eaLnBrk="1" fontAlgn="auto" latinLnBrk="0" hangingPunct="1">
              <a:lnSpc>
                <a:spcPct val="100000"/>
              </a:lnSpc>
              <a:spcBef>
                <a:spcPts val="0"/>
              </a:spcBef>
              <a:spcAft>
                <a:spcPts val="600"/>
              </a:spcAft>
              <a:buClr>
                <a:schemeClr val="accent3"/>
              </a:buClr>
              <a:buSzTx/>
              <a:buFont typeface="Arial" panose="020B0604020202020204" pitchFamily="34" charset="0"/>
              <a:buNone/>
              <a:tabLst/>
              <a:defRPr/>
            </a:pPr>
            <a:r>
              <a:rPr lang="en-US"/>
              <a:t>Click here to add icon</a:t>
            </a:r>
          </a:p>
        </p:txBody>
      </p:sp>
    </p:spTree>
    <p:extLst>
      <p:ext uri="{BB962C8B-B14F-4D97-AF65-F5344CB8AC3E}">
        <p14:creationId xmlns:p14="http://schemas.microsoft.com/office/powerpoint/2010/main" val="3173336152"/>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Eight icons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defRPr/>
            </a:lvl1pPr>
          </a:lstStyle>
          <a:p>
            <a:r>
              <a:rPr lang="en-US"/>
              <a:t>Title</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a:t>Subtitle</a:t>
            </a:r>
          </a:p>
        </p:txBody>
      </p:sp>
      <p:sp>
        <p:nvSpPr>
          <p:cNvPr id="11" name="Text Placeholder 11">
            <a:extLst>
              <a:ext uri="{FF2B5EF4-FFF2-40B4-BE49-F238E27FC236}">
                <a16:creationId xmlns:a16="http://schemas.microsoft.com/office/drawing/2014/main" id="{AD89EBC5-7786-3168-7F27-AA8125DACF78}"/>
              </a:ext>
            </a:extLst>
          </p:cNvPr>
          <p:cNvSpPr>
            <a:spLocks noGrp="1"/>
          </p:cNvSpPr>
          <p:nvPr>
            <p:ph type="body" sz="quarter" idx="36" hasCustomPrompt="1"/>
          </p:nvPr>
        </p:nvSpPr>
        <p:spPr>
          <a:xfrm>
            <a:off x="1512137" y="1307023"/>
            <a:ext cx="4389120" cy="1005840"/>
          </a:xfrm>
        </p:spPr>
        <p:txBody>
          <a:bodyPr lIns="0" tIns="45720" rIns="0" bIns="45720" anchor="ctr"/>
          <a:lstStyle>
            <a:lvl1pPr marL="0" indent="0">
              <a:spcAft>
                <a:spcPts val="200"/>
              </a:spcAft>
              <a:buNone/>
              <a:defRPr sz="1600">
                <a:solidFill>
                  <a:schemeClr val="accent1"/>
                </a:solidFill>
                <a:latin typeface="+mj-lt"/>
              </a:defRPr>
            </a:lvl1pPr>
            <a:lvl2pPr marL="182880" indent="-182880">
              <a:spcAft>
                <a:spcPts val="200"/>
              </a:spcAft>
              <a:defRPr sz="1400"/>
            </a:lvl2pPr>
            <a:lvl3pPr>
              <a:defRPr sz="1400"/>
            </a:lvl3pPr>
            <a:lvl4pPr>
              <a:defRPr sz="1400"/>
            </a:lvl4pPr>
          </a:lstStyle>
          <a:p>
            <a:pPr lvl="0"/>
            <a:r>
              <a:rPr lang="en-US"/>
              <a:t>Heading</a:t>
            </a:r>
          </a:p>
          <a:p>
            <a:pPr lvl="1"/>
            <a:r>
              <a:rPr lang="en-US"/>
              <a:t>Body text</a:t>
            </a:r>
          </a:p>
        </p:txBody>
      </p:sp>
      <p:sp>
        <p:nvSpPr>
          <p:cNvPr id="15" name="Text Placeholder 11">
            <a:extLst>
              <a:ext uri="{FF2B5EF4-FFF2-40B4-BE49-F238E27FC236}">
                <a16:creationId xmlns:a16="http://schemas.microsoft.com/office/drawing/2014/main" id="{12771577-6DF7-C28B-98C1-13903E641423}"/>
              </a:ext>
            </a:extLst>
          </p:cNvPr>
          <p:cNvSpPr>
            <a:spLocks noGrp="1"/>
          </p:cNvSpPr>
          <p:nvPr>
            <p:ph type="body" sz="quarter" idx="39" hasCustomPrompt="1"/>
          </p:nvPr>
        </p:nvSpPr>
        <p:spPr>
          <a:xfrm>
            <a:off x="1512137" y="2562105"/>
            <a:ext cx="4389120" cy="1005840"/>
          </a:xfrm>
        </p:spPr>
        <p:txBody>
          <a:bodyPr lIns="0" tIns="45720" rIns="0" bIns="45720" anchor="ctr"/>
          <a:lstStyle>
            <a:lvl1pPr marL="0" indent="0">
              <a:spcAft>
                <a:spcPts val="200"/>
              </a:spcAft>
              <a:buNone/>
              <a:defRPr sz="1600">
                <a:solidFill>
                  <a:schemeClr val="accent1"/>
                </a:solidFill>
                <a:latin typeface="+mj-lt"/>
              </a:defRPr>
            </a:lvl1pPr>
            <a:lvl2pPr marL="182880" indent="-182880">
              <a:spcAft>
                <a:spcPts val="200"/>
              </a:spcAft>
              <a:defRPr sz="1400"/>
            </a:lvl2pPr>
            <a:lvl3pPr>
              <a:defRPr sz="1400"/>
            </a:lvl3pPr>
            <a:lvl4pPr>
              <a:defRPr sz="1400"/>
            </a:lvl4pPr>
          </a:lstStyle>
          <a:p>
            <a:pPr lvl="0"/>
            <a:r>
              <a:rPr lang="en-US"/>
              <a:t>Heading</a:t>
            </a:r>
          </a:p>
          <a:p>
            <a:pPr lvl="1"/>
            <a:r>
              <a:rPr lang="en-US"/>
              <a:t>Body text</a:t>
            </a:r>
          </a:p>
        </p:txBody>
      </p:sp>
      <p:sp>
        <p:nvSpPr>
          <p:cNvPr id="13" name="Text Placeholder 11">
            <a:extLst>
              <a:ext uri="{FF2B5EF4-FFF2-40B4-BE49-F238E27FC236}">
                <a16:creationId xmlns:a16="http://schemas.microsoft.com/office/drawing/2014/main" id="{70C21BF9-98CF-2439-2FC3-3163C556C2CB}"/>
              </a:ext>
            </a:extLst>
          </p:cNvPr>
          <p:cNvSpPr>
            <a:spLocks noGrp="1"/>
          </p:cNvSpPr>
          <p:nvPr>
            <p:ph type="body" sz="quarter" idx="38" hasCustomPrompt="1"/>
          </p:nvPr>
        </p:nvSpPr>
        <p:spPr>
          <a:xfrm>
            <a:off x="1512137" y="3817187"/>
            <a:ext cx="4389120" cy="1005840"/>
          </a:xfrm>
        </p:spPr>
        <p:txBody>
          <a:bodyPr lIns="0" tIns="45720" rIns="0" bIns="45720" anchor="ctr"/>
          <a:lstStyle>
            <a:lvl1pPr marL="0" indent="0">
              <a:spcAft>
                <a:spcPts val="200"/>
              </a:spcAft>
              <a:buNone/>
              <a:defRPr sz="1600">
                <a:solidFill>
                  <a:schemeClr val="accent1"/>
                </a:solidFill>
                <a:latin typeface="+mj-lt"/>
              </a:defRPr>
            </a:lvl1pPr>
            <a:lvl2pPr marL="182880" indent="-182880">
              <a:spcAft>
                <a:spcPts val="200"/>
              </a:spcAft>
              <a:defRPr sz="1400"/>
            </a:lvl2pPr>
            <a:lvl3pPr>
              <a:defRPr sz="1400"/>
            </a:lvl3pPr>
            <a:lvl4pPr>
              <a:defRPr sz="1400"/>
            </a:lvl4pPr>
          </a:lstStyle>
          <a:p>
            <a:pPr lvl="0"/>
            <a:r>
              <a:rPr lang="en-US"/>
              <a:t>Heading</a:t>
            </a:r>
          </a:p>
          <a:p>
            <a:pPr lvl="1"/>
            <a:r>
              <a:rPr lang="en-US"/>
              <a:t>Body text</a:t>
            </a:r>
          </a:p>
        </p:txBody>
      </p:sp>
      <p:sp>
        <p:nvSpPr>
          <p:cNvPr id="12" name="Text Placeholder 11">
            <a:extLst>
              <a:ext uri="{FF2B5EF4-FFF2-40B4-BE49-F238E27FC236}">
                <a16:creationId xmlns:a16="http://schemas.microsoft.com/office/drawing/2014/main" id="{8ACBFC19-88E9-647B-456B-987298401E2E}"/>
              </a:ext>
            </a:extLst>
          </p:cNvPr>
          <p:cNvSpPr>
            <a:spLocks noGrp="1"/>
          </p:cNvSpPr>
          <p:nvPr>
            <p:ph type="body" sz="quarter" idx="37" hasCustomPrompt="1"/>
          </p:nvPr>
        </p:nvSpPr>
        <p:spPr>
          <a:xfrm>
            <a:off x="1512137" y="5072270"/>
            <a:ext cx="4389120" cy="1005840"/>
          </a:xfrm>
        </p:spPr>
        <p:txBody>
          <a:bodyPr lIns="0" tIns="45720" rIns="0" bIns="45720" anchor="ctr"/>
          <a:lstStyle>
            <a:lvl1pPr marL="0" indent="0">
              <a:spcAft>
                <a:spcPts val="200"/>
              </a:spcAft>
              <a:buNone/>
              <a:defRPr sz="1600">
                <a:solidFill>
                  <a:schemeClr val="accent1"/>
                </a:solidFill>
                <a:latin typeface="+mj-lt"/>
              </a:defRPr>
            </a:lvl1pPr>
            <a:lvl2pPr marL="182880" indent="-182880">
              <a:spcAft>
                <a:spcPts val="200"/>
              </a:spcAft>
              <a:defRPr sz="1400"/>
            </a:lvl2pPr>
            <a:lvl3pPr>
              <a:defRPr sz="1400"/>
            </a:lvl3pPr>
            <a:lvl4pPr>
              <a:defRPr sz="1400"/>
            </a:lvl4pPr>
          </a:lstStyle>
          <a:p>
            <a:pPr lvl="0"/>
            <a:r>
              <a:rPr lang="en-US"/>
              <a:t>Heading</a:t>
            </a:r>
          </a:p>
          <a:p>
            <a:pPr lvl="1"/>
            <a:r>
              <a:rPr lang="en-US"/>
              <a:t>Body text</a:t>
            </a:r>
          </a:p>
        </p:txBody>
      </p:sp>
      <p:sp>
        <p:nvSpPr>
          <p:cNvPr id="18" name="Text Placeholder 11">
            <a:extLst>
              <a:ext uri="{FF2B5EF4-FFF2-40B4-BE49-F238E27FC236}">
                <a16:creationId xmlns:a16="http://schemas.microsoft.com/office/drawing/2014/main" id="{E7C72D8B-534B-6DE5-0B48-3CB97967D311}"/>
              </a:ext>
            </a:extLst>
          </p:cNvPr>
          <p:cNvSpPr>
            <a:spLocks noGrp="1"/>
          </p:cNvSpPr>
          <p:nvPr>
            <p:ph type="body" sz="quarter" idx="40" hasCustomPrompt="1"/>
          </p:nvPr>
        </p:nvSpPr>
        <p:spPr>
          <a:xfrm>
            <a:off x="7385531" y="1307023"/>
            <a:ext cx="4389120" cy="1005840"/>
          </a:xfrm>
        </p:spPr>
        <p:txBody>
          <a:bodyPr lIns="0" tIns="45720" rIns="0" bIns="45720" anchor="ctr"/>
          <a:lstStyle>
            <a:lvl1pPr marL="0" indent="0">
              <a:spcAft>
                <a:spcPts val="200"/>
              </a:spcAft>
              <a:buNone/>
              <a:defRPr sz="1600">
                <a:solidFill>
                  <a:schemeClr val="accent1"/>
                </a:solidFill>
                <a:latin typeface="+mj-lt"/>
              </a:defRPr>
            </a:lvl1pPr>
            <a:lvl2pPr marL="182880" indent="-182880">
              <a:spcAft>
                <a:spcPts val="200"/>
              </a:spcAft>
              <a:defRPr sz="1400"/>
            </a:lvl2pPr>
            <a:lvl3pPr>
              <a:defRPr sz="1400"/>
            </a:lvl3pPr>
            <a:lvl4pPr>
              <a:defRPr sz="1400"/>
            </a:lvl4pPr>
          </a:lstStyle>
          <a:p>
            <a:pPr lvl="0"/>
            <a:r>
              <a:rPr lang="en-US"/>
              <a:t>Heading</a:t>
            </a:r>
          </a:p>
          <a:p>
            <a:pPr lvl="1"/>
            <a:r>
              <a:rPr lang="en-US"/>
              <a:t>Body text</a:t>
            </a:r>
          </a:p>
        </p:txBody>
      </p:sp>
      <p:sp>
        <p:nvSpPr>
          <p:cNvPr id="19" name="Text Placeholder 11">
            <a:extLst>
              <a:ext uri="{FF2B5EF4-FFF2-40B4-BE49-F238E27FC236}">
                <a16:creationId xmlns:a16="http://schemas.microsoft.com/office/drawing/2014/main" id="{E56446B9-85DF-3D97-4D7B-6A4467036639}"/>
              </a:ext>
            </a:extLst>
          </p:cNvPr>
          <p:cNvSpPr>
            <a:spLocks noGrp="1"/>
          </p:cNvSpPr>
          <p:nvPr>
            <p:ph type="body" sz="quarter" idx="41" hasCustomPrompt="1"/>
          </p:nvPr>
        </p:nvSpPr>
        <p:spPr>
          <a:xfrm>
            <a:off x="7385531" y="2562105"/>
            <a:ext cx="4389120" cy="1005840"/>
          </a:xfrm>
        </p:spPr>
        <p:txBody>
          <a:bodyPr lIns="0" tIns="45720" rIns="0" bIns="45720" anchor="ctr"/>
          <a:lstStyle>
            <a:lvl1pPr marL="0" indent="0">
              <a:spcAft>
                <a:spcPts val="200"/>
              </a:spcAft>
              <a:buNone/>
              <a:defRPr sz="1600">
                <a:solidFill>
                  <a:schemeClr val="accent1"/>
                </a:solidFill>
                <a:latin typeface="+mj-lt"/>
              </a:defRPr>
            </a:lvl1pPr>
            <a:lvl2pPr marL="182880" indent="-182880">
              <a:spcAft>
                <a:spcPts val="200"/>
              </a:spcAft>
              <a:defRPr sz="1400"/>
            </a:lvl2pPr>
            <a:lvl3pPr>
              <a:defRPr sz="1400"/>
            </a:lvl3pPr>
            <a:lvl4pPr>
              <a:defRPr sz="1400"/>
            </a:lvl4pPr>
          </a:lstStyle>
          <a:p>
            <a:pPr lvl="0"/>
            <a:r>
              <a:rPr lang="en-US"/>
              <a:t>Heading</a:t>
            </a:r>
          </a:p>
          <a:p>
            <a:pPr lvl="1"/>
            <a:r>
              <a:rPr lang="en-US"/>
              <a:t>Body text</a:t>
            </a:r>
          </a:p>
        </p:txBody>
      </p:sp>
      <p:sp>
        <p:nvSpPr>
          <p:cNvPr id="32" name="Text Placeholder 11">
            <a:extLst>
              <a:ext uri="{FF2B5EF4-FFF2-40B4-BE49-F238E27FC236}">
                <a16:creationId xmlns:a16="http://schemas.microsoft.com/office/drawing/2014/main" id="{CE2966E9-E5B2-905D-1BF4-C087E4D1BD05}"/>
              </a:ext>
            </a:extLst>
          </p:cNvPr>
          <p:cNvSpPr>
            <a:spLocks noGrp="1"/>
          </p:cNvSpPr>
          <p:nvPr>
            <p:ph type="body" sz="quarter" idx="42" hasCustomPrompt="1"/>
          </p:nvPr>
        </p:nvSpPr>
        <p:spPr>
          <a:xfrm>
            <a:off x="7385531" y="3817187"/>
            <a:ext cx="4389120" cy="1005840"/>
          </a:xfrm>
        </p:spPr>
        <p:txBody>
          <a:bodyPr lIns="0" tIns="45720" rIns="0" bIns="45720" anchor="ctr"/>
          <a:lstStyle>
            <a:lvl1pPr marL="0" indent="0">
              <a:spcAft>
                <a:spcPts val="200"/>
              </a:spcAft>
              <a:buNone/>
              <a:defRPr sz="1600">
                <a:solidFill>
                  <a:schemeClr val="accent1"/>
                </a:solidFill>
                <a:latin typeface="+mj-lt"/>
              </a:defRPr>
            </a:lvl1pPr>
            <a:lvl2pPr marL="182880" indent="-182880">
              <a:spcAft>
                <a:spcPts val="200"/>
              </a:spcAft>
              <a:defRPr sz="1400"/>
            </a:lvl2pPr>
            <a:lvl3pPr>
              <a:defRPr sz="1400"/>
            </a:lvl3pPr>
            <a:lvl4pPr>
              <a:defRPr sz="1400"/>
            </a:lvl4pPr>
          </a:lstStyle>
          <a:p>
            <a:pPr lvl="0"/>
            <a:r>
              <a:rPr lang="en-US"/>
              <a:t>Heading</a:t>
            </a:r>
          </a:p>
          <a:p>
            <a:pPr lvl="1"/>
            <a:r>
              <a:rPr lang="en-US"/>
              <a:t>Body text</a:t>
            </a:r>
          </a:p>
        </p:txBody>
      </p:sp>
      <p:sp>
        <p:nvSpPr>
          <p:cNvPr id="33" name="Text Placeholder 11">
            <a:extLst>
              <a:ext uri="{FF2B5EF4-FFF2-40B4-BE49-F238E27FC236}">
                <a16:creationId xmlns:a16="http://schemas.microsoft.com/office/drawing/2014/main" id="{2291F0A7-9B4B-3796-A3FB-37ECE65A9A89}"/>
              </a:ext>
            </a:extLst>
          </p:cNvPr>
          <p:cNvSpPr>
            <a:spLocks noGrp="1"/>
          </p:cNvSpPr>
          <p:nvPr>
            <p:ph type="body" sz="quarter" idx="43" hasCustomPrompt="1"/>
          </p:nvPr>
        </p:nvSpPr>
        <p:spPr>
          <a:xfrm>
            <a:off x="7385531" y="5072270"/>
            <a:ext cx="4389120" cy="1005840"/>
          </a:xfrm>
        </p:spPr>
        <p:txBody>
          <a:bodyPr lIns="0" tIns="45720" rIns="0" bIns="45720" anchor="ctr"/>
          <a:lstStyle>
            <a:lvl1pPr marL="0" indent="0">
              <a:spcAft>
                <a:spcPts val="200"/>
              </a:spcAft>
              <a:buNone/>
              <a:defRPr sz="1600">
                <a:solidFill>
                  <a:schemeClr val="accent1"/>
                </a:solidFill>
                <a:latin typeface="+mj-lt"/>
              </a:defRPr>
            </a:lvl1pPr>
            <a:lvl2pPr marL="182880" indent="-182880">
              <a:spcAft>
                <a:spcPts val="200"/>
              </a:spcAft>
              <a:defRPr sz="1400"/>
            </a:lvl2pPr>
            <a:lvl3pPr>
              <a:defRPr sz="1400"/>
            </a:lvl3pPr>
            <a:lvl4pPr>
              <a:defRPr sz="1400"/>
            </a:lvl4pPr>
          </a:lstStyle>
          <a:p>
            <a:pPr lvl="0"/>
            <a:r>
              <a:rPr lang="en-US"/>
              <a:t>Heading</a:t>
            </a:r>
          </a:p>
          <a:p>
            <a:pPr lvl="1"/>
            <a:r>
              <a:rPr lang="en-US"/>
              <a:t>Body text</a:t>
            </a:r>
          </a:p>
        </p:txBody>
      </p:sp>
      <p:sp>
        <p:nvSpPr>
          <p:cNvPr id="3" name="Slide Number Placeholder 5">
            <a:extLst>
              <a:ext uri="{FF2B5EF4-FFF2-40B4-BE49-F238E27FC236}">
                <a16:creationId xmlns:a16="http://schemas.microsoft.com/office/drawing/2014/main" id="{88F45AF8-A8C0-A223-DBED-02A7C9E91BFE}"/>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a:p>
        </p:txBody>
      </p:sp>
      <p:grpSp>
        <p:nvGrpSpPr>
          <p:cNvPr id="4" name="Group 3">
            <a:extLst>
              <a:ext uri="{FF2B5EF4-FFF2-40B4-BE49-F238E27FC236}">
                <a16:creationId xmlns:a16="http://schemas.microsoft.com/office/drawing/2014/main" id="{D4998533-267D-FA29-C957-06907F5AB9F7}"/>
              </a:ext>
              <a:ext uri="{C183D7F6-B498-43B3-948B-1728B52AA6E4}">
                <adec:decorative xmlns:adec="http://schemas.microsoft.com/office/drawing/2017/decorative" val="1"/>
              </a:ext>
            </a:extLst>
          </p:cNvPr>
          <p:cNvGrpSpPr/>
          <p:nvPr userDrawn="1"/>
        </p:nvGrpSpPr>
        <p:grpSpPr>
          <a:xfrm>
            <a:off x="1512137" y="2437484"/>
            <a:ext cx="10262514" cy="2510164"/>
            <a:chOff x="1512137" y="2437484"/>
            <a:chExt cx="10262514" cy="2510164"/>
          </a:xfrm>
        </p:grpSpPr>
        <p:cxnSp>
          <p:nvCxnSpPr>
            <p:cNvPr id="6" name="Straight Connector 5">
              <a:extLst>
                <a:ext uri="{FF2B5EF4-FFF2-40B4-BE49-F238E27FC236}">
                  <a16:creationId xmlns:a16="http://schemas.microsoft.com/office/drawing/2014/main" id="{3C5E0B42-4FAD-B122-9855-574B2EA9EF99}"/>
                </a:ext>
              </a:extLst>
            </p:cNvPr>
            <p:cNvCxnSpPr>
              <a:cxnSpLocks/>
            </p:cNvCxnSpPr>
            <p:nvPr userDrawn="1"/>
          </p:nvCxnSpPr>
          <p:spPr>
            <a:xfrm>
              <a:off x="1512137" y="2437484"/>
              <a:ext cx="438912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8B11C842-3283-E596-DE19-3297AED53101}"/>
                </a:ext>
              </a:extLst>
            </p:cNvPr>
            <p:cNvCxnSpPr>
              <a:cxnSpLocks/>
            </p:cNvCxnSpPr>
            <p:nvPr userDrawn="1"/>
          </p:nvCxnSpPr>
          <p:spPr>
            <a:xfrm>
              <a:off x="1512137" y="3692566"/>
              <a:ext cx="438912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21378A91-CE46-5522-9C0B-EA8A8EEE264C}"/>
                </a:ext>
              </a:extLst>
            </p:cNvPr>
            <p:cNvCxnSpPr>
              <a:cxnSpLocks/>
            </p:cNvCxnSpPr>
            <p:nvPr userDrawn="1"/>
          </p:nvCxnSpPr>
          <p:spPr>
            <a:xfrm>
              <a:off x="1512137" y="4947648"/>
              <a:ext cx="438912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4455D23A-01AB-588F-517A-144079958FC2}"/>
                </a:ext>
              </a:extLst>
            </p:cNvPr>
            <p:cNvCxnSpPr>
              <a:cxnSpLocks/>
            </p:cNvCxnSpPr>
            <p:nvPr userDrawn="1"/>
          </p:nvCxnSpPr>
          <p:spPr>
            <a:xfrm>
              <a:off x="7385531" y="2437484"/>
              <a:ext cx="438912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326F57-826B-3ACC-E1E9-43A337E58CE7}"/>
                </a:ext>
              </a:extLst>
            </p:cNvPr>
            <p:cNvCxnSpPr>
              <a:cxnSpLocks/>
            </p:cNvCxnSpPr>
            <p:nvPr userDrawn="1"/>
          </p:nvCxnSpPr>
          <p:spPr>
            <a:xfrm>
              <a:off x="7385531" y="3692566"/>
              <a:ext cx="438912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19BA8E10-C301-B50F-BA49-15050943AAD9}"/>
                </a:ext>
              </a:extLst>
            </p:cNvPr>
            <p:cNvCxnSpPr>
              <a:cxnSpLocks/>
            </p:cNvCxnSpPr>
            <p:nvPr userDrawn="1"/>
          </p:nvCxnSpPr>
          <p:spPr>
            <a:xfrm>
              <a:off x="7385531" y="4947648"/>
              <a:ext cx="438912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grpSp>
      <p:sp>
        <p:nvSpPr>
          <p:cNvPr id="24" name="Picture Placeholder 9">
            <a:extLst>
              <a:ext uri="{FF2B5EF4-FFF2-40B4-BE49-F238E27FC236}">
                <a16:creationId xmlns:a16="http://schemas.microsoft.com/office/drawing/2014/main" id="{B43F4B7B-2CB6-3C5D-41D4-F0733252324A}"/>
              </a:ext>
              <a:ext uri="{C183D7F6-B498-43B3-948B-1728B52AA6E4}">
                <adec:decorative xmlns:adec="http://schemas.microsoft.com/office/drawing/2017/decorative" val="1"/>
              </a:ext>
            </a:extLst>
          </p:cNvPr>
          <p:cNvSpPr>
            <a:spLocks noGrp="1" noChangeAspect="1"/>
          </p:cNvSpPr>
          <p:nvPr>
            <p:ph type="pic" sz="quarter" idx="28" hasCustomPrompt="1"/>
          </p:nvPr>
        </p:nvSpPr>
        <p:spPr>
          <a:xfrm>
            <a:off x="425450" y="1352743"/>
            <a:ext cx="914400" cy="914400"/>
          </a:xfrm>
          <a:prstGeom prst="rect">
            <a:avLst/>
          </a:prstGeom>
        </p:spPr>
        <p:txBody>
          <a:bodyPr anchor="ctr"/>
          <a:lstStyle>
            <a:lvl1pPr marL="0" indent="0" algn="ctr">
              <a:buNone/>
              <a:defRPr sz="1200"/>
            </a:lvl1pPr>
          </a:lstStyle>
          <a:p>
            <a:r>
              <a:rPr lang="en-US"/>
              <a:t>Click here to add icon</a:t>
            </a:r>
          </a:p>
        </p:txBody>
      </p:sp>
      <p:sp>
        <p:nvSpPr>
          <p:cNvPr id="26" name="Picture Placeholder 9">
            <a:extLst>
              <a:ext uri="{FF2B5EF4-FFF2-40B4-BE49-F238E27FC236}">
                <a16:creationId xmlns:a16="http://schemas.microsoft.com/office/drawing/2014/main" id="{EB7D8D35-559F-0ECB-0A77-87FEE0425347}"/>
              </a:ext>
              <a:ext uri="{C183D7F6-B498-43B3-948B-1728B52AA6E4}">
                <adec:decorative xmlns:adec="http://schemas.microsoft.com/office/drawing/2017/decorative" val="1"/>
              </a:ext>
            </a:extLst>
          </p:cNvPr>
          <p:cNvSpPr>
            <a:spLocks noGrp="1" noChangeAspect="1"/>
          </p:cNvSpPr>
          <p:nvPr>
            <p:ph type="pic" sz="quarter" idx="30" hasCustomPrompt="1"/>
          </p:nvPr>
        </p:nvSpPr>
        <p:spPr>
          <a:xfrm>
            <a:off x="425450" y="2607825"/>
            <a:ext cx="914400" cy="914400"/>
          </a:xfrm>
          <a:prstGeom prst="rect">
            <a:avLst/>
          </a:prstGeom>
        </p:spPr>
        <p:txBody>
          <a:bodyPr anchor="ctr"/>
          <a:lstStyle>
            <a:lvl1pPr marL="0" indent="0" algn="ctr">
              <a:buNone/>
              <a:defRPr sz="1200"/>
            </a:lvl1pPr>
          </a:lstStyle>
          <a:p>
            <a:r>
              <a:rPr lang="en-US"/>
              <a:t>Click here to add icon</a:t>
            </a:r>
          </a:p>
        </p:txBody>
      </p:sp>
      <p:sp>
        <p:nvSpPr>
          <p:cNvPr id="28" name="Picture Placeholder 9">
            <a:extLst>
              <a:ext uri="{FF2B5EF4-FFF2-40B4-BE49-F238E27FC236}">
                <a16:creationId xmlns:a16="http://schemas.microsoft.com/office/drawing/2014/main" id="{0815622D-F593-5765-4DE3-9C3B3DA20081}"/>
              </a:ext>
              <a:ext uri="{C183D7F6-B498-43B3-948B-1728B52AA6E4}">
                <adec:decorative xmlns:adec="http://schemas.microsoft.com/office/drawing/2017/decorative" val="1"/>
              </a:ext>
            </a:extLst>
          </p:cNvPr>
          <p:cNvSpPr>
            <a:spLocks noGrp="1" noChangeAspect="1"/>
          </p:cNvSpPr>
          <p:nvPr>
            <p:ph type="pic" sz="quarter" idx="32" hasCustomPrompt="1"/>
          </p:nvPr>
        </p:nvSpPr>
        <p:spPr>
          <a:xfrm>
            <a:off x="425450" y="3862907"/>
            <a:ext cx="914400" cy="914400"/>
          </a:xfrm>
          <a:prstGeom prst="rect">
            <a:avLst/>
          </a:prstGeom>
        </p:spPr>
        <p:txBody>
          <a:bodyPr anchor="ctr"/>
          <a:lstStyle>
            <a:lvl1pPr marL="0" indent="0" algn="ctr">
              <a:buNone/>
              <a:defRPr sz="1200"/>
            </a:lvl1pPr>
          </a:lstStyle>
          <a:p>
            <a:r>
              <a:rPr lang="en-US"/>
              <a:t>Click here to add icon</a:t>
            </a:r>
          </a:p>
        </p:txBody>
      </p:sp>
      <p:sp>
        <p:nvSpPr>
          <p:cNvPr id="30" name="Picture Placeholder 9">
            <a:extLst>
              <a:ext uri="{FF2B5EF4-FFF2-40B4-BE49-F238E27FC236}">
                <a16:creationId xmlns:a16="http://schemas.microsoft.com/office/drawing/2014/main" id="{B1B97117-9F24-6123-995B-5C808A68E78F}"/>
              </a:ext>
              <a:ext uri="{C183D7F6-B498-43B3-948B-1728B52AA6E4}">
                <adec:decorative xmlns:adec="http://schemas.microsoft.com/office/drawing/2017/decorative" val="1"/>
              </a:ext>
            </a:extLst>
          </p:cNvPr>
          <p:cNvSpPr>
            <a:spLocks noGrp="1" noChangeAspect="1"/>
          </p:cNvSpPr>
          <p:nvPr>
            <p:ph type="pic" sz="quarter" idx="34" hasCustomPrompt="1"/>
          </p:nvPr>
        </p:nvSpPr>
        <p:spPr>
          <a:xfrm>
            <a:off x="425450" y="5117990"/>
            <a:ext cx="914400" cy="914400"/>
          </a:xfrm>
          <a:prstGeom prst="rect">
            <a:avLst/>
          </a:prstGeom>
        </p:spPr>
        <p:txBody>
          <a:bodyPr anchor="ctr"/>
          <a:lstStyle>
            <a:lvl1pPr marL="0" indent="0" algn="ctr">
              <a:buNone/>
              <a:defRPr sz="1200"/>
            </a:lvl1pPr>
          </a:lstStyle>
          <a:p>
            <a:r>
              <a:rPr lang="en-US"/>
              <a:t>Click here to add icon</a:t>
            </a:r>
          </a:p>
        </p:txBody>
      </p:sp>
      <p:sp>
        <p:nvSpPr>
          <p:cNvPr id="25" name="Picture Placeholder 9">
            <a:extLst>
              <a:ext uri="{FF2B5EF4-FFF2-40B4-BE49-F238E27FC236}">
                <a16:creationId xmlns:a16="http://schemas.microsoft.com/office/drawing/2014/main" id="{0D74B06B-61ED-CEFB-E3B3-9FC646969EA4}"/>
              </a:ext>
              <a:ext uri="{C183D7F6-B498-43B3-948B-1728B52AA6E4}">
                <adec:decorative xmlns:adec="http://schemas.microsoft.com/office/drawing/2017/decorative" val="1"/>
              </a:ext>
            </a:extLst>
          </p:cNvPr>
          <p:cNvSpPr>
            <a:spLocks noGrp="1" noChangeAspect="1"/>
          </p:cNvSpPr>
          <p:nvPr>
            <p:ph type="pic" sz="quarter" idx="29" hasCustomPrompt="1"/>
          </p:nvPr>
        </p:nvSpPr>
        <p:spPr>
          <a:xfrm>
            <a:off x="6305389" y="1352743"/>
            <a:ext cx="914400" cy="914400"/>
          </a:xfrm>
          <a:prstGeom prst="rect">
            <a:avLst/>
          </a:prstGeom>
        </p:spPr>
        <p:txBody>
          <a:bodyPr anchor="ctr"/>
          <a:lstStyle>
            <a:lvl1pPr marL="0" indent="0" algn="ctr">
              <a:buNone/>
              <a:defRPr sz="1200"/>
            </a:lvl1pPr>
          </a:lstStyle>
          <a:p>
            <a:r>
              <a:rPr lang="en-US"/>
              <a:t>Click here to add icon</a:t>
            </a:r>
          </a:p>
        </p:txBody>
      </p:sp>
      <p:sp>
        <p:nvSpPr>
          <p:cNvPr id="27" name="Picture Placeholder 9">
            <a:extLst>
              <a:ext uri="{FF2B5EF4-FFF2-40B4-BE49-F238E27FC236}">
                <a16:creationId xmlns:a16="http://schemas.microsoft.com/office/drawing/2014/main" id="{C8F1CBD6-68D2-0E56-C57A-4BB197422862}"/>
              </a:ext>
              <a:ext uri="{C183D7F6-B498-43B3-948B-1728B52AA6E4}">
                <adec:decorative xmlns:adec="http://schemas.microsoft.com/office/drawing/2017/decorative" val="1"/>
              </a:ext>
            </a:extLst>
          </p:cNvPr>
          <p:cNvSpPr>
            <a:spLocks noGrp="1" noChangeAspect="1"/>
          </p:cNvSpPr>
          <p:nvPr>
            <p:ph type="pic" sz="quarter" idx="31" hasCustomPrompt="1"/>
          </p:nvPr>
        </p:nvSpPr>
        <p:spPr>
          <a:xfrm>
            <a:off x="6305389" y="2607825"/>
            <a:ext cx="914400" cy="914400"/>
          </a:xfrm>
          <a:prstGeom prst="rect">
            <a:avLst/>
          </a:prstGeom>
        </p:spPr>
        <p:txBody>
          <a:bodyPr anchor="ctr"/>
          <a:lstStyle>
            <a:lvl1pPr marL="0" indent="0" algn="ctr">
              <a:buNone/>
              <a:defRPr sz="1200"/>
            </a:lvl1pPr>
          </a:lstStyle>
          <a:p>
            <a:r>
              <a:rPr lang="en-US"/>
              <a:t>Click here to add icon</a:t>
            </a:r>
          </a:p>
        </p:txBody>
      </p:sp>
      <p:sp>
        <p:nvSpPr>
          <p:cNvPr id="29" name="Picture Placeholder 9">
            <a:extLst>
              <a:ext uri="{FF2B5EF4-FFF2-40B4-BE49-F238E27FC236}">
                <a16:creationId xmlns:a16="http://schemas.microsoft.com/office/drawing/2014/main" id="{8A4B5D9B-DD42-E12C-B8B1-D148773ADFC2}"/>
              </a:ext>
              <a:ext uri="{C183D7F6-B498-43B3-948B-1728B52AA6E4}">
                <adec:decorative xmlns:adec="http://schemas.microsoft.com/office/drawing/2017/decorative" val="1"/>
              </a:ext>
            </a:extLst>
          </p:cNvPr>
          <p:cNvSpPr>
            <a:spLocks noGrp="1" noChangeAspect="1"/>
          </p:cNvSpPr>
          <p:nvPr>
            <p:ph type="pic" sz="quarter" idx="33" hasCustomPrompt="1"/>
          </p:nvPr>
        </p:nvSpPr>
        <p:spPr>
          <a:xfrm>
            <a:off x="6305389" y="3862907"/>
            <a:ext cx="914400" cy="914400"/>
          </a:xfrm>
          <a:prstGeom prst="rect">
            <a:avLst/>
          </a:prstGeom>
        </p:spPr>
        <p:txBody>
          <a:bodyPr anchor="ctr"/>
          <a:lstStyle>
            <a:lvl1pPr marL="0" indent="0" algn="ctr">
              <a:buNone/>
              <a:defRPr sz="1200"/>
            </a:lvl1pPr>
          </a:lstStyle>
          <a:p>
            <a:r>
              <a:rPr lang="en-US"/>
              <a:t>Click here to add icon</a:t>
            </a:r>
          </a:p>
        </p:txBody>
      </p:sp>
      <p:sp>
        <p:nvSpPr>
          <p:cNvPr id="31" name="Picture Placeholder 9">
            <a:extLst>
              <a:ext uri="{FF2B5EF4-FFF2-40B4-BE49-F238E27FC236}">
                <a16:creationId xmlns:a16="http://schemas.microsoft.com/office/drawing/2014/main" id="{4FE3643B-04DC-9C04-EC21-6FC260035471}"/>
              </a:ext>
              <a:ext uri="{C183D7F6-B498-43B3-948B-1728B52AA6E4}">
                <adec:decorative xmlns:adec="http://schemas.microsoft.com/office/drawing/2017/decorative" val="1"/>
              </a:ext>
            </a:extLst>
          </p:cNvPr>
          <p:cNvSpPr>
            <a:spLocks noGrp="1" noChangeAspect="1"/>
          </p:cNvSpPr>
          <p:nvPr>
            <p:ph type="pic" sz="quarter" idx="35" hasCustomPrompt="1"/>
          </p:nvPr>
        </p:nvSpPr>
        <p:spPr>
          <a:xfrm>
            <a:off x="6305389" y="5117990"/>
            <a:ext cx="914400" cy="914400"/>
          </a:xfrm>
          <a:prstGeom prst="rect">
            <a:avLst/>
          </a:prstGeom>
        </p:spPr>
        <p:txBody>
          <a:bodyPr anchor="ctr"/>
          <a:lstStyle>
            <a:lvl1pPr marL="0" indent="0" algn="ctr">
              <a:buNone/>
              <a:defRPr sz="1200"/>
            </a:lvl1pPr>
          </a:lstStyle>
          <a:p>
            <a:r>
              <a:rPr lang="en-US"/>
              <a:t>Click here to add icon</a:t>
            </a:r>
          </a:p>
        </p:txBody>
      </p:sp>
    </p:spTree>
    <p:extLst>
      <p:ext uri="{BB962C8B-B14F-4D97-AF65-F5344CB8AC3E}">
        <p14:creationId xmlns:p14="http://schemas.microsoft.com/office/powerpoint/2010/main" val="1664907130"/>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Four circle text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defRPr/>
            </a:lvl1pPr>
          </a:lstStyle>
          <a:p>
            <a:r>
              <a:rPr lang="en-US"/>
              <a:t>Title</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a:t>Subtitle</a:t>
            </a:r>
          </a:p>
        </p:txBody>
      </p:sp>
      <p:sp>
        <p:nvSpPr>
          <p:cNvPr id="11" name="Text Placeholder 11">
            <a:extLst>
              <a:ext uri="{FF2B5EF4-FFF2-40B4-BE49-F238E27FC236}">
                <a16:creationId xmlns:a16="http://schemas.microsoft.com/office/drawing/2014/main" id="{A89770E9-16F2-7FFA-DCB8-9440D4376679}"/>
              </a:ext>
            </a:extLst>
          </p:cNvPr>
          <p:cNvSpPr>
            <a:spLocks noGrp="1" noChangeAspect="1"/>
          </p:cNvSpPr>
          <p:nvPr>
            <p:ph type="body" sz="quarter" idx="14" hasCustomPrompt="1"/>
          </p:nvPr>
        </p:nvSpPr>
        <p:spPr>
          <a:xfrm>
            <a:off x="425450" y="1446213"/>
            <a:ext cx="1051560" cy="1051560"/>
          </a:xfrm>
          <a:prstGeom prst="ellipse">
            <a:avLst/>
          </a:prstGeom>
          <a:solidFill>
            <a:schemeClr val="accent1"/>
          </a:solidFill>
        </p:spPr>
        <p:txBody>
          <a:bodyPr lIns="0" tIns="0" rIns="0" bIns="0" anchor="ctr"/>
          <a:lstStyle>
            <a:lvl1pPr marL="0" indent="0" algn="ctr">
              <a:spcAft>
                <a:spcPts val="0"/>
              </a:spcAft>
              <a:buNone/>
              <a:defRPr sz="1200">
                <a:solidFill>
                  <a:schemeClr val="bg1"/>
                </a:solidFill>
                <a:latin typeface="+mj-lt"/>
              </a:defRPr>
            </a:lvl1pPr>
            <a:lvl2pPr>
              <a:defRPr sz="1600"/>
            </a:lvl2pPr>
            <a:lvl3pPr>
              <a:defRPr sz="1600"/>
            </a:lvl3pPr>
            <a:lvl4pPr>
              <a:defRPr sz="1600"/>
            </a:lvl4pPr>
          </a:lstStyle>
          <a:p>
            <a:pPr lvl="0"/>
            <a:r>
              <a:rPr lang="en-IN"/>
              <a:t>Text only</a:t>
            </a:r>
            <a:endParaRPr lang="en-US"/>
          </a:p>
        </p:txBody>
      </p:sp>
      <p:sp>
        <p:nvSpPr>
          <p:cNvPr id="4" name="Text Placeholder 11">
            <a:extLst>
              <a:ext uri="{FF2B5EF4-FFF2-40B4-BE49-F238E27FC236}">
                <a16:creationId xmlns:a16="http://schemas.microsoft.com/office/drawing/2014/main" id="{F190266A-6EA5-DA1F-2689-9203581580EC}"/>
              </a:ext>
            </a:extLst>
          </p:cNvPr>
          <p:cNvSpPr>
            <a:spLocks noGrp="1"/>
          </p:cNvSpPr>
          <p:nvPr>
            <p:ph type="body" sz="quarter" idx="36" hasCustomPrompt="1"/>
          </p:nvPr>
        </p:nvSpPr>
        <p:spPr>
          <a:xfrm>
            <a:off x="1643606" y="1469073"/>
            <a:ext cx="10122944" cy="1005840"/>
          </a:xfrm>
        </p:spPr>
        <p:txBody>
          <a:bodyPr lIns="0" tIns="45720" rIns="0" bIns="45720" anchor="ctr"/>
          <a:lstStyle>
            <a:lvl1pPr marL="0" indent="0">
              <a:spcAft>
                <a:spcPts val="200"/>
              </a:spcAft>
              <a:buNone/>
              <a:defRPr sz="1600">
                <a:solidFill>
                  <a:schemeClr val="accent1"/>
                </a:solidFill>
                <a:latin typeface="+mj-lt"/>
              </a:defRPr>
            </a:lvl1pPr>
            <a:lvl2pPr marL="182880" indent="-182880">
              <a:spcAft>
                <a:spcPts val="200"/>
              </a:spcAft>
              <a:defRPr sz="1400"/>
            </a:lvl2pPr>
            <a:lvl3pPr>
              <a:defRPr sz="1400"/>
            </a:lvl3pPr>
            <a:lvl4pPr>
              <a:defRPr sz="1400"/>
            </a:lvl4pPr>
          </a:lstStyle>
          <a:p>
            <a:pPr lvl="0"/>
            <a:r>
              <a:rPr lang="en-US"/>
              <a:t>Heading</a:t>
            </a:r>
          </a:p>
          <a:p>
            <a:pPr lvl="1"/>
            <a:r>
              <a:rPr lang="en-US"/>
              <a:t>Body text</a:t>
            </a:r>
          </a:p>
        </p:txBody>
      </p:sp>
      <p:sp>
        <p:nvSpPr>
          <p:cNvPr id="12" name="Text Placeholder 11">
            <a:extLst>
              <a:ext uri="{FF2B5EF4-FFF2-40B4-BE49-F238E27FC236}">
                <a16:creationId xmlns:a16="http://schemas.microsoft.com/office/drawing/2014/main" id="{51F13AE0-9183-D602-5CE3-A9A8CFB65524}"/>
              </a:ext>
            </a:extLst>
          </p:cNvPr>
          <p:cNvSpPr>
            <a:spLocks noGrp="1" noChangeAspect="1"/>
          </p:cNvSpPr>
          <p:nvPr>
            <p:ph type="body" sz="quarter" idx="15" hasCustomPrompt="1"/>
          </p:nvPr>
        </p:nvSpPr>
        <p:spPr>
          <a:xfrm>
            <a:off x="425450" y="2638464"/>
            <a:ext cx="1051560" cy="1051560"/>
          </a:xfrm>
          <a:prstGeom prst="ellipse">
            <a:avLst/>
          </a:prstGeom>
          <a:solidFill>
            <a:schemeClr val="accent3"/>
          </a:solidFill>
        </p:spPr>
        <p:txBody>
          <a:bodyPr lIns="0" tIns="0" rIns="0" bIns="0" anchor="ctr"/>
          <a:lstStyle>
            <a:lvl1pPr marL="0" indent="0" algn="ctr">
              <a:spcAft>
                <a:spcPts val="0"/>
              </a:spcAft>
              <a:buNone/>
              <a:defRPr sz="1200">
                <a:solidFill>
                  <a:schemeClr val="bg1"/>
                </a:solidFill>
                <a:latin typeface="+mj-lt"/>
              </a:defRPr>
            </a:lvl1pPr>
            <a:lvl2pPr>
              <a:defRPr sz="1600"/>
            </a:lvl2pPr>
            <a:lvl3pPr>
              <a:defRPr sz="1600"/>
            </a:lvl3pPr>
            <a:lvl4pPr>
              <a:defRPr sz="1600"/>
            </a:lvl4pPr>
          </a:lstStyle>
          <a:p>
            <a:pPr lvl="0"/>
            <a:r>
              <a:rPr lang="en-IN"/>
              <a:t>Text only</a:t>
            </a:r>
            <a:endParaRPr lang="en-US"/>
          </a:p>
        </p:txBody>
      </p:sp>
      <p:sp>
        <p:nvSpPr>
          <p:cNvPr id="5" name="Text Placeholder 11">
            <a:extLst>
              <a:ext uri="{FF2B5EF4-FFF2-40B4-BE49-F238E27FC236}">
                <a16:creationId xmlns:a16="http://schemas.microsoft.com/office/drawing/2014/main" id="{5401359C-8F5C-6329-FB4C-ACDB3E530D46}"/>
              </a:ext>
            </a:extLst>
          </p:cNvPr>
          <p:cNvSpPr>
            <a:spLocks noGrp="1"/>
          </p:cNvSpPr>
          <p:nvPr>
            <p:ph type="body" sz="quarter" idx="37" hasCustomPrompt="1"/>
          </p:nvPr>
        </p:nvSpPr>
        <p:spPr>
          <a:xfrm>
            <a:off x="1643606" y="2661324"/>
            <a:ext cx="10122944" cy="1005840"/>
          </a:xfrm>
        </p:spPr>
        <p:txBody>
          <a:bodyPr lIns="0" tIns="45720" rIns="0" bIns="45720" anchor="ctr"/>
          <a:lstStyle>
            <a:lvl1pPr marL="0" indent="0">
              <a:spcAft>
                <a:spcPts val="200"/>
              </a:spcAft>
              <a:buNone/>
              <a:defRPr sz="1600">
                <a:solidFill>
                  <a:schemeClr val="accent3"/>
                </a:solidFill>
                <a:latin typeface="+mj-lt"/>
              </a:defRPr>
            </a:lvl1pPr>
            <a:lvl2pPr marL="182880" indent="-182880">
              <a:spcAft>
                <a:spcPts val="200"/>
              </a:spcAft>
              <a:defRPr sz="1400"/>
            </a:lvl2pPr>
            <a:lvl3pPr>
              <a:defRPr sz="1400"/>
            </a:lvl3pPr>
            <a:lvl4pPr>
              <a:defRPr sz="1400"/>
            </a:lvl4pPr>
          </a:lstStyle>
          <a:p>
            <a:pPr lvl="0"/>
            <a:r>
              <a:rPr lang="en-US"/>
              <a:t>Heading</a:t>
            </a:r>
          </a:p>
          <a:p>
            <a:pPr lvl="1"/>
            <a:r>
              <a:rPr lang="en-US"/>
              <a:t>Body text</a:t>
            </a:r>
          </a:p>
        </p:txBody>
      </p:sp>
      <p:sp>
        <p:nvSpPr>
          <p:cNvPr id="13" name="Text Placeholder 11">
            <a:extLst>
              <a:ext uri="{FF2B5EF4-FFF2-40B4-BE49-F238E27FC236}">
                <a16:creationId xmlns:a16="http://schemas.microsoft.com/office/drawing/2014/main" id="{9AAE432B-E20C-7DDA-7B74-202DD9899130}"/>
              </a:ext>
            </a:extLst>
          </p:cNvPr>
          <p:cNvSpPr>
            <a:spLocks noGrp="1" noChangeAspect="1"/>
          </p:cNvSpPr>
          <p:nvPr>
            <p:ph type="body" sz="quarter" idx="16" hasCustomPrompt="1"/>
          </p:nvPr>
        </p:nvSpPr>
        <p:spPr>
          <a:xfrm>
            <a:off x="425450" y="3832331"/>
            <a:ext cx="1051560" cy="1051560"/>
          </a:xfrm>
          <a:prstGeom prst="ellipse">
            <a:avLst/>
          </a:prstGeom>
          <a:solidFill>
            <a:schemeClr val="accent1"/>
          </a:solidFill>
        </p:spPr>
        <p:txBody>
          <a:bodyPr lIns="0" tIns="0" rIns="0" bIns="0" anchor="ctr"/>
          <a:lstStyle>
            <a:lvl1pPr marL="0" indent="0" algn="ctr">
              <a:spcAft>
                <a:spcPts val="0"/>
              </a:spcAft>
              <a:buNone/>
              <a:defRPr sz="1200">
                <a:solidFill>
                  <a:schemeClr val="bg1"/>
                </a:solidFill>
                <a:latin typeface="+mj-lt"/>
              </a:defRPr>
            </a:lvl1pPr>
            <a:lvl2pPr>
              <a:defRPr sz="1600"/>
            </a:lvl2pPr>
            <a:lvl3pPr>
              <a:defRPr sz="1600"/>
            </a:lvl3pPr>
            <a:lvl4pPr>
              <a:defRPr sz="1600"/>
            </a:lvl4pPr>
          </a:lstStyle>
          <a:p>
            <a:pPr lvl="0"/>
            <a:r>
              <a:rPr lang="en-IN"/>
              <a:t>Text only</a:t>
            </a:r>
            <a:endParaRPr lang="en-US"/>
          </a:p>
        </p:txBody>
      </p:sp>
      <p:sp>
        <p:nvSpPr>
          <p:cNvPr id="6" name="Text Placeholder 11">
            <a:extLst>
              <a:ext uri="{FF2B5EF4-FFF2-40B4-BE49-F238E27FC236}">
                <a16:creationId xmlns:a16="http://schemas.microsoft.com/office/drawing/2014/main" id="{46420016-65BB-65D1-7A9B-BC72F9D6828A}"/>
              </a:ext>
            </a:extLst>
          </p:cNvPr>
          <p:cNvSpPr>
            <a:spLocks noGrp="1"/>
          </p:cNvSpPr>
          <p:nvPr>
            <p:ph type="body" sz="quarter" idx="38" hasCustomPrompt="1"/>
          </p:nvPr>
        </p:nvSpPr>
        <p:spPr>
          <a:xfrm>
            <a:off x="1643606" y="3855191"/>
            <a:ext cx="10122944" cy="1005840"/>
          </a:xfrm>
        </p:spPr>
        <p:txBody>
          <a:bodyPr lIns="0" tIns="45720" rIns="0" bIns="45720" anchor="ctr"/>
          <a:lstStyle>
            <a:lvl1pPr marL="0" indent="0">
              <a:spcAft>
                <a:spcPts val="200"/>
              </a:spcAft>
              <a:buNone/>
              <a:defRPr sz="1600">
                <a:solidFill>
                  <a:schemeClr val="accent1"/>
                </a:solidFill>
                <a:latin typeface="+mj-lt"/>
              </a:defRPr>
            </a:lvl1pPr>
            <a:lvl2pPr marL="182880" indent="-182880">
              <a:spcAft>
                <a:spcPts val="200"/>
              </a:spcAft>
              <a:defRPr sz="1400"/>
            </a:lvl2pPr>
            <a:lvl3pPr>
              <a:defRPr sz="1400"/>
            </a:lvl3pPr>
            <a:lvl4pPr>
              <a:defRPr sz="1400"/>
            </a:lvl4pPr>
          </a:lstStyle>
          <a:p>
            <a:pPr lvl="0"/>
            <a:r>
              <a:rPr lang="en-US"/>
              <a:t>Heading</a:t>
            </a:r>
          </a:p>
          <a:p>
            <a:pPr lvl="1"/>
            <a:r>
              <a:rPr lang="en-US"/>
              <a:t>Body text</a:t>
            </a:r>
          </a:p>
        </p:txBody>
      </p:sp>
      <p:sp>
        <p:nvSpPr>
          <p:cNvPr id="15" name="Text Placeholder 11">
            <a:extLst>
              <a:ext uri="{FF2B5EF4-FFF2-40B4-BE49-F238E27FC236}">
                <a16:creationId xmlns:a16="http://schemas.microsoft.com/office/drawing/2014/main" id="{6AA48CE4-D48F-1815-952F-AE9234ABC8B0}"/>
              </a:ext>
            </a:extLst>
          </p:cNvPr>
          <p:cNvSpPr>
            <a:spLocks noGrp="1" noChangeAspect="1"/>
          </p:cNvSpPr>
          <p:nvPr>
            <p:ph type="body" sz="quarter" idx="17" hasCustomPrompt="1"/>
          </p:nvPr>
        </p:nvSpPr>
        <p:spPr>
          <a:xfrm>
            <a:off x="425450" y="5025390"/>
            <a:ext cx="1051560" cy="1051560"/>
          </a:xfrm>
          <a:prstGeom prst="ellipse">
            <a:avLst/>
          </a:prstGeom>
          <a:solidFill>
            <a:schemeClr val="accent3"/>
          </a:solidFill>
        </p:spPr>
        <p:txBody>
          <a:bodyPr lIns="0" tIns="0" rIns="0" bIns="0" anchor="ctr"/>
          <a:lstStyle>
            <a:lvl1pPr marL="0" indent="0" algn="ctr">
              <a:spcAft>
                <a:spcPts val="0"/>
              </a:spcAft>
              <a:buNone/>
              <a:defRPr sz="1200">
                <a:solidFill>
                  <a:schemeClr val="bg1"/>
                </a:solidFill>
                <a:latin typeface="+mj-lt"/>
              </a:defRPr>
            </a:lvl1pPr>
            <a:lvl2pPr>
              <a:defRPr sz="1600"/>
            </a:lvl2pPr>
            <a:lvl3pPr>
              <a:defRPr sz="1600"/>
            </a:lvl3pPr>
            <a:lvl4pPr>
              <a:defRPr sz="1600"/>
            </a:lvl4pPr>
          </a:lstStyle>
          <a:p>
            <a:pPr lvl="0"/>
            <a:r>
              <a:rPr lang="en-IN"/>
              <a:t>Text only</a:t>
            </a:r>
            <a:endParaRPr lang="en-US"/>
          </a:p>
        </p:txBody>
      </p:sp>
      <p:sp>
        <p:nvSpPr>
          <p:cNvPr id="7" name="Text Placeholder 11">
            <a:extLst>
              <a:ext uri="{FF2B5EF4-FFF2-40B4-BE49-F238E27FC236}">
                <a16:creationId xmlns:a16="http://schemas.microsoft.com/office/drawing/2014/main" id="{2E30510B-0B2F-B2B8-13C1-8A4B008236D0}"/>
              </a:ext>
            </a:extLst>
          </p:cNvPr>
          <p:cNvSpPr>
            <a:spLocks noGrp="1"/>
          </p:cNvSpPr>
          <p:nvPr>
            <p:ph type="body" sz="quarter" idx="39" hasCustomPrompt="1"/>
          </p:nvPr>
        </p:nvSpPr>
        <p:spPr>
          <a:xfrm>
            <a:off x="1643606" y="5048250"/>
            <a:ext cx="10122944" cy="1005840"/>
          </a:xfrm>
        </p:spPr>
        <p:txBody>
          <a:bodyPr lIns="0" tIns="45720" rIns="0" bIns="45720" anchor="ctr"/>
          <a:lstStyle>
            <a:lvl1pPr marL="0" indent="0">
              <a:spcAft>
                <a:spcPts val="200"/>
              </a:spcAft>
              <a:buNone/>
              <a:defRPr sz="1600">
                <a:solidFill>
                  <a:schemeClr val="accent3"/>
                </a:solidFill>
                <a:latin typeface="+mj-lt"/>
              </a:defRPr>
            </a:lvl1pPr>
            <a:lvl2pPr marL="182880" indent="-182880">
              <a:spcAft>
                <a:spcPts val="200"/>
              </a:spcAft>
              <a:defRPr sz="1400"/>
            </a:lvl2pPr>
            <a:lvl3pPr>
              <a:defRPr sz="1400"/>
            </a:lvl3pPr>
            <a:lvl4pPr>
              <a:defRPr sz="1400"/>
            </a:lvl4pPr>
          </a:lstStyle>
          <a:p>
            <a:pPr lvl="0"/>
            <a:r>
              <a:rPr lang="en-US"/>
              <a:t>Heading</a:t>
            </a:r>
          </a:p>
          <a:p>
            <a:pPr lvl="1"/>
            <a:r>
              <a:rPr lang="en-US"/>
              <a:t>Body text</a:t>
            </a:r>
          </a:p>
        </p:txBody>
      </p:sp>
      <p:sp>
        <p:nvSpPr>
          <p:cNvPr id="3" name="Slide Number Placeholder 5">
            <a:extLst>
              <a:ext uri="{FF2B5EF4-FFF2-40B4-BE49-F238E27FC236}">
                <a16:creationId xmlns:a16="http://schemas.microsoft.com/office/drawing/2014/main" id="{B7F83E17-8512-7962-C5E1-591C2FB9ADD6}"/>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a:p>
        </p:txBody>
      </p:sp>
      <p:grpSp>
        <p:nvGrpSpPr>
          <p:cNvPr id="9" name="Group 8">
            <a:extLst>
              <a:ext uri="{FF2B5EF4-FFF2-40B4-BE49-F238E27FC236}">
                <a16:creationId xmlns:a16="http://schemas.microsoft.com/office/drawing/2014/main" id="{EE0F0882-44F5-44B1-C186-702F2480C0F2}"/>
              </a:ext>
              <a:ext uri="{C183D7F6-B498-43B3-948B-1728B52AA6E4}">
                <adec:decorative xmlns:adec="http://schemas.microsoft.com/office/drawing/2017/decorative" val="1"/>
              </a:ext>
            </a:extLst>
          </p:cNvPr>
          <p:cNvGrpSpPr/>
          <p:nvPr userDrawn="1"/>
        </p:nvGrpSpPr>
        <p:grpSpPr>
          <a:xfrm>
            <a:off x="1643606" y="2568119"/>
            <a:ext cx="10122943" cy="2386522"/>
            <a:chOff x="1643606" y="2568119"/>
            <a:chExt cx="10122943" cy="2386522"/>
          </a:xfrm>
        </p:grpSpPr>
        <p:cxnSp>
          <p:nvCxnSpPr>
            <p:cNvPr id="20" name="Straight Connector 19">
              <a:extLst>
                <a:ext uri="{FF2B5EF4-FFF2-40B4-BE49-F238E27FC236}">
                  <a16:creationId xmlns:a16="http://schemas.microsoft.com/office/drawing/2014/main" id="{B9FCB7CB-F0E3-E9F1-33DB-E06C950D986F}"/>
                </a:ext>
              </a:extLst>
            </p:cNvPr>
            <p:cNvCxnSpPr/>
            <p:nvPr userDrawn="1"/>
          </p:nvCxnSpPr>
          <p:spPr>
            <a:xfrm>
              <a:off x="1643606" y="2568119"/>
              <a:ext cx="10122943"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AD6C658A-1C1E-8319-759A-C14D8B1EDFF1}"/>
                </a:ext>
              </a:extLst>
            </p:cNvPr>
            <p:cNvCxnSpPr/>
            <p:nvPr userDrawn="1"/>
          </p:nvCxnSpPr>
          <p:spPr>
            <a:xfrm>
              <a:off x="1643606" y="3761178"/>
              <a:ext cx="10122943"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CDCFDCD5-F742-BE4C-C5AC-89AD0A324771}"/>
                </a:ext>
              </a:extLst>
            </p:cNvPr>
            <p:cNvCxnSpPr/>
            <p:nvPr userDrawn="1"/>
          </p:nvCxnSpPr>
          <p:spPr>
            <a:xfrm>
              <a:off x="1643606" y="4954641"/>
              <a:ext cx="10122943"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575628598"/>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Four circle tex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defRPr/>
            </a:lvl1pPr>
          </a:lstStyle>
          <a:p>
            <a:r>
              <a:rPr lang="en-US"/>
              <a:t>Title</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a:t>Subtitle</a:t>
            </a:r>
          </a:p>
        </p:txBody>
      </p:sp>
      <p:sp>
        <p:nvSpPr>
          <p:cNvPr id="4" name="Text Placeholder 11">
            <a:extLst>
              <a:ext uri="{FF2B5EF4-FFF2-40B4-BE49-F238E27FC236}">
                <a16:creationId xmlns:a16="http://schemas.microsoft.com/office/drawing/2014/main" id="{D73F7F6A-A03C-29C6-C5D4-5A7B3542360A}"/>
              </a:ext>
            </a:extLst>
          </p:cNvPr>
          <p:cNvSpPr>
            <a:spLocks noGrp="1" noChangeAspect="1"/>
          </p:cNvSpPr>
          <p:nvPr>
            <p:ph type="body" sz="quarter" idx="14" hasCustomPrompt="1"/>
          </p:nvPr>
        </p:nvSpPr>
        <p:spPr>
          <a:xfrm>
            <a:off x="425450" y="1446213"/>
            <a:ext cx="1051560" cy="1051560"/>
          </a:xfrm>
          <a:prstGeom prst="ellipse">
            <a:avLst/>
          </a:prstGeom>
          <a:solidFill>
            <a:schemeClr val="accent1"/>
          </a:solidFill>
        </p:spPr>
        <p:txBody>
          <a:bodyPr lIns="0" tIns="0" rIns="0" bIns="0" anchor="ctr"/>
          <a:lstStyle>
            <a:lvl1pPr marL="0" indent="0" algn="ctr">
              <a:spcAft>
                <a:spcPts val="0"/>
              </a:spcAft>
              <a:buNone/>
              <a:defRPr sz="1200">
                <a:solidFill>
                  <a:schemeClr val="bg1"/>
                </a:solidFill>
                <a:latin typeface="+mj-lt"/>
              </a:defRPr>
            </a:lvl1pPr>
            <a:lvl2pPr>
              <a:defRPr sz="1600"/>
            </a:lvl2pPr>
            <a:lvl3pPr>
              <a:defRPr sz="1600"/>
            </a:lvl3pPr>
            <a:lvl4pPr>
              <a:defRPr sz="1600"/>
            </a:lvl4pPr>
          </a:lstStyle>
          <a:p>
            <a:pPr lvl="0"/>
            <a:r>
              <a:rPr lang="en-IN"/>
              <a:t>Text only</a:t>
            </a:r>
            <a:endParaRPr lang="en-US"/>
          </a:p>
        </p:txBody>
      </p:sp>
      <p:sp>
        <p:nvSpPr>
          <p:cNvPr id="3" name="Text Placeholder 11">
            <a:extLst>
              <a:ext uri="{FF2B5EF4-FFF2-40B4-BE49-F238E27FC236}">
                <a16:creationId xmlns:a16="http://schemas.microsoft.com/office/drawing/2014/main" id="{925B4298-4DFC-5A17-A61C-10AF6A947FE7}"/>
              </a:ext>
            </a:extLst>
          </p:cNvPr>
          <p:cNvSpPr>
            <a:spLocks noGrp="1"/>
          </p:cNvSpPr>
          <p:nvPr>
            <p:ph type="body" sz="quarter" idx="13" hasCustomPrompt="1"/>
          </p:nvPr>
        </p:nvSpPr>
        <p:spPr>
          <a:xfrm>
            <a:off x="1643606" y="1469073"/>
            <a:ext cx="10122944" cy="1005840"/>
          </a:xfrm>
        </p:spPr>
        <p:txBody>
          <a:bodyPr lIns="0" tIns="45720" rIns="0" bIns="45720" anchor="ctr"/>
          <a:lstStyle>
            <a:lvl1pPr marL="182880" indent="-182880">
              <a:defRPr sz="1400"/>
            </a:lvl1pPr>
            <a:lvl2pPr>
              <a:defRPr sz="1400"/>
            </a:lvl2pPr>
            <a:lvl3pPr>
              <a:defRPr sz="1400"/>
            </a:lvl3pPr>
            <a:lvl4pPr>
              <a:defRPr sz="1400"/>
            </a:lvl4pPr>
          </a:lstStyle>
          <a:p>
            <a:pPr lvl="0"/>
            <a:r>
              <a:rPr lang="en-US"/>
              <a:t>Body text</a:t>
            </a:r>
          </a:p>
        </p:txBody>
      </p:sp>
      <p:sp>
        <p:nvSpPr>
          <p:cNvPr id="5" name="Text Placeholder 11">
            <a:extLst>
              <a:ext uri="{FF2B5EF4-FFF2-40B4-BE49-F238E27FC236}">
                <a16:creationId xmlns:a16="http://schemas.microsoft.com/office/drawing/2014/main" id="{B7BFB2D0-1EAF-DCB0-6345-DF88DCCF0E69}"/>
              </a:ext>
            </a:extLst>
          </p:cNvPr>
          <p:cNvSpPr>
            <a:spLocks noGrp="1" noChangeAspect="1"/>
          </p:cNvSpPr>
          <p:nvPr>
            <p:ph type="body" sz="quarter" idx="15" hasCustomPrompt="1"/>
          </p:nvPr>
        </p:nvSpPr>
        <p:spPr>
          <a:xfrm>
            <a:off x="425450" y="2638464"/>
            <a:ext cx="1051560" cy="1051560"/>
          </a:xfrm>
          <a:prstGeom prst="ellipse">
            <a:avLst/>
          </a:prstGeom>
          <a:solidFill>
            <a:schemeClr val="accent3"/>
          </a:solidFill>
        </p:spPr>
        <p:txBody>
          <a:bodyPr lIns="0" tIns="0" rIns="0" bIns="0" anchor="ctr"/>
          <a:lstStyle>
            <a:lvl1pPr marL="0" indent="0" algn="ctr">
              <a:spcAft>
                <a:spcPts val="0"/>
              </a:spcAft>
              <a:buNone/>
              <a:defRPr sz="1200">
                <a:solidFill>
                  <a:schemeClr val="bg1"/>
                </a:solidFill>
                <a:latin typeface="+mj-lt"/>
              </a:defRPr>
            </a:lvl1pPr>
            <a:lvl2pPr>
              <a:defRPr sz="1600"/>
            </a:lvl2pPr>
            <a:lvl3pPr>
              <a:defRPr sz="1600"/>
            </a:lvl3pPr>
            <a:lvl4pPr>
              <a:defRPr sz="1600"/>
            </a:lvl4pPr>
          </a:lstStyle>
          <a:p>
            <a:pPr lvl="0"/>
            <a:r>
              <a:rPr lang="en-IN"/>
              <a:t>Text only</a:t>
            </a:r>
            <a:endParaRPr lang="en-US"/>
          </a:p>
        </p:txBody>
      </p:sp>
      <p:sp>
        <p:nvSpPr>
          <p:cNvPr id="16" name="Text Placeholder 11">
            <a:extLst>
              <a:ext uri="{FF2B5EF4-FFF2-40B4-BE49-F238E27FC236}">
                <a16:creationId xmlns:a16="http://schemas.microsoft.com/office/drawing/2014/main" id="{4735C080-32FA-626B-8BAA-894D7FBECC72}"/>
              </a:ext>
            </a:extLst>
          </p:cNvPr>
          <p:cNvSpPr>
            <a:spLocks noGrp="1"/>
          </p:cNvSpPr>
          <p:nvPr>
            <p:ph type="body" sz="quarter" idx="18" hasCustomPrompt="1"/>
          </p:nvPr>
        </p:nvSpPr>
        <p:spPr>
          <a:xfrm>
            <a:off x="1643606" y="2661324"/>
            <a:ext cx="10122944" cy="1005840"/>
          </a:xfrm>
        </p:spPr>
        <p:txBody>
          <a:bodyPr lIns="0" tIns="45720" rIns="0" bIns="45720" anchor="ctr"/>
          <a:lstStyle>
            <a:lvl1pPr marL="182880" indent="-182880">
              <a:defRPr sz="1400"/>
            </a:lvl1pPr>
            <a:lvl2pPr>
              <a:defRPr sz="1400"/>
            </a:lvl2pPr>
            <a:lvl3pPr>
              <a:defRPr sz="1400"/>
            </a:lvl3pPr>
            <a:lvl4pPr>
              <a:defRPr sz="1400"/>
            </a:lvl4pPr>
          </a:lstStyle>
          <a:p>
            <a:pPr lvl="0"/>
            <a:r>
              <a:rPr lang="en-US"/>
              <a:t>Body text</a:t>
            </a:r>
          </a:p>
        </p:txBody>
      </p:sp>
      <p:sp>
        <p:nvSpPr>
          <p:cNvPr id="6" name="Text Placeholder 11">
            <a:extLst>
              <a:ext uri="{FF2B5EF4-FFF2-40B4-BE49-F238E27FC236}">
                <a16:creationId xmlns:a16="http://schemas.microsoft.com/office/drawing/2014/main" id="{42951087-268C-82C9-8EE2-ACDB75F9C8F8}"/>
              </a:ext>
            </a:extLst>
          </p:cNvPr>
          <p:cNvSpPr>
            <a:spLocks noGrp="1" noChangeAspect="1"/>
          </p:cNvSpPr>
          <p:nvPr>
            <p:ph type="body" sz="quarter" idx="16" hasCustomPrompt="1"/>
          </p:nvPr>
        </p:nvSpPr>
        <p:spPr>
          <a:xfrm>
            <a:off x="425450" y="3832331"/>
            <a:ext cx="1051560" cy="1051560"/>
          </a:xfrm>
          <a:prstGeom prst="ellipse">
            <a:avLst/>
          </a:prstGeom>
          <a:solidFill>
            <a:schemeClr val="accent1"/>
          </a:solidFill>
        </p:spPr>
        <p:txBody>
          <a:bodyPr lIns="0" tIns="0" rIns="0" bIns="0" anchor="ctr"/>
          <a:lstStyle>
            <a:lvl1pPr marL="0" indent="0" algn="ctr">
              <a:spcAft>
                <a:spcPts val="0"/>
              </a:spcAft>
              <a:buNone/>
              <a:defRPr sz="1200">
                <a:solidFill>
                  <a:schemeClr val="bg1"/>
                </a:solidFill>
                <a:latin typeface="+mj-lt"/>
              </a:defRPr>
            </a:lvl1pPr>
            <a:lvl2pPr>
              <a:defRPr sz="1600"/>
            </a:lvl2pPr>
            <a:lvl3pPr>
              <a:defRPr sz="1600"/>
            </a:lvl3pPr>
            <a:lvl4pPr>
              <a:defRPr sz="1600"/>
            </a:lvl4pPr>
          </a:lstStyle>
          <a:p>
            <a:pPr lvl="0"/>
            <a:r>
              <a:rPr lang="en-IN"/>
              <a:t>Text only</a:t>
            </a:r>
            <a:endParaRPr lang="en-US"/>
          </a:p>
        </p:txBody>
      </p:sp>
      <p:sp>
        <p:nvSpPr>
          <p:cNvPr id="17" name="Text Placeholder 11">
            <a:extLst>
              <a:ext uri="{FF2B5EF4-FFF2-40B4-BE49-F238E27FC236}">
                <a16:creationId xmlns:a16="http://schemas.microsoft.com/office/drawing/2014/main" id="{B27BDBB0-751D-2EB5-F060-4BB0656BBE51}"/>
              </a:ext>
            </a:extLst>
          </p:cNvPr>
          <p:cNvSpPr>
            <a:spLocks noGrp="1"/>
          </p:cNvSpPr>
          <p:nvPr>
            <p:ph type="body" sz="quarter" idx="19" hasCustomPrompt="1"/>
          </p:nvPr>
        </p:nvSpPr>
        <p:spPr>
          <a:xfrm>
            <a:off x="1643606" y="3855191"/>
            <a:ext cx="10122944" cy="1005840"/>
          </a:xfrm>
        </p:spPr>
        <p:txBody>
          <a:bodyPr lIns="0" tIns="45720" rIns="0" bIns="45720" anchor="ctr"/>
          <a:lstStyle>
            <a:lvl1pPr marL="182880" indent="-182880">
              <a:defRPr sz="1400"/>
            </a:lvl1pPr>
            <a:lvl2pPr>
              <a:defRPr sz="1400"/>
            </a:lvl2pPr>
            <a:lvl3pPr>
              <a:defRPr sz="1400"/>
            </a:lvl3pPr>
            <a:lvl4pPr>
              <a:defRPr sz="1400"/>
            </a:lvl4pPr>
          </a:lstStyle>
          <a:p>
            <a:pPr lvl="0"/>
            <a:r>
              <a:rPr lang="en-US"/>
              <a:t>Body text</a:t>
            </a:r>
          </a:p>
        </p:txBody>
      </p:sp>
      <p:sp>
        <p:nvSpPr>
          <p:cNvPr id="7" name="Text Placeholder 11">
            <a:extLst>
              <a:ext uri="{FF2B5EF4-FFF2-40B4-BE49-F238E27FC236}">
                <a16:creationId xmlns:a16="http://schemas.microsoft.com/office/drawing/2014/main" id="{D6FBDD42-ED0C-5362-9314-8816E840A6CF}"/>
              </a:ext>
            </a:extLst>
          </p:cNvPr>
          <p:cNvSpPr>
            <a:spLocks noGrp="1" noChangeAspect="1"/>
          </p:cNvSpPr>
          <p:nvPr>
            <p:ph type="body" sz="quarter" idx="17" hasCustomPrompt="1"/>
          </p:nvPr>
        </p:nvSpPr>
        <p:spPr>
          <a:xfrm>
            <a:off x="425450" y="5025390"/>
            <a:ext cx="1051560" cy="1051560"/>
          </a:xfrm>
          <a:prstGeom prst="ellipse">
            <a:avLst/>
          </a:prstGeom>
          <a:solidFill>
            <a:schemeClr val="accent3"/>
          </a:solidFill>
        </p:spPr>
        <p:txBody>
          <a:bodyPr lIns="0" tIns="0" rIns="0" bIns="0" anchor="ctr"/>
          <a:lstStyle>
            <a:lvl1pPr marL="0" indent="0" algn="ctr">
              <a:spcAft>
                <a:spcPts val="0"/>
              </a:spcAft>
              <a:buNone/>
              <a:defRPr sz="1200">
                <a:solidFill>
                  <a:schemeClr val="bg1"/>
                </a:solidFill>
                <a:latin typeface="+mj-lt"/>
              </a:defRPr>
            </a:lvl1pPr>
            <a:lvl2pPr>
              <a:defRPr sz="1600"/>
            </a:lvl2pPr>
            <a:lvl3pPr>
              <a:defRPr sz="1600"/>
            </a:lvl3pPr>
            <a:lvl4pPr>
              <a:defRPr sz="1600"/>
            </a:lvl4pPr>
          </a:lstStyle>
          <a:p>
            <a:pPr lvl="0"/>
            <a:r>
              <a:rPr lang="en-IN"/>
              <a:t>Text only</a:t>
            </a:r>
            <a:endParaRPr lang="en-US"/>
          </a:p>
        </p:txBody>
      </p:sp>
      <p:sp>
        <p:nvSpPr>
          <p:cNvPr id="18" name="Text Placeholder 11">
            <a:extLst>
              <a:ext uri="{FF2B5EF4-FFF2-40B4-BE49-F238E27FC236}">
                <a16:creationId xmlns:a16="http://schemas.microsoft.com/office/drawing/2014/main" id="{25BAE7B8-AA80-9379-0D79-99D8A5FB8883}"/>
              </a:ext>
            </a:extLst>
          </p:cNvPr>
          <p:cNvSpPr>
            <a:spLocks noGrp="1"/>
          </p:cNvSpPr>
          <p:nvPr>
            <p:ph type="body" sz="quarter" idx="20" hasCustomPrompt="1"/>
          </p:nvPr>
        </p:nvSpPr>
        <p:spPr>
          <a:xfrm>
            <a:off x="1643606" y="5048250"/>
            <a:ext cx="10122944" cy="1005840"/>
          </a:xfrm>
        </p:spPr>
        <p:txBody>
          <a:bodyPr lIns="0" tIns="45720" rIns="0" bIns="45720" anchor="ctr"/>
          <a:lstStyle>
            <a:lvl1pPr marL="182880" indent="-182880">
              <a:defRPr sz="1400"/>
            </a:lvl1pPr>
            <a:lvl2pPr>
              <a:defRPr sz="1400"/>
            </a:lvl2pPr>
            <a:lvl3pPr>
              <a:defRPr sz="1400"/>
            </a:lvl3pPr>
            <a:lvl4pPr>
              <a:defRPr sz="1400"/>
            </a:lvl4pPr>
          </a:lstStyle>
          <a:p>
            <a:pPr lvl="0"/>
            <a:r>
              <a:rPr lang="en-US"/>
              <a:t>Body text</a:t>
            </a:r>
          </a:p>
        </p:txBody>
      </p:sp>
      <p:sp>
        <p:nvSpPr>
          <p:cNvPr id="9" name="Slide Number Placeholder 5">
            <a:extLst>
              <a:ext uri="{FF2B5EF4-FFF2-40B4-BE49-F238E27FC236}">
                <a16:creationId xmlns:a16="http://schemas.microsoft.com/office/drawing/2014/main" id="{25805B27-E793-67C5-14F5-AF1764066589}"/>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a:p>
        </p:txBody>
      </p:sp>
      <p:grpSp>
        <p:nvGrpSpPr>
          <p:cNvPr id="10" name="Group 9">
            <a:extLst>
              <a:ext uri="{FF2B5EF4-FFF2-40B4-BE49-F238E27FC236}">
                <a16:creationId xmlns:a16="http://schemas.microsoft.com/office/drawing/2014/main" id="{B7BA0B3A-C5FE-73FE-0313-2D261BC14E1D}"/>
              </a:ext>
              <a:ext uri="{C183D7F6-B498-43B3-948B-1728B52AA6E4}">
                <adec:decorative xmlns:adec="http://schemas.microsoft.com/office/drawing/2017/decorative" val="1"/>
              </a:ext>
            </a:extLst>
          </p:cNvPr>
          <p:cNvGrpSpPr/>
          <p:nvPr userDrawn="1"/>
        </p:nvGrpSpPr>
        <p:grpSpPr>
          <a:xfrm>
            <a:off x="1643606" y="2568119"/>
            <a:ext cx="10122943" cy="2386522"/>
            <a:chOff x="1643606" y="2568119"/>
            <a:chExt cx="10122943" cy="2386522"/>
          </a:xfrm>
        </p:grpSpPr>
        <p:cxnSp>
          <p:nvCxnSpPr>
            <p:cNvPr id="20" name="Straight Connector 19">
              <a:extLst>
                <a:ext uri="{FF2B5EF4-FFF2-40B4-BE49-F238E27FC236}">
                  <a16:creationId xmlns:a16="http://schemas.microsoft.com/office/drawing/2014/main" id="{B9FCB7CB-F0E3-E9F1-33DB-E06C950D986F}"/>
                </a:ext>
              </a:extLst>
            </p:cNvPr>
            <p:cNvCxnSpPr/>
            <p:nvPr userDrawn="1"/>
          </p:nvCxnSpPr>
          <p:spPr>
            <a:xfrm>
              <a:off x="1643606" y="2568119"/>
              <a:ext cx="10122943"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AD6C658A-1C1E-8319-759A-C14D8B1EDFF1}"/>
                </a:ext>
              </a:extLst>
            </p:cNvPr>
            <p:cNvCxnSpPr/>
            <p:nvPr userDrawn="1"/>
          </p:nvCxnSpPr>
          <p:spPr>
            <a:xfrm>
              <a:off x="1643606" y="3761178"/>
              <a:ext cx="10122943"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CDCFDCD5-F742-BE4C-C5AC-89AD0A324771}"/>
                </a:ext>
              </a:extLst>
            </p:cNvPr>
            <p:cNvCxnSpPr/>
            <p:nvPr userDrawn="1"/>
          </p:nvCxnSpPr>
          <p:spPr>
            <a:xfrm>
              <a:off x="1643606" y="4954641"/>
              <a:ext cx="10122943"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52017068"/>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Eight circle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defRPr/>
            </a:lvl1pPr>
          </a:lstStyle>
          <a:p>
            <a:r>
              <a:rPr lang="en-US"/>
              <a:t>Title</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a:t>Subtitle</a:t>
            </a:r>
          </a:p>
        </p:txBody>
      </p:sp>
      <p:sp>
        <p:nvSpPr>
          <p:cNvPr id="11" name="Text Placeholder 11">
            <a:extLst>
              <a:ext uri="{FF2B5EF4-FFF2-40B4-BE49-F238E27FC236}">
                <a16:creationId xmlns:a16="http://schemas.microsoft.com/office/drawing/2014/main" id="{A89770E9-16F2-7FFA-DCB8-9440D4376679}"/>
              </a:ext>
            </a:extLst>
          </p:cNvPr>
          <p:cNvSpPr>
            <a:spLocks noGrp="1" noChangeAspect="1"/>
          </p:cNvSpPr>
          <p:nvPr>
            <p:ph type="body" sz="quarter" idx="14" hasCustomPrompt="1"/>
          </p:nvPr>
        </p:nvSpPr>
        <p:spPr>
          <a:xfrm>
            <a:off x="425450" y="1469073"/>
            <a:ext cx="1005840" cy="1005840"/>
          </a:xfrm>
          <a:prstGeom prst="ellipse">
            <a:avLst/>
          </a:prstGeom>
          <a:solidFill>
            <a:schemeClr val="accent1"/>
          </a:solidFill>
        </p:spPr>
        <p:txBody>
          <a:bodyPr lIns="0" tIns="0" rIns="0" bIns="0" anchor="ctr"/>
          <a:lstStyle>
            <a:lvl1pPr marL="0" indent="0" algn="ctr">
              <a:spcAft>
                <a:spcPts val="0"/>
              </a:spcAft>
              <a:buNone/>
              <a:defRPr sz="1200">
                <a:solidFill>
                  <a:schemeClr val="bg1"/>
                </a:solidFill>
                <a:latin typeface="+mj-lt"/>
              </a:defRPr>
            </a:lvl1pPr>
            <a:lvl2pPr>
              <a:defRPr sz="1600"/>
            </a:lvl2pPr>
            <a:lvl3pPr>
              <a:defRPr sz="1600"/>
            </a:lvl3pPr>
            <a:lvl4pPr>
              <a:defRPr sz="1600"/>
            </a:lvl4pPr>
          </a:lstStyle>
          <a:p>
            <a:pPr lvl="0"/>
            <a:r>
              <a:rPr lang="en-IN"/>
              <a:t>Text only</a:t>
            </a:r>
            <a:endParaRPr lang="en-US"/>
          </a:p>
        </p:txBody>
      </p:sp>
      <p:sp>
        <p:nvSpPr>
          <p:cNvPr id="3" name="Text Placeholder 11">
            <a:extLst>
              <a:ext uri="{FF2B5EF4-FFF2-40B4-BE49-F238E27FC236}">
                <a16:creationId xmlns:a16="http://schemas.microsoft.com/office/drawing/2014/main" id="{925B4298-4DFC-5A17-A61C-10AF6A947FE7}"/>
              </a:ext>
            </a:extLst>
          </p:cNvPr>
          <p:cNvSpPr>
            <a:spLocks noGrp="1"/>
          </p:cNvSpPr>
          <p:nvPr>
            <p:ph type="body" sz="quarter" idx="13" hasCustomPrompt="1"/>
          </p:nvPr>
        </p:nvSpPr>
        <p:spPr>
          <a:xfrm>
            <a:off x="1585732" y="1469073"/>
            <a:ext cx="4328658" cy="1005840"/>
          </a:xfrm>
        </p:spPr>
        <p:txBody>
          <a:bodyPr lIns="0" tIns="45720" rIns="0" bIns="45720" anchor="ctr"/>
          <a:lstStyle>
            <a:lvl1pPr marL="182880" indent="-182880">
              <a:defRPr sz="1400"/>
            </a:lvl1pPr>
            <a:lvl2pPr>
              <a:defRPr sz="1400"/>
            </a:lvl2pPr>
            <a:lvl3pPr>
              <a:defRPr sz="1400"/>
            </a:lvl3pPr>
            <a:lvl4pPr>
              <a:defRPr sz="1400"/>
            </a:lvl4pPr>
          </a:lstStyle>
          <a:p>
            <a:pPr lvl="0"/>
            <a:r>
              <a:rPr lang="en-US"/>
              <a:t>Body text</a:t>
            </a:r>
          </a:p>
        </p:txBody>
      </p:sp>
      <p:sp>
        <p:nvSpPr>
          <p:cNvPr id="9" name="Text Placeholder 11">
            <a:extLst>
              <a:ext uri="{FF2B5EF4-FFF2-40B4-BE49-F238E27FC236}">
                <a16:creationId xmlns:a16="http://schemas.microsoft.com/office/drawing/2014/main" id="{F21F880F-FB7C-4634-306F-F1211CD4DE2E}"/>
              </a:ext>
            </a:extLst>
          </p:cNvPr>
          <p:cNvSpPr>
            <a:spLocks noGrp="1" noChangeAspect="1"/>
          </p:cNvSpPr>
          <p:nvPr>
            <p:ph type="body" sz="quarter" idx="27" hasCustomPrompt="1"/>
          </p:nvPr>
        </p:nvSpPr>
        <p:spPr>
          <a:xfrm>
            <a:off x="425450" y="2669752"/>
            <a:ext cx="1005840" cy="1005840"/>
          </a:xfrm>
          <a:prstGeom prst="ellipse">
            <a:avLst/>
          </a:prstGeom>
          <a:solidFill>
            <a:schemeClr val="accent1"/>
          </a:solidFill>
        </p:spPr>
        <p:txBody>
          <a:bodyPr lIns="0" tIns="0" rIns="0" bIns="0" anchor="ctr"/>
          <a:lstStyle>
            <a:lvl1pPr marL="0" indent="0" algn="ctr">
              <a:spcAft>
                <a:spcPts val="0"/>
              </a:spcAft>
              <a:buNone/>
              <a:defRPr sz="1200">
                <a:solidFill>
                  <a:schemeClr val="bg1"/>
                </a:solidFill>
                <a:latin typeface="+mj-lt"/>
              </a:defRPr>
            </a:lvl1pPr>
            <a:lvl2pPr>
              <a:defRPr sz="1600"/>
            </a:lvl2pPr>
            <a:lvl3pPr>
              <a:defRPr sz="1600"/>
            </a:lvl3pPr>
            <a:lvl4pPr>
              <a:defRPr sz="1600"/>
            </a:lvl4pPr>
          </a:lstStyle>
          <a:p>
            <a:pPr lvl="0"/>
            <a:r>
              <a:rPr lang="en-IN"/>
              <a:t>Text only</a:t>
            </a:r>
            <a:endParaRPr lang="en-US"/>
          </a:p>
        </p:txBody>
      </p:sp>
      <p:sp>
        <p:nvSpPr>
          <p:cNvPr id="16" name="Text Placeholder 11">
            <a:extLst>
              <a:ext uri="{FF2B5EF4-FFF2-40B4-BE49-F238E27FC236}">
                <a16:creationId xmlns:a16="http://schemas.microsoft.com/office/drawing/2014/main" id="{4735C080-32FA-626B-8BAA-894D7FBECC72}"/>
              </a:ext>
            </a:extLst>
          </p:cNvPr>
          <p:cNvSpPr>
            <a:spLocks noGrp="1"/>
          </p:cNvSpPr>
          <p:nvPr>
            <p:ph type="body" sz="quarter" idx="18" hasCustomPrompt="1"/>
          </p:nvPr>
        </p:nvSpPr>
        <p:spPr>
          <a:xfrm>
            <a:off x="1585732" y="2669751"/>
            <a:ext cx="4328658" cy="1005840"/>
          </a:xfrm>
        </p:spPr>
        <p:txBody>
          <a:bodyPr lIns="0" tIns="45720" rIns="0" bIns="45720" anchor="ctr"/>
          <a:lstStyle>
            <a:lvl1pPr marL="182880" indent="-182880">
              <a:defRPr sz="1400"/>
            </a:lvl1pPr>
            <a:lvl2pPr>
              <a:defRPr sz="1400"/>
            </a:lvl2pPr>
            <a:lvl3pPr>
              <a:defRPr sz="1400"/>
            </a:lvl3pPr>
            <a:lvl4pPr>
              <a:defRPr sz="1400"/>
            </a:lvl4pPr>
          </a:lstStyle>
          <a:p>
            <a:pPr lvl="0"/>
            <a:r>
              <a:rPr lang="en-US"/>
              <a:t>Body text</a:t>
            </a:r>
          </a:p>
        </p:txBody>
      </p:sp>
      <p:sp>
        <p:nvSpPr>
          <p:cNvPr id="10" name="Text Placeholder 11">
            <a:extLst>
              <a:ext uri="{FF2B5EF4-FFF2-40B4-BE49-F238E27FC236}">
                <a16:creationId xmlns:a16="http://schemas.microsoft.com/office/drawing/2014/main" id="{279C447D-3CA9-F6B7-7D94-8FE95A45534D}"/>
              </a:ext>
            </a:extLst>
          </p:cNvPr>
          <p:cNvSpPr>
            <a:spLocks noGrp="1" noChangeAspect="1"/>
          </p:cNvSpPr>
          <p:nvPr>
            <p:ph type="body" sz="quarter" idx="28" hasCustomPrompt="1"/>
          </p:nvPr>
        </p:nvSpPr>
        <p:spPr>
          <a:xfrm>
            <a:off x="425450" y="3870431"/>
            <a:ext cx="1005840" cy="1005840"/>
          </a:xfrm>
          <a:prstGeom prst="ellipse">
            <a:avLst/>
          </a:prstGeom>
          <a:solidFill>
            <a:schemeClr val="accent1"/>
          </a:solidFill>
        </p:spPr>
        <p:txBody>
          <a:bodyPr lIns="0" tIns="0" rIns="0" bIns="0" anchor="ctr"/>
          <a:lstStyle>
            <a:lvl1pPr marL="0" indent="0" algn="ctr">
              <a:spcAft>
                <a:spcPts val="0"/>
              </a:spcAft>
              <a:buNone/>
              <a:defRPr sz="1200">
                <a:solidFill>
                  <a:schemeClr val="bg1"/>
                </a:solidFill>
                <a:latin typeface="+mj-lt"/>
              </a:defRPr>
            </a:lvl1pPr>
            <a:lvl2pPr>
              <a:defRPr sz="1600"/>
            </a:lvl2pPr>
            <a:lvl3pPr>
              <a:defRPr sz="1600"/>
            </a:lvl3pPr>
            <a:lvl4pPr>
              <a:defRPr sz="1600"/>
            </a:lvl4pPr>
          </a:lstStyle>
          <a:p>
            <a:pPr lvl="0"/>
            <a:r>
              <a:rPr lang="en-IN"/>
              <a:t>Text only</a:t>
            </a:r>
            <a:endParaRPr lang="en-US"/>
          </a:p>
        </p:txBody>
      </p:sp>
      <p:sp>
        <p:nvSpPr>
          <p:cNvPr id="17" name="Text Placeholder 11">
            <a:extLst>
              <a:ext uri="{FF2B5EF4-FFF2-40B4-BE49-F238E27FC236}">
                <a16:creationId xmlns:a16="http://schemas.microsoft.com/office/drawing/2014/main" id="{B27BDBB0-751D-2EB5-F060-4BB0656BBE51}"/>
              </a:ext>
            </a:extLst>
          </p:cNvPr>
          <p:cNvSpPr>
            <a:spLocks noGrp="1"/>
          </p:cNvSpPr>
          <p:nvPr>
            <p:ph type="body" sz="quarter" idx="19" hasCustomPrompt="1"/>
          </p:nvPr>
        </p:nvSpPr>
        <p:spPr>
          <a:xfrm>
            <a:off x="1585732" y="3870429"/>
            <a:ext cx="4328658" cy="1005840"/>
          </a:xfrm>
        </p:spPr>
        <p:txBody>
          <a:bodyPr lIns="0" tIns="45720" rIns="0" bIns="45720" anchor="ctr"/>
          <a:lstStyle>
            <a:lvl1pPr marL="182880" indent="-182880">
              <a:defRPr sz="1400"/>
            </a:lvl1pPr>
            <a:lvl2pPr>
              <a:defRPr sz="1400"/>
            </a:lvl2pPr>
            <a:lvl3pPr>
              <a:defRPr sz="1400"/>
            </a:lvl3pPr>
            <a:lvl4pPr>
              <a:defRPr sz="1400"/>
            </a:lvl4pPr>
          </a:lstStyle>
          <a:p>
            <a:pPr lvl="0"/>
            <a:r>
              <a:rPr lang="en-US"/>
              <a:t>Body text</a:t>
            </a:r>
          </a:p>
        </p:txBody>
      </p:sp>
      <p:sp>
        <p:nvSpPr>
          <p:cNvPr id="24" name="Text Placeholder 11">
            <a:extLst>
              <a:ext uri="{FF2B5EF4-FFF2-40B4-BE49-F238E27FC236}">
                <a16:creationId xmlns:a16="http://schemas.microsoft.com/office/drawing/2014/main" id="{E8B13DF0-07C0-23DB-928E-C1C480CADC08}"/>
              </a:ext>
            </a:extLst>
          </p:cNvPr>
          <p:cNvSpPr>
            <a:spLocks noGrp="1" noChangeAspect="1"/>
          </p:cNvSpPr>
          <p:nvPr>
            <p:ph type="body" sz="quarter" idx="29" hasCustomPrompt="1"/>
          </p:nvPr>
        </p:nvSpPr>
        <p:spPr>
          <a:xfrm>
            <a:off x="425450" y="5071110"/>
            <a:ext cx="1005840" cy="1005840"/>
          </a:xfrm>
          <a:prstGeom prst="ellipse">
            <a:avLst/>
          </a:prstGeom>
          <a:solidFill>
            <a:schemeClr val="accent1"/>
          </a:solidFill>
        </p:spPr>
        <p:txBody>
          <a:bodyPr lIns="0" tIns="0" rIns="0" bIns="0" anchor="ctr"/>
          <a:lstStyle>
            <a:lvl1pPr marL="0" indent="0" algn="ctr">
              <a:spcAft>
                <a:spcPts val="0"/>
              </a:spcAft>
              <a:buNone/>
              <a:defRPr sz="1200">
                <a:solidFill>
                  <a:schemeClr val="bg1"/>
                </a:solidFill>
                <a:latin typeface="+mj-lt"/>
              </a:defRPr>
            </a:lvl1pPr>
            <a:lvl2pPr>
              <a:defRPr sz="1600"/>
            </a:lvl2pPr>
            <a:lvl3pPr>
              <a:defRPr sz="1600"/>
            </a:lvl3pPr>
            <a:lvl4pPr>
              <a:defRPr sz="1600"/>
            </a:lvl4pPr>
          </a:lstStyle>
          <a:p>
            <a:pPr lvl="0"/>
            <a:r>
              <a:rPr lang="en-IN"/>
              <a:t>Text only</a:t>
            </a:r>
            <a:endParaRPr lang="en-US"/>
          </a:p>
        </p:txBody>
      </p:sp>
      <p:sp>
        <p:nvSpPr>
          <p:cNvPr id="4" name="Text Placeholder 11">
            <a:extLst>
              <a:ext uri="{FF2B5EF4-FFF2-40B4-BE49-F238E27FC236}">
                <a16:creationId xmlns:a16="http://schemas.microsoft.com/office/drawing/2014/main" id="{A275FC47-DC0A-178E-6514-4A3C25D30369}"/>
              </a:ext>
            </a:extLst>
          </p:cNvPr>
          <p:cNvSpPr>
            <a:spLocks noGrp="1"/>
          </p:cNvSpPr>
          <p:nvPr>
            <p:ph type="body" sz="quarter" idx="26" hasCustomPrompt="1"/>
          </p:nvPr>
        </p:nvSpPr>
        <p:spPr>
          <a:xfrm>
            <a:off x="1585732" y="5071110"/>
            <a:ext cx="4328658" cy="1005840"/>
          </a:xfrm>
        </p:spPr>
        <p:txBody>
          <a:bodyPr lIns="0" tIns="45720" rIns="0" bIns="45720" anchor="ctr"/>
          <a:lstStyle>
            <a:lvl1pPr marL="182880" indent="-182880">
              <a:defRPr sz="1400"/>
            </a:lvl1pPr>
            <a:lvl2pPr>
              <a:defRPr sz="1400"/>
            </a:lvl2pPr>
            <a:lvl3pPr>
              <a:defRPr sz="1400"/>
            </a:lvl3pPr>
            <a:lvl4pPr>
              <a:defRPr sz="1400"/>
            </a:lvl4pPr>
          </a:lstStyle>
          <a:p>
            <a:pPr lvl="0"/>
            <a:r>
              <a:rPr lang="en-US"/>
              <a:t>Body text</a:t>
            </a:r>
          </a:p>
        </p:txBody>
      </p:sp>
      <p:sp>
        <p:nvSpPr>
          <p:cNvPr id="26" name="Text Placeholder 11">
            <a:extLst>
              <a:ext uri="{FF2B5EF4-FFF2-40B4-BE49-F238E27FC236}">
                <a16:creationId xmlns:a16="http://schemas.microsoft.com/office/drawing/2014/main" id="{38FFF44D-3DD9-2074-EE5A-CD230E0EF2E3}"/>
              </a:ext>
            </a:extLst>
          </p:cNvPr>
          <p:cNvSpPr>
            <a:spLocks noGrp="1" noChangeAspect="1"/>
          </p:cNvSpPr>
          <p:nvPr>
            <p:ph type="body" sz="quarter" idx="31" hasCustomPrompt="1"/>
          </p:nvPr>
        </p:nvSpPr>
        <p:spPr>
          <a:xfrm>
            <a:off x="6277612" y="1469073"/>
            <a:ext cx="1005840" cy="1005840"/>
          </a:xfrm>
          <a:prstGeom prst="ellipse">
            <a:avLst/>
          </a:prstGeom>
          <a:solidFill>
            <a:schemeClr val="accent1"/>
          </a:solidFill>
        </p:spPr>
        <p:txBody>
          <a:bodyPr lIns="0" tIns="0" rIns="0" bIns="0" anchor="ctr"/>
          <a:lstStyle>
            <a:lvl1pPr marL="0" indent="0" algn="ctr">
              <a:spcAft>
                <a:spcPts val="0"/>
              </a:spcAft>
              <a:buNone/>
              <a:defRPr sz="1200">
                <a:solidFill>
                  <a:schemeClr val="bg1"/>
                </a:solidFill>
                <a:latin typeface="+mj-lt"/>
              </a:defRPr>
            </a:lvl1pPr>
            <a:lvl2pPr>
              <a:defRPr sz="1600"/>
            </a:lvl2pPr>
            <a:lvl3pPr>
              <a:defRPr sz="1600"/>
            </a:lvl3pPr>
            <a:lvl4pPr>
              <a:defRPr sz="1600"/>
            </a:lvl4pPr>
          </a:lstStyle>
          <a:p>
            <a:pPr lvl="0"/>
            <a:r>
              <a:rPr lang="en-IN"/>
              <a:t>Text only</a:t>
            </a:r>
            <a:endParaRPr lang="en-US"/>
          </a:p>
        </p:txBody>
      </p:sp>
      <p:sp>
        <p:nvSpPr>
          <p:cNvPr id="25" name="Text Placeholder 11">
            <a:extLst>
              <a:ext uri="{FF2B5EF4-FFF2-40B4-BE49-F238E27FC236}">
                <a16:creationId xmlns:a16="http://schemas.microsoft.com/office/drawing/2014/main" id="{2FD121F6-8F18-F351-DBC7-3754FAF17745}"/>
              </a:ext>
            </a:extLst>
          </p:cNvPr>
          <p:cNvSpPr>
            <a:spLocks noGrp="1"/>
          </p:cNvSpPr>
          <p:nvPr>
            <p:ph type="body" sz="quarter" idx="30" hasCustomPrompt="1"/>
          </p:nvPr>
        </p:nvSpPr>
        <p:spPr>
          <a:xfrm>
            <a:off x="7437894" y="1469073"/>
            <a:ext cx="4328658" cy="1005840"/>
          </a:xfrm>
        </p:spPr>
        <p:txBody>
          <a:bodyPr lIns="0" tIns="45720" rIns="0" bIns="45720" anchor="ctr"/>
          <a:lstStyle>
            <a:lvl1pPr marL="182880" indent="-182880">
              <a:defRPr sz="1400"/>
            </a:lvl1pPr>
            <a:lvl2pPr>
              <a:defRPr sz="1400"/>
            </a:lvl2pPr>
            <a:lvl3pPr>
              <a:defRPr sz="1400"/>
            </a:lvl3pPr>
            <a:lvl4pPr>
              <a:defRPr sz="1400"/>
            </a:lvl4pPr>
          </a:lstStyle>
          <a:p>
            <a:pPr lvl="0"/>
            <a:r>
              <a:rPr lang="en-US"/>
              <a:t>Body text</a:t>
            </a:r>
          </a:p>
        </p:txBody>
      </p:sp>
      <p:sp>
        <p:nvSpPr>
          <p:cNvPr id="33" name="Text Placeholder 11">
            <a:extLst>
              <a:ext uri="{FF2B5EF4-FFF2-40B4-BE49-F238E27FC236}">
                <a16:creationId xmlns:a16="http://schemas.microsoft.com/office/drawing/2014/main" id="{E8B77CFA-033A-8C42-DC31-5E9EB70B6CB6}"/>
              </a:ext>
            </a:extLst>
          </p:cNvPr>
          <p:cNvSpPr>
            <a:spLocks noGrp="1" noChangeAspect="1"/>
          </p:cNvSpPr>
          <p:nvPr>
            <p:ph type="body" sz="quarter" idx="35" hasCustomPrompt="1"/>
          </p:nvPr>
        </p:nvSpPr>
        <p:spPr>
          <a:xfrm>
            <a:off x="6277612" y="2669752"/>
            <a:ext cx="1005840" cy="1005840"/>
          </a:xfrm>
          <a:prstGeom prst="ellipse">
            <a:avLst/>
          </a:prstGeom>
          <a:solidFill>
            <a:schemeClr val="accent1"/>
          </a:solidFill>
        </p:spPr>
        <p:txBody>
          <a:bodyPr lIns="0" tIns="0" rIns="0" bIns="0" anchor="ctr"/>
          <a:lstStyle>
            <a:lvl1pPr marL="0" indent="0" algn="ctr">
              <a:spcAft>
                <a:spcPts val="0"/>
              </a:spcAft>
              <a:buNone/>
              <a:defRPr sz="1200">
                <a:solidFill>
                  <a:schemeClr val="bg1"/>
                </a:solidFill>
                <a:latin typeface="+mj-lt"/>
              </a:defRPr>
            </a:lvl1pPr>
            <a:lvl2pPr>
              <a:defRPr sz="1600"/>
            </a:lvl2pPr>
            <a:lvl3pPr>
              <a:defRPr sz="1600"/>
            </a:lvl3pPr>
            <a:lvl4pPr>
              <a:defRPr sz="1600"/>
            </a:lvl4pPr>
          </a:lstStyle>
          <a:p>
            <a:pPr lvl="0"/>
            <a:r>
              <a:rPr lang="en-IN"/>
              <a:t>Text only</a:t>
            </a:r>
            <a:endParaRPr lang="en-US"/>
          </a:p>
        </p:txBody>
      </p:sp>
      <p:sp>
        <p:nvSpPr>
          <p:cNvPr id="27" name="Text Placeholder 11">
            <a:extLst>
              <a:ext uri="{FF2B5EF4-FFF2-40B4-BE49-F238E27FC236}">
                <a16:creationId xmlns:a16="http://schemas.microsoft.com/office/drawing/2014/main" id="{767642CB-C789-58FD-115F-E4DFAD0EB09C}"/>
              </a:ext>
            </a:extLst>
          </p:cNvPr>
          <p:cNvSpPr>
            <a:spLocks noGrp="1"/>
          </p:cNvSpPr>
          <p:nvPr>
            <p:ph type="body" sz="quarter" idx="32" hasCustomPrompt="1"/>
          </p:nvPr>
        </p:nvSpPr>
        <p:spPr>
          <a:xfrm>
            <a:off x="7437894" y="2669751"/>
            <a:ext cx="4328658" cy="1005840"/>
          </a:xfrm>
        </p:spPr>
        <p:txBody>
          <a:bodyPr lIns="0" tIns="45720" rIns="0" bIns="45720" anchor="ctr"/>
          <a:lstStyle>
            <a:lvl1pPr marL="182880" indent="-182880">
              <a:defRPr sz="1400"/>
            </a:lvl1pPr>
            <a:lvl2pPr>
              <a:defRPr sz="1400"/>
            </a:lvl2pPr>
            <a:lvl3pPr>
              <a:defRPr sz="1400"/>
            </a:lvl3pPr>
            <a:lvl4pPr>
              <a:defRPr sz="1400"/>
            </a:lvl4pPr>
          </a:lstStyle>
          <a:p>
            <a:pPr lvl="0"/>
            <a:r>
              <a:rPr lang="en-US"/>
              <a:t>Body text</a:t>
            </a:r>
          </a:p>
        </p:txBody>
      </p:sp>
      <p:sp>
        <p:nvSpPr>
          <p:cNvPr id="34" name="Text Placeholder 11">
            <a:extLst>
              <a:ext uri="{FF2B5EF4-FFF2-40B4-BE49-F238E27FC236}">
                <a16:creationId xmlns:a16="http://schemas.microsoft.com/office/drawing/2014/main" id="{763A6193-E0FB-D95B-DE6F-0B20335C56ED}"/>
              </a:ext>
            </a:extLst>
          </p:cNvPr>
          <p:cNvSpPr>
            <a:spLocks noGrp="1" noChangeAspect="1"/>
          </p:cNvSpPr>
          <p:nvPr>
            <p:ph type="body" sz="quarter" idx="36" hasCustomPrompt="1"/>
          </p:nvPr>
        </p:nvSpPr>
        <p:spPr>
          <a:xfrm>
            <a:off x="6277612" y="3870431"/>
            <a:ext cx="1005840" cy="1005840"/>
          </a:xfrm>
          <a:prstGeom prst="ellipse">
            <a:avLst/>
          </a:prstGeom>
          <a:solidFill>
            <a:schemeClr val="accent1"/>
          </a:solidFill>
        </p:spPr>
        <p:txBody>
          <a:bodyPr lIns="0" tIns="0" rIns="0" bIns="0" anchor="ctr"/>
          <a:lstStyle>
            <a:lvl1pPr marL="0" indent="0" algn="ctr">
              <a:spcAft>
                <a:spcPts val="0"/>
              </a:spcAft>
              <a:buNone/>
              <a:defRPr sz="1200">
                <a:solidFill>
                  <a:schemeClr val="bg1"/>
                </a:solidFill>
                <a:latin typeface="+mj-lt"/>
              </a:defRPr>
            </a:lvl1pPr>
            <a:lvl2pPr>
              <a:defRPr sz="1600"/>
            </a:lvl2pPr>
            <a:lvl3pPr>
              <a:defRPr sz="1600"/>
            </a:lvl3pPr>
            <a:lvl4pPr>
              <a:defRPr sz="1600"/>
            </a:lvl4pPr>
          </a:lstStyle>
          <a:p>
            <a:pPr lvl="0"/>
            <a:r>
              <a:rPr lang="en-IN"/>
              <a:t>Text only</a:t>
            </a:r>
            <a:endParaRPr lang="en-US"/>
          </a:p>
        </p:txBody>
      </p:sp>
      <p:sp>
        <p:nvSpPr>
          <p:cNvPr id="28" name="Text Placeholder 11">
            <a:extLst>
              <a:ext uri="{FF2B5EF4-FFF2-40B4-BE49-F238E27FC236}">
                <a16:creationId xmlns:a16="http://schemas.microsoft.com/office/drawing/2014/main" id="{303C1E23-393C-1C89-1D7F-C9C3B6C502F6}"/>
              </a:ext>
            </a:extLst>
          </p:cNvPr>
          <p:cNvSpPr>
            <a:spLocks noGrp="1"/>
          </p:cNvSpPr>
          <p:nvPr>
            <p:ph type="body" sz="quarter" idx="33" hasCustomPrompt="1"/>
          </p:nvPr>
        </p:nvSpPr>
        <p:spPr>
          <a:xfrm>
            <a:off x="7437894" y="3870429"/>
            <a:ext cx="4328658" cy="1005840"/>
          </a:xfrm>
        </p:spPr>
        <p:txBody>
          <a:bodyPr lIns="0" tIns="45720" rIns="0" bIns="45720" anchor="ctr"/>
          <a:lstStyle>
            <a:lvl1pPr marL="182880" indent="-182880">
              <a:defRPr sz="1400"/>
            </a:lvl1pPr>
            <a:lvl2pPr>
              <a:defRPr sz="1400"/>
            </a:lvl2pPr>
            <a:lvl3pPr>
              <a:defRPr sz="1400"/>
            </a:lvl3pPr>
            <a:lvl4pPr>
              <a:defRPr sz="1400"/>
            </a:lvl4pPr>
          </a:lstStyle>
          <a:p>
            <a:pPr lvl="0"/>
            <a:r>
              <a:rPr lang="en-US"/>
              <a:t>Body text</a:t>
            </a:r>
          </a:p>
        </p:txBody>
      </p:sp>
      <p:sp>
        <p:nvSpPr>
          <p:cNvPr id="35" name="Text Placeholder 11">
            <a:extLst>
              <a:ext uri="{FF2B5EF4-FFF2-40B4-BE49-F238E27FC236}">
                <a16:creationId xmlns:a16="http://schemas.microsoft.com/office/drawing/2014/main" id="{91EE428F-3890-D952-4727-56BDAAAEACA7}"/>
              </a:ext>
            </a:extLst>
          </p:cNvPr>
          <p:cNvSpPr>
            <a:spLocks noGrp="1" noChangeAspect="1"/>
          </p:cNvSpPr>
          <p:nvPr>
            <p:ph type="body" sz="quarter" idx="37" hasCustomPrompt="1"/>
          </p:nvPr>
        </p:nvSpPr>
        <p:spPr>
          <a:xfrm>
            <a:off x="6277612" y="5071110"/>
            <a:ext cx="1005840" cy="1005840"/>
          </a:xfrm>
          <a:prstGeom prst="ellipse">
            <a:avLst/>
          </a:prstGeom>
          <a:solidFill>
            <a:schemeClr val="accent1"/>
          </a:solidFill>
        </p:spPr>
        <p:txBody>
          <a:bodyPr lIns="0" tIns="0" rIns="0" bIns="0" anchor="ctr"/>
          <a:lstStyle>
            <a:lvl1pPr marL="0" indent="0" algn="ctr">
              <a:spcAft>
                <a:spcPts val="0"/>
              </a:spcAft>
              <a:buNone/>
              <a:defRPr sz="1200">
                <a:solidFill>
                  <a:schemeClr val="bg1"/>
                </a:solidFill>
                <a:latin typeface="+mj-lt"/>
              </a:defRPr>
            </a:lvl1pPr>
            <a:lvl2pPr>
              <a:defRPr sz="1600"/>
            </a:lvl2pPr>
            <a:lvl3pPr>
              <a:defRPr sz="1600"/>
            </a:lvl3pPr>
            <a:lvl4pPr>
              <a:defRPr sz="1600"/>
            </a:lvl4pPr>
          </a:lstStyle>
          <a:p>
            <a:pPr lvl="0"/>
            <a:r>
              <a:rPr lang="en-IN"/>
              <a:t>Text only</a:t>
            </a:r>
            <a:endParaRPr lang="en-US"/>
          </a:p>
        </p:txBody>
      </p:sp>
      <p:sp>
        <p:nvSpPr>
          <p:cNvPr id="31" name="Text Placeholder 11">
            <a:extLst>
              <a:ext uri="{FF2B5EF4-FFF2-40B4-BE49-F238E27FC236}">
                <a16:creationId xmlns:a16="http://schemas.microsoft.com/office/drawing/2014/main" id="{3E87BD83-BA4C-45EB-3B54-F2529CA84476}"/>
              </a:ext>
            </a:extLst>
          </p:cNvPr>
          <p:cNvSpPr>
            <a:spLocks noGrp="1"/>
          </p:cNvSpPr>
          <p:nvPr>
            <p:ph type="body" sz="quarter" idx="34" hasCustomPrompt="1"/>
          </p:nvPr>
        </p:nvSpPr>
        <p:spPr>
          <a:xfrm>
            <a:off x="7437894" y="5071110"/>
            <a:ext cx="4328658" cy="1005840"/>
          </a:xfrm>
        </p:spPr>
        <p:txBody>
          <a:bodyPr lIns="0" tIns="45720" rIns="0" bIns="45720" anchor="ctr"/>
          <a:lstStyle>
            <a:lvl1pPr marL="182880" indent="-182880">
              <a:defRPr sz="1400"/>
            </a:lvl1pPr>
            <a:lvl2pPr>
              <a:defRPr sz="1400"/>
            </a:lvl2pPr>
            <a:lvl3pPr>
              <a:defRPr sz="1400"/>
            </a:lvl3pPr>
            <a:lvl4pPr>
              <a:defRPr sz="1400"/>
            </a:lvl4pPr>
          </a:lstStyle>
          <a:p>
            <a:pPr lvl="0"/>
            <a:r>
              <a:rPr lang="en-US"/>
              <a:t>Body text</a:t>
            </a:r>
          </a:p>
        </p:txBody>
      </p:sp>
      <p:sp>
        <p:nvSpPr>
          <p:cNvPr id="12" name="Slide Number Placeholder 5">
            <a:extLst>
              <a:ext uri="{FF2B5EF4-FFF2-40B4-BE49-F238E27FC236}">
                <a16:creationId xmlns:a16="http://schemas.microsoft.com/office/drawing/2014/main" id="{59A5C8E2-2ADE-518A-D8DD-1D93CC3C251F}"/>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a:p>
        </p:txBody>
      </p:sp>
      <p:grpSp>
        <p:nvGrpSpPr>
          <p:cNvPr id="13" name="Group 12">
            <a:extLst>
              <a:ext uri="{FF2B5EF4-FFF2-40B4-BE49-F238E27FC236}">
                <a16:creationId xmlns:a16="http://schemas.microsoft.com/office/drawing/2014/main" id="{A11A5917-6CBF-E43C-C0D8-255CE71EA4ED}"/>
              </a:ext>
              <a:ext uri="{C183D7F6-B498-43B3-948B-1728B52AA6E4}">
                <adec:decorative xmlns:adec="http://schemas.microsoft.com/office/drawing/2017/decorative" val="1"/>
              </a:ext>
            </a:extLst>
          </p:cNvPr>
          <p:cNvGrpSpPr/>
          <p:nvPr userDrawn="1"/>
        </p:nvGrpSpPr>
        <p:grpSpPr>
          <a:xfrm>
            <a:off x="1585732" y="2572332"/>
            <a:ext cx="10177274" cy="2401356"/>
            <a:chOff x="1585732" y="2572332"/>
            <a:chExt cx="10177274" cy="2401356"/>
          </a:xfrm>
        </p:grpSpPr>
        <p:cxnSp>
          <p:nvCxnSpPr>
            <p:cNvPr id="6" name="Straight Connector 5">
              <a:extLst>
                <a:ext uri="{FF2B5EF4-FFF2-40B4-BE49-F238E27FC236}">
                  <a16:creationId xmlns:a16="http://schemas.microsoft.com/office/drawing/2014/main" id="{3C5E0B42-4FAD-B122-9855-574B2EA9EF99}"/>
                </a:ext>
              </a:extLst>
            </p:cNvPr>
            <p:cNvCxnSpPr>
              <a:cxnSpLocks/>
            </p:cNvCxnSpPr>
            <p:nvPr userDrawn="1"/>
          </p:nvCxnSpPr>
          <p:spPr>
            <a:xfrm>
              <a:off x="1585732" y="2572332"/>
              <a:ext cx="4325112"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8B11C842-3283-E596-DE19-3297AED53101}"/>
                </a:ext>
              </a:extLst>
            </p:cNvPr>
            <p:cNvCxnSpPr>
              <a:cxnSpLocks/>
            </p:cNvCxnSpPr>
            <p:nvPr userDrawn="1"/>
          </p:nvCxnSpPr>
          <p:spPr>
            <a:xfrm>
              <a:off x="1585732" y="3773010"/>
              <a:ext cx="4325112"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6CDB6E7F-7626-2933-1F97-7A46A34A7E06}"/>
                </a:ext>
              </a:extLst>
            </p:cNvPr>
            <p:cNvCxnSpPr>
              <a:cxnSpLocks/>
            </p:cNvCxnSpPr>
            <p:nvPr userDrawn="1"/>
          </p:nvCxnSpPr>
          <p:spPr>
            <a:xfrm>
              <a:off x="1585732" y="4973688"/>
              <a:ext cx="4325112"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01415C93-4DCF-B7CB-80ED-110311DD037A}"/>
                </a:ext>
              </a:extLst>
            </p:cNvPr>
            <p:cNvCxnSpPr>
              <a:cxnSpLocks/>
            </p:cNvCxnSpPr>
            <p:nvPr userDrawn="1"/>
          </p:nvCxnSpPr>
          <p:spPr>
            <a:xfrm>
              <a:off x="7437894" y="2572332"/>
              <a:ext cx="4325112"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7A2FDD71-D37A-FD5D-32D8-73CE6AAACBFF}"/>
                </a:ext>
              </a:extLst>
            </p:cNvPr>
            <p:cNvCxnSpPr>
              <a:cxnSpLocks/>
            </p:cNvCxnSpPr>
            <p:nvPr userDrawn="1"/>
          </p:nvCxnSpPr>
          <p:spPr>
            <a:xfrm>
              <a:off x="7437894" y="3773010"/>
              <a:ext cx="4325112"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3F9CE9F6-6355-A268-FC3F-D648B8F23A64}"/>
                </a:ext>
              </a:extLst>
            </p:cNvPr>
            <p:cNvCxnSpPr>
              <a:cxnSpLocks/>
            </p:cNvCxnSpPr>
            <p:nvPr userDrawn="1"/>
          </p:nvCxnSpPr>
          <p:spPr>
            <a:xfrm>
              <a:off x="7437894" y="4973688"/>
              <a:ext cx="4325112"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452325480"/>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Circle curve content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8298687" cy="912315"/>
          </a:xfrm>
        </p:spPr>
        <p:txBody>
          <a:bodyPr/>
          <a:lstStyle>
            <a:lvl1pPr>
              <a:defRPr/>
            </a:lvl1pPr>
          </a:lstStyle>
          <a:p>
            <a:r>
              <a:rPr lang="en-US"/>
              <a:t>Title</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428624" y="709990"/>
            <a:ext cx="8298686"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a:t>Subtitle</a:t>
            </a:r>
          </a:p>
        </p:txBody>
      </p:sp>
      <p:sp>
        <p:nvSpPr>
          <p:cNvPr id="4" name="Content Placeholder 2">
            <a:extLst>
              <a:ext uri="{FF2B5EF4-FFF2-40B4-BE49-F238E27FC236}">
                <a16:creationId xmlns:a16="http://schemas.microsoft.com/office/drawing/2014/main" id="{A3280943-14D9-E1AA-7579-C65E38FD82CA}"/>
              </a:ext>
            </a:extLst>
          </p:cNvPr>
          <p:cNvSpPr>
            <a:spLocks noGrp="1"/>
          </p:cNvSpPr>
          <p:nvPr>
            <p:ph idx="13" hasCustomPrompt="1"/>
          </p:nvPr>
        </p:nvSpPr>
        <p:spPr>
          <a:xfrm>
            <a:off x="428624" y="1446212"/>
            <a:ext cx="5394960" cy="4630737"/>
          </a:xfrm>
        </p:spPr>
        <p:txBody>
          <a:bodyPr lIns="0" tIns="0" rIns="0" bIns="0"/>
          <a:lstStyle>
            <a:lvl4pPr>
              <a:defRPr/>
            </a:lvl4pPr>
            <a:lvl5pPr marL="1143000" indent="-228600">
              <a:buFont typeface="Arial" panose="020B0604020202020204" pitchFamily="34" charset="0"/>
              <a:buChar char="•"/>
              <a:defRPr/>
            </a:lvl5pPr>
            <a:lvl6pPr marL="1371600" indent="-228600">
              <a:lnSpc>
                <a:spcPct val="100000"/>
              </a:lnSpc>
              <a:spcBef>
                <a:spcPts val="0"/>
              </a:spcBef>
              <a:spcAft>
                <a:spcPts val="600"/>
              </a:spcAft>
              <a:buFont typeface="Arial" panose="020B0604020202020204" pitchFamily="34" charset="0"/>
              <a:buChar char="•"/>
              <a:defRPr/>
            </a:lvl6pPr>
          </a:lstStyle>
          <a:p>
            <a:pPr lvl="0"/>
            <a:r>
              <a:rPr lang="en-US"/>
              <a:t>Level 01</a:t>
            </a:r>
          </a:p>
          <a:p>
            <a:pPr lvl="1"/>
            <a:r>
              <a:rPr lang="en-US"/>
              <a:t>Level 02</a:t>
            </a:r>
          </a:p>
          <a:p>
            <a:pPr lvl="2"/>
            <a:r>
              <a:rPr lang="en-US"/>
              <a:t>Level 03</a:t>
            </a:r>
          </a:p>
          <a:p>
            <a:pPr lvl="3"/>
            <a:r>
              <a:rPr lang="en-US"/>
              <a:t>Level 04</a:t>
            </a:r>
          </a:p>
          <a:p>
            <a:pPr lvl="4"/>
            <a:r>
              <a:rPr lang="en-US"/>
              <a:t>Level 05</a:t>
            </a:r>
          </a:p>
          <a:p>
            <a:pPr lvl="5"/>
            <a:r>
              <a:rPr lang="en-US"/>
              <a:t>Level 06</a:t>
            </a:r>
          </a:p>
        </p:txBody>
      </p:sp>
      <p:sp>
        <p:nvSpPr>
          <p:cNvPr id="3" name="Slide Number Placeholder 5">
            <a:extLst>
              <a:ext uri="{FF2B5EF4-FFF2-40B4-BE49-F238E27FC236}">
                <a16:creationId xmlns:a16="http://schemas.microsoft.com/office/drawing/2014/main" id="{29F78020-D828-4016-3BC7-400A2B1744A8}"/>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a:p>
        </p:txBody>
      </p:sp>
      <p:grpSp>
        <p:nvGrpSpPr>
          <p:cNvPr id="10" name="Group 9">
            <a:extLst>
              <a:ext uri="{FF2B5EF4-FFF2-40B4-BE49-F238E27FC236}">
                <a16:creationId xmlns:a16="http://schemas.microsoft.com/office/drawing/2014/main" id="{5A042A46-97C5-F787-43FC-5F9827AA18E8}"/>
              </a:ext>
              <a:ext uri="{C183D7F6-B498-43B3-948B-1728B52AA6E4}">
                <adec:decorative xmlns:adec="http://schemas.microsoft.com/office/drawing/2017/decorative" val="1"/>
              </a:ext>
            </a:extLst>
          </p:cNvPr>
          <p:cNvGrpSpPr/>
          <p:nvPr userDrawn="1"/>
        </p:nvGrpSpPr>
        <p:grpSpPr>
          <a:xfrm>
            <a:off x="5961999" y="274592"/>
            <a:ext cx="5812951" cy="5812951"/>
            <a:chOff x="6364404" y="688572"/>
            <a:chExt cx="5398971" cy="5398971"/>
          </a:xfrm>
        </p:grpSpPr>
        <p:pic>
          <p:nvPicPr>
            <p:cNvPr id="6" name="Graphic 5">
              <a:extLst>
                <a:ext uri="{FF2B5EF4-FFF2-40B4-BE49-F238E27FC236}">
                  <a16:creationId xmlns:a16="http://schemas.microsoft.com/office/drawing/2014/main" id="{19388112-1510-8BE1-AA73-ACED720525D8}"/>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flipV="1">
              <a:off x="6364404" y="3388057"/>
              <a:ext cx="2699486" cy="2699486"/>
            </a:xfrm>
            <a:prstGeom prst="rect">
              <a:avLst/>
            </a:prstGeom>
          </p:spPr>
        </p:pic>
        <p:pic>
          <p:nvPicPr>
            <p:cNvPr id="7" name="Graphic 6">
              <a:extLst>
                <a:ext uri="{FF2B5EF4-FFF2-40B4-BE49-F238E27FC236}">
                  <a16:creationId xmlns:a16="http://schemas.microsoft.com/office/drawing/2014/main" id="{BD334C72-E7A6-7287-6BE0-BD3FDACC0AC6}"/>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flipH="1">
              <a:off x="9063889" y="688572"/>
              <a:ext cx="2699486" cy="2699486"/>
            </a:xfrm>
            <a:prstGeom prst="rect">
              <a:avLst/>
            </a:prstGeom>
          </p:spPr>
        </p:pic>
      </p:grpSp>
      <p:sp>
        <p:nvSpPr>
          <p:cNvPr id="9" name="Picture Placeholder 6">
            <a:extLst>
              <a:ext uri="{FF2B5EF4-FFF2-40B4-BE49-F238E27FC236}">
                <a16:creationId xmlns:a16="http://schemas.microsoft.com/office/drawing/2014/main" id="{3C6A4090-631D-D30D-81B3-FF74F215083D}"/>
              </a:ext>
              <a:ext uri="{C183D7F6-B498-43B3-948B-1728B52AA6E4}">
                <adec:decorative xmlns:adec="http://schemas.microsoft.com/office/drawing/2017/decorative" val="1"/>
              </a:ext>
            </a:extLst>
          </p:cNvPr>
          <p:cNvSpPr>
            <a:spLocks noGrp="1" noChangeAspect="1"/>
          </p:cNvSpPr>
          <p:nvPr>
            <p:ph type="pic" sz="quarter" idx="11"/>
          </p:nvPr>
        </p:nvSpPr>
        <p:spPr>
          <a:xfrm>
            <a:off x="7130379" y="1441448"/>
            <a:ext cx="3474722" cy="3474720"/>
          </a:xfrm>
          <a:prstGeom prst="ellipse">
            <a:avLst/>
          </a:prstGeom>
        </p:spPr>
        <p:txBody>
          <a:bodyPr anchor="ctr"/>
          <a:lstStyle>
            <a:lvl1pPr marL="0" indent="0" algn="ctr">
              <a:buNone/>
              <a:defRPr/>
            </a:lvl1pPr>
          </a:lstStyle>
          <a:p>
            <a:r>
              <a:rPr lang="fr-FR"/>
              <a:t>Cliquez sur l'icône pour ajouter une image</a:t>
            </a:r>
            <a:endParaRPr lang="en-US"/>
          </a:p>
        </p:txBody>
      </p:sp>
    </p:spTree>
    <p:extLst>
      <p:ext uri="{BB962C8B-B14F-4D97-AF65-F5344CB8AC3E}">
        <p14:creationId xmlns:p14="http://schemas.microsoft.com/office/powerpoint/2010/main" val="270364375"/>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Circle curve 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3514164" y="291451"/>
            <a:ext cx="8252386" cy="912315"/>
          </a:xfrm>
        </p:spPr>
        <p:txBody>
          <a:bodyPr/>
          <a:lstStyle>
            <a:lvl1pPr>
              <a:defRPr/>
            </a:lvl1pPr>
          </a:lstStyle>
          <a:p>
            <a:r>
              <a:rPr lang="en-US"/>
              <a:t>Title</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3514164" y="709990"/>
            <a:ext cx="8252386"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a:t>Subtitle</a:t>
            </a:r>
          </a:p>
        </p:txBody>
      </p:sp>
      <p:sp>
        <p:nvSpPr>
          <p:cNvPr id="4" name="Content Placeholder 2">
            <a:extLst>
              <a:ext uri="{FF2B5EF4-FFF2-40B4-BE49-F238E27FC236}">
                <a16:creationId xmlns:a16="http://schemas.microsoft.com/office/drawing/2014/main" id="{1754A373-88C4-A82B-E350-FCFB019D452F}"/>
              </a:ext>
            </a:extLst>
          </p:cNvPr>
          <p:cNvSpPr>
            <a:spLocks noGrp="1"/>
          </p:cNvSpPr>
          <p:nvPr>
            <p:ph idx="13" hasCustomPrompt="1"/>
          </p:nvPr>
        </p:nvSpPr>
        <p:spPr>
          <a:xfrm>
            <a:off x="6450568" y="1446212"/>
            <a:ext cx="5315982" cy="4630737"/>
          </a:xfrm>
        </p:spPr>
        <p:txBody>
          <a:bodyPr lIns="0" tIns="0" rIns="0" bIns="0"/>
          <a:lstStyle>
            <a:lvl4pPr>
              <a:defRPr/>
            </a:lvl4pPr>
            <a:lvl5pPr marL="1143000" indent="-228600">
              <a:buFont typeface="Arial" panose="020B0604020202020204" pitchFamily="34" charset="0"/>
              <a:buChar char="•"/>
              <a:defRPr/>
            </a:lvl5pPr>
            <a:lvl6pPr marL="1371600" indent="-228600">
              <a:lnSpc>
                <a:spcPct val="100000"/>
              </a:lnSpc>
              <a:spcBef>
                <a:spcPts val="0"/>
              </a:spcBef>
              <a:spcAft>
                <a:spcPts val="600"/>
              </a:spcAft>
              <a:buFont typeface="Arial" panose="020B0604020202020204" pitchFamily="34" charset="0"/>
              <a:buChar char="•"/>
              <a:defRPr/>
            </a:lvl6pPr>
          </a:lstStyle>
          <a:p>
            <a:pPr lvl="0"/>
            <a:r>
              <a:rPr lang="en-US"/>
              <a:t>Level 01</a:t>
            </a:r>
          </a:p>
          <a:p>
            <a:pPr lvl="1"/>
            <a:r>
              <a:rPr lang="en-US"/>
              <a:t>Level 02</a:t>
            </a:r>
          </a:p>
          <a:p>
            <a:pPr lvl="2"/>
            <a:r>
              <a:rPr lang="en-US"/>
              <a:t>Level 03</a:t>
            </a:r>
          </a:p>
          <a:p>
            <a:pPr lvl="3"/>
            <a:r>
              <a:rPr lang="en-US"/>
              <a:t>Level 04</a:t>
            </a:r>
          </a:p>
          <a:p>
            <a:pPr lvl="4"/>
            <a:r>
              <a:rPr lang="en-US"/>
              <a:t>Level 05</a:t>
            </a:r>
          </a:p>
          <a:p>
            <a:pPr lvl="5"/>
            <a:r>
              <a:rPr lang="en-US"/>
              <a:t>Level 06</a:t>
            </a:r>
          </a:p>
        </p:txBody>
      </p:sp>
      <p:sp>
        <p:nvSpPr>
          <p:cNvPr id="3" name="Slide Number Placeholder 5">
            <a:extLst>
              <a:ext uri="{FF2B5EF4-FFF2-40B4-BE49-F238E27FC236}">
                <a16:creationId xmlns:a16="http://schemas.microsoft.com/office/drawing/2014/main" id="{516BDD6C-589C-E59D-505F-90F87C6A5387}"/>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a:p>
        </p:txBody>
      </p:sp>
      <p:grpSp>
        <p:nvGrpSpPr>
          <p:cNvPr id="10" name="Group 9">
            <a:extLst>
              <a:ext uri="{FF2B5EF4-FFF2-40B4-BE49-F238E27FC236}">
                <a16:creationId xmlns:a16="http://schemas.microsoft.com/office/drawing/2014/main" id="{5A042A46-97C5-F787-43FC-5F9827AA18E8}"/>
              </a:ext>
              <a:ext uri="{C183D7F6-B498-43B3-948B-1728B52AA6E4}">
                <adec:decorative xmlns:adec="http://schemas.microsoft.com/office/drawing/2017/decorative" val="1"/>
              </a:ext>
            </a:extLst>
          </p:cNvPr>
          <p:cNvGrpSpPr/>
          <p:nvPr userDrawn="1"/>
        </p:nvGrpSpPr>
        <p:grpSpPr>
          <a:xfrm flipH="1">
            <a:off x="428623" y="274592"/>
            <a:ext cx="5812951" cy="5812951"/>
            <a:chOff x="6364404" y="688572"/>
            <a:chExt cx="5398971" cy="5398971"/>
          </a:xfrm>
        </p:grpSpPr>
        <p:pic>
          <p:nvPicPr>
            <p:cNvPr id="6" name="Graphic 5">
              <a:extLst>
                <a:ext uri="{FF2B5EF4-FFF2-40B4-BE49-F238E27FC236}">
                  <a16:creationId xmlns:a16="http://schemas.microsoft.com/office/drawing/2014/main" id="{19388112-1510-8BE1-AA73-ACED720525D8}"/>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flipV="1">
              <a:off x="6364404" y="3388057"/>
              <a:ext cx="2699486" cy="2699486"/>
            </a:xfrm>
            <a:prstGeom prst="rect">
              <a:avLst/>
            </a:prstGeom>
          </p:spPr>
        </p:pic>
        <p:pic>
          <p:nvPicPr>
            <p:cNvPr id="7" name="Graphic 6">
              <a:extLst>
                <a:ext uri="{FF2B5EF4-FFF2-40B4-BE49-F238E27FC236}">
                  <a16:creationId xmlns:a16="http://schemas.microsoft.com/office/drawing/2014/main" id="{BD334C72-E7A6-7287-6BE0-BD3FDACC0AC6}"/>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flipH="1">
              <a:off x="9063889" y="688572"/>
              <a:ext cx="2699486" cy="2699486"/>
            </a:xfrm>
            <a:prstGeom prst="rect">
              <a:avLst/>
            </a:prstGeom>
          </p:spPr>
        </p:pic>
      </p:grpSp>
      <p:sp>
        <p:nvSpPr>
          <p:cNvPr id="9" name="Picture Placeholder 6">
            <a:extLst>
              <a:ext uri="{FF2B5EF4-FFF2-40B4-BE49-F238E27FC236}">
                <a16:creationId xmlns:a16="http://schemas.microsoft.com/office/drawing/2014/main" id="{3C6A4090-631D-D30D-81B3-FF74F215083D}"/>
              </a:ext>
              <a:ext uri="{C183D7F6-B498-43B3-948B-1728B52AA6E4}">
                <adec:decorative xmlns:adec="http://schemas.microsoft.com/office/drawing/2017/decorative" val="1"/>
              </a:ext>
            </a:extLst>
          </p:cNvPr>
          <p:cNvSpPr>
            <a:spLocks noGrp="1" noChangeAspect="1"/>
          </p:cNvSpPr>
          <p:nvPr>
            <p:ph type="pic" sz="quarter" idx="11"/>
          </p:nvPr>
        </p:nvSpPr>
        <p:spPr>
          <a:xfrm>
            <a:off x="1597003" y="1441448"/>
            <a:ext cx="3474722" cy="3474720"/>
          </a:xfrm>
          <a:prstGeom prst="ellipse">
            <a:avLst/>
          </a:prstGeom>
        </p:spPr>
        <p:txBody>
          <a:bodyPr anchor="ctr"/>
          <a:lstStyle>
            <a:lvl1pPr marL="0" indent="0" algn="ctr">
              <a:buNone/>
              <a:defRPr/>
            </a:lvl1pPr>
          </a:lstStyle>
          <a:p>
            <a:r>
              <a:rPr lang="fr-FR"/>
              <a:t>Cliquez sur l'icône pour ajouter une image</a:t>
            </a:r>
            <a:endParaRPr lang="en-US"/>
          </a:p>
        </p:txBody>
      </p:sp>
    </p:spTree>
    <p:extLst>
      <p:ext uri="{BB962C8B-B14F-4D97-AF65-F5344CB8AC3E}">
        <p14:creationId xmlns:p14="http://schemas.microsoft.com/office/powerpoint/2010/main" val="502212706"/>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Circle curve 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defRPr/>
            </a:lvl1pPr>
          </a:lstStyle>
          <a:p>
            <a:r>
              <a:rPr lang="en-US"/>
              <a:t>Title</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a:t>Subtitle</a:t>
            </a:r>
          </a:p>
        </p:txBody>
      </p:sp>
      <p:sp>
        <p:nvSpPr>
          <p:cNvPr id="10" name="Content Placeholder 2">
            <a:extLst>
              <a:ext uri="{FF2B5EF4-FFF2-40B4-BE49-F238E27FC236}">
                <a16:creationId xmlns:a16="http://schemas.microsoft.com/office/drawing/2014/main" id="{15D281C0-60B3-6172-E427-F7E32C30796B}"/>
              </a:ext>
            </a:extLst>
          </p:cNvPr>
          <p:cNvSpPr>
            <a:spLocks noGrp="1"/>
          </p:cNvSpPr>
          <p:nvPr>
            <p:ph idx="13" hasCustomPrompt="1"/>
          </p:nvPr>
        </p:nvSpPr>
        <p:spPr>
          <a:xfrm>
            <a:off x="5254906" y="1446212"/>
            <a:ext cx="6511644" cy="4630737"/>
          </a:xfrm>
        </p:spPr>
        <p:txBody>
          <a:bodyPr lIns="0" tIns="0" rIns="0" bIns="0"/>
          <a:lstStyle>
            <a:lvl4pPr>
              <a:defRPr/>
            </a:lvl4pPr>
            <a:lvl5pPr marL="1143000" indent="-228600">
              <a:buFont typeface="Arial" panose="020B0604020202020204" pitchFamily="34" charset="0"/>
              <a:buChar char="•"/>
              <a:defRPr/>
            </a:lvl5pPr>
            <a:lvl6pPr marL="1371600" indent="-228600">
              <a:lnSpc>
                <a:spcPct val="100000"/>
              </a:lnSpc>
              <a:spcBef>
                <a:spcPts val="0"/>
              </a:spcBef>
              <a:spcAft>
                <a:spcPts val="600"/>
              </a:spcAft>
              <a:buFont typeface="Arial" panose="020B0604020202020204" pitchFamily="34" charset="0"/>
              <a:buChar char="•"/>
              <a:defRPr/>
            </a:lvl6pPr>
          </a:lstStyle>
          <a:p>
            <a:pPr lvl="0"/>
            <a:r>
              <a:rPr lang="en-US"/>
              <a:t>Level 01</a:t>
            </a:r>
          </a:p>
          <a:p>
            <a:pPr lvl="1"/>
            <a:r>
              <a:rPr lang="en-US"/>
              <a:t>Level 02</a:t>
            </a:r>
          </a:p>
          <a:p>
            <a:pPr lvl="2"/>
            <a:r>
              <a:rPr lang="en-US"/>
              <a:t>Level 03</a:t>
            </a:r>
          </a:p>
          <a:p>
            <a:pPr lvl="3"/>
            <a:r>
              <a:rPr lang="en-US"/>
              <a:t>Level 04</a:t>
            </a:r>
          </a:p>
          <a:p>
            <a:pPr lvl="4"/>
            <a:r>
              <a:rPr lang="en-US"/>
              <a:t>Level 05</a:t>
            </a:r>
          </a:p>
          <a:p>
            <a:pPr lvl="5"/>
            <a:r>
              <a:rPr lang="en-US"/>
              <a:t>Level 06</a:t>
            </a:r>
          </a:p>
        </p:txBody>
      </p:sp>
      <p:sp>
        <p:nvSpPr>
          <p:cNvPr id="9" name="Slide Number Placeholder 5">
            <a:extLst>
              <a:ext uri="{FF2B5EF4-FFF2-40B4-BE49-F238E27FC236}">
                <a16:creationId xmlns:a16="http://schemas.microsoft.com/office/drawing/2014/main" id="{7708C7AB-438A-DC8C-37D8-D7D68BAB13CD}"/>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a:p>
        </p:txBody>
      </p:sp>
      <p:grpSp>
        <p:nvGrpSpPr>
          <p:cNvPr id="4" name="Group 3">
            <a:extLst>
              <a:ext uri="{FF2B5EF4-FFF2-40B4-BE49-F238E27FC236}">
                <a16:creationId xmlns:a16="http://schemas.microsoft.com/office/drawing/2014/main" id="{37533B7B-CFCE-C743-5F19-2A8A364B144A}"/>
              </a:ext>
              <a:ext uri="{C183D7F6-B498-43B3-948B-1728B52AA6E4}">
                <adec:decorative xmlns:adec="http://schemas.microsoft.com/office/drawing/2017/decorative" val="1"/>
              </a:ext>
            </a:extLst>
          </p:cNvPr>
          <p:cNvGrpSpPr/>
          <p:nvPr userDrawn="1"/>
        </p:nvGrpSpPr>
        <p:grpSpPr>
          <a:xfrm flipH="1">
            <a:off x="428625" y="1456405"/>
            <a:ext cx="4631138" cy="4631138"/>
            <a:chOff x="6364404" y="688572"/>
            <a:chExt cx="5398971" cy="5398971"/>
          </a:xfrm>
        </p:grpSpPr>
        <p:pic>
          <p:nvPicPr>
            <p:cNvPr id="5" name="Graphic 4">
              <a:extLst>
                <a:ext uri="{FF2B5EF4-FFF2-40B4-BE49-F238E27FC236}">
                  <a16:creationId xmlns:a16="http://schemas.microsoft.com/office/drawing/2014/main" id="{F0EA9041-DFBD-0DC8-66E1-193CA3018FF6}"/>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flipV="1">
              <a:off x="6364404" y="3388057"/>
              <a:ext cx="2699486" cy="2699486"/>
            </a:xfrm>
            <a:prstGeom prst="rect">
              <a:avLst/>
            </a:prstGeom>
          </p:spPr>
        </p:pic>
        <p:pic>
          <p:nvPicPr>
            <p:cNvPr id="6" name="Graphic 5">
              <a:extLst>
                <a:ext uri="{FF2B5EF4-FFF2-40B4-BE49-F238E27FC236}">
                  <a16:creationId xmlns:a16="http://schemas.microsoft.com/office/drawing/2014/main" id="{14ADEFBA-0047-A23F-7A01-9D71C4274E6C}"/>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flipH="1">
              <a:off x="9063889" y="688572"/>
              <a:ext cx="2699486" cy="2699486"/>
            </a:xfrm>
            <a:prstGeom prst="rect">
              <a:avLst/>
            </a:prstGeom>
          </p:spPr>
        </p:pic>
      </p:grpSp>
      <p:sp>
        <p:nvSpPr>
          <p:cNvPr id="7" name="Picture Placeholder 6">
            <a:extLst>
              <a:ext uri="{FF2B5EF4-FFF2-40B4-BE49-F238E27FC236}">
                <a16:creationId xmlns:a16="http://schemas.microsoft.com/office/drawing/2014/main" id="{4A8ACBE3-F84F-9311-A090-BF6945A40482}"/>
              </a:ext>
              <a:ext uri="{C183D7F6-B498-43B3-948B-1728B52AA6E4}">
                <adec:decorative xmlns:adec="http://schemas.microsoft.com/office/drawing/2017/decorative" val="1"/>
              </a:ext>
            </a:extLst>
          </p:cNvPr>
          <p:cNvSpPr>
            <a:spLocks noGrp="1" noChangeAspect="1"/>
          </p:cNvSpPr>
          <p:nvPr>
            <p:ph type="pic" sz="quarter" idx="11"/>
          </p:nvPr>
        </p:nvSpPr>
        <p:spPr>
          <a:xfrm>
            <a:off x="1358739" y="2390067"/>
            <a:ext cx="2765586" cy="2765584"/>
          </a:xfrm>
          <a:prstGeom prst="ellipse">
            <a:avLst/>
          </a:prstGeom>
        </p:spPr>
        <p:txBody>
          <a:bodyPr anchor="ctr"/>
          <a:lstStyle>
            <a:lvl1pPr marL="0" indent="0" algn="ctr">
              <a:buNone/>
              <a:defRPr/>
            </a:lvl1pPr>
          </a:lstStyle>
          <a:p>
            <a:r>
              <a:rPr lang="fr-FR"/>
              <a:t>Cliquez sur l'icône pour ajouter une image</a:t>
            </a:r>
            <a:endParaRPr lang="en-US"/>
          </a:p>
        </p:txBody>
      </p:sp>
    </p:spTree>
    <p:extLst>
      <p:ext uri="{BB962C8B-B14F-4D97-AF65-F5344CB8AC3E}">
        <p14:creationId xmlns:p14="http://schemas.microsoft.com/office/powerpoint/2010/main" val="2732635580"/>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Circle curve quote 1">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D608C7D-CAC2-E061-16C4-46C8B746882D}"/>
              </a:ext>
            </a:extLst>
          </p:cNvPr>
          <p:cNvSpPr>
            <a:spLocks noGrp="1"/>
          </p:cNvSpPr>
          <p:nvPr>
            <p:ph type="title" hasCustomPrompt="1"/>
          </p:nvPr>
        </p:nvSpPr>
        <p:spPr>
          <a:xfrm>
            <a:off x="428624" y="-972518"/>
            <a:ext cx="11337925" cy="796568"/>
          </a:xfrm>
        </p:spPr>
        <p:txBody>
          <a:bodyPr anchor="b"/>
          <a:lstStyle>
            <a:lvl1pPr>
              <a:defRPr/>
            </a:lvl1pPr>
          </a:lstStyle>
          <a:p>
            <a:r>
              <a:rPr lang="en-US"/>
              <a:t>Title</a:t>
            </a:r>
          </a:p>
        </p:txBody>
      </p:sp>
      <p:sp>
        <p:nvSpPr>
          <p:cNvPr id="8" name="Rectangle 7">
            <a:extLst>
              <a:ext uri="{FF2B5EF4-FFF2-40B4-BE49-F238E27FC236}">
                <a16:creationId xmlns:a16="http://schemas.microsoft.com/office/drawing/2014/main" id="{E9A78271-D975-392F-26ED-9AF02A595AA3}"/>
              </a:ext>
              <a:ext uri="{C183D7F6-B498-43B3-948B-1728B52AA6E4}">
                <adec:decorative xmlns:adec="http://schemas.microsoft.com/office/drawing/2017/decorative" val="1"/>
              </a:ext>
            </a:extLst>
          </p:cNvPr>
          <p:cNvSpPr/>
          <p:nvPr userDrawn="1"/>
        </p:nvSpPr>
        <p:spPr>
          <a:xfrm>
            <a:off x="6096000" y="0"/>
            <a:ext cx="6096000"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7">
            <a:extLst>
              <a:ext uri="{FF2B5EF4-FFF2-40B4-BE49-F238E27FC236}">
                <a16:creationId xmlns:a16="http://schemas.microsoft.com/office/drawing/2014/main" id="{F0FEDF7D-16CB-CED7-A7AF-90CBDF7D6705}"/>
              </a:ext>
            </a:extLst>
          </p:cNvPr>
          <p:cNvSpPr>
            <a:spLocks noGrp="1"/>
          </p:cNvSpPr>
          <p:nvPr>
            <p:ph type="body" sz="quarter" idx="10" hasCustomPrompt="1"/>
          </p:nvPr>
        </p:nvSpPr>
        <p:spPr>
          <a:xfrm>
            <a:off x="6458857" y="477673"/>
            <a:ext cx="5304517" cy="5599278"/>
          </a:xfrm>
        </p:spPr>
        <p:txBody>
          <a:bodyPr wrap="square">
            <a:noAutofit/>
          </a:bodyPr>
          <a:lstStyle>
            <a:lvl1pPr marL="0" indent="0">
              <a:spcAft>
                <a:spcPts val="600"/>
              </a:spcAft>
              <a:buNone/>
              <a:defRPr sz="2000">
                <a:solidFill>
                  <a:schemeClr val="bg1"/>
                </a:solidFill>
                <a:latin typeface="+mn-lt"/>
              </a:defRPr>
            </a:lvl1pPr>
            <a:lvl2pPr marL="228600" indent="0">
              <a:buNone/>
              <a:defRPr/>
            </a:lvl2pPr>
            <a:lvl3pPr marL="457200" indent="0">
              <a:buNone/>
              <a:defRPr/>
            </a:lvl3pPr>
            <a:lvl4pPr marL="685800" indent="0">
              <a:buNone/>
              <a:defRPr/>
            </a:lvl4pPr>
            <a:lvl5pPr marL="914400" indent="0">
              <a:buNone/>
              <a:defRPr/>
            </a:lvl5pPr>
          </a:lstStyle>
          <a:p>
            <a:r>
              <a:rPr lang="en-US"/>
              <a:t>Quote/Body text</a:t>
            </a:r>
          </a:p>
        </p:txBody>
      </p:sp>
      <p:sp>
        <p:nvSpPr>
          <p:cNvPr id="2" name="Slide Number Placeholder 5">
            <a:extLst>
              <a:ext uri="{FF2B5EF4-FFF2-40B4-BE49-F238E27FC236}">
                <a16:creationId xmlns:a16="http://schemas.microsoft.com/office/drawing/2014/main" id="{512E530A-B778-4B96-FF9C-7B751B733D7B}"/>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a:p>
        </p:txBody>
      </p:sp>
      <p:sp>
        <p:nvSpPr>
          <p:cNvPr id="5" name="Graphique 10" descr="Atos logo">
            <a:extLst>
              <a:ext uri="{FF2B5EF4-FFF2-40B4-BE49-F238E27FC236}">
                <a16:creationId xmlns:a16="http://schemas.microsoft.com/office/drawing/2014/main" id="{025140E0-C2C6-A3A5-0B7E-678902A455D4}"/>
              </a:ext>
            </a:extLst>
          </p:cNvPr>
          <p:cNvSpPr>
            <a:spLocks noChangeAspect="1"/>
          </p:cNvSpPr>
          <p:nvPr userDrawn="1"/>
        </p:nvSpPr>
        <p:spPr>
          <a:xfrm>
            <a:off x="10944224" y="6309897"/>
            <a:ext cx="819151" cy="250488"/>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a:p>
        </p:txBody>
      </p:sp>
      <p:grpSp>
        <p:nvGrpSpPr>
          <p:cNvPr id="6" name="Group 5">
            <a:extLst>
              <a:ext uri="{FF2B5EF4-FFF2-40B4-BE49-F238E27FC236}">
                <a16:creationId xmlns:a16="http://schemas.microsoft.com/office/drawing/2014/main" id="{19778ECC-DF3B-21C8-2028-9C37F39EDD7F}"/>
              </a:ext>
              <a:ext uri="{C183D7F6-B498-43B3-948B-1728B52AA6E4}">
                <adec:decorative xmlns:adec="http://schemas.microsoft.com/office/drawing/2017/decorative" val="1"/>
              </a:ext>
            </a:extLst>
          </p:cNvPr>
          <p:cNvGrpSpPr/>
          <p:nvPr userDrawn="1"/>
        </p:nvGrpSpPr>
        <p:grpSpPr>
          <a:xfrm>
            <a:off x="428625" y="688572"/>
            <a:ext cx="5398971" cy="5398971"/>
            <a:chOff x="428625" y="688572"/>
            <a:chExt cx="5398971" cy="5398971"/>
          </a:xfrm>
        </p:grpSpPr>
        <p:pic>
          <p:nvPicPr>
            <p:cNvPr id="12" name="Graphic 11">
              <a:extLst>
                <a:ext uri="{FF2B5EF4-FFF2-40B4-BE49-F238E27FC236}">
                  <a16:creationId xmlns:a16="http://schemas.microsoft.com/office/drawing/2014/main" id="{DDD74B7C-D695-9400-9632-BD81C62538EB}"/>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flipV="1">
              <a:off x="428625" y="3388057"/>
              <a:ext cx="2699486" cy="2699486"/>
            </a:xfrm>
            <a:prstGeom prst="rect">
              <a:avLst/>
            </a:prstGeom>
          </p:spPr>
        </p:pic>
        <p:pic>
          <p:nvPicPr>
            <p:cNvPr id="13" name="Graphic 12">
              <a:extLst>
                <a:ext uri="{FF2B5EF4-FFF2-40B4-BE49-F238E27FC236}">
                  <a16:creationId xmlns:a16="http://schemas.microsoft.com/office/drawing/2014/main" id="{867E329A-F569-FD2D-40BC-C949E9EC7C6C}"/>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flipH="1">
              <a:off x="3128110" y="688572"/>
              <a:ext cx="2699486" cy="2699486"/>
            </a:xfrm>
            <a:prstGeom prst="rect">
              <a:avLst/>
            </a:prstGeom>
          </p:spPr>
        </p:pic>
      </p:grpSp>
      <p:sp>
        <p:nvSpPr>
          <p:cNvPr id="7" name="Picture Placeholder 6">
            <a:extLst>
              <a:ext uri="{FF2B5EF4-FFF2-40B4-BE49-F238E27FC236}">
                <a16:creationId xmlns:a16="http://schemas.microsoft.com/office/drawing/2014/main" id="{7BB21A47-0ACD-51C0-D2C7-23A1141D8604}"/>
              </a:ext>
              <a:ext uri="{C183D7F6-B498-43B3-948B-1728B52AA6E4}">
                <adec:decorative xmlns:adec="http://schemas.microsoft.com/office/drawing/2017/decorative" val="1"/>
              </a:ext>
            </a:extLst>
          </p:cNvPr>
          <p:cNvSpPr>
            <a:spLocks noGrp="1" noChangeAspect="1"/>
          </p:cNvSpPr>
          <p:nvPr>
            <p:ph type="pic" sz="quarter" idx="11"/>
          </p:nvPr>
        </p:nvSpPr>
        <p:spPr>
          <a:xfrm>
            <a:off x="1516747" y="1776294"/>
            <a:ext cx="3218690" cy="3218688"/>
          </a:xfrm>
          <a:prstGeom prst="ellipse">
            <a:avLst/>
          </a:prstGeom>
        </p:spPr>
        <p:txBody>
          <a:bodyPr anchor="ctr"/>
          <a:lstStyle>
            <a:lvl1pPr marL="0" indent="0" algn="ctr">
              <a:buNone/>
              <a:defRPr/>
            </a:lvl1pPr>
          </a:lstStyle>
          <a:p>
            <a:r>
              <a:rPr lang="fr-FR"/>
              <a:t>Cliquez sur l'icône pour ajouter une image</a:t>
            </a:r>
            <a:endParaRPr lang="en-US"/>
          </a:p>
        </p:txBody>
      </p:sp>
    </p:spTree>
    <p:extLst>
      <p:ext uri="{BB962C8B-B14F-4D97-AF65-F5344CB8AC3E}">
        <p14:creationId xmlns:p14="http://schemas.microsoft.com/office/powerpoint/2010/main" val="2572366710"/>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Circle curve quote 2">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95FD19C8-A9BF-5C73-C5BC-BA598A545343}"/>
              </a:ext>
              <a:ext uri="{C183D7F6-B498-43B3-948B-1728B52AA6E4}">
                <adec:decorative xmlns:adec="http://schemas.microsoft.com/office/drawing/2017/decorative" val="1"/>
              </a:ext>
            </a:extLst>
          </p:cNvPr>
          <p:cNvGrpSpPr/>
          <p:nvPr userDrawn="1"/>
        </p:nvGrpSpPr>
        <p:grpSpPr>
          <a:xfrm>
            <a:off x="428625" y="688572"/>
            <a:ext cx="5398971" cy="5398971"/>
            <a:chOff x="428625" y="688572"/>
            <a:chExt cx="5398971" cy="5398971"/>
          </a:xfrm>
        </p:grpSpPr>
        <p:pic>
          <p:nvPicPr>
            <p:cNvPr id="12" name="Graphic 11">
              <a:extLst>
                <a:ext uri="{FF2B5EF4-FFF2-40B4-BE49-F238E27FC236}">
                  <a16:creationId xmlns:a16="http://schemas.microsoft.com/office/drawing/2014/main" id="{DDD74B7C-D695-9400-9632-BD81C62538EB}"/>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flipV="1">
              <a:off x="428625" y="3388057"/>
              <a:ext cx="2699486" cy="2699486"/>
            </a:xfrm>
            <a:prstGeom prst="rect">
              <a:avLst/>
            </a:prstGeom>
          </p:spPr>
        </p:pic>
        <p:pic>
          <p:nvPicPr>
            <p:cNvPr id="13" name="Graphic 12">
              <a:extLst>
                <a:ext uri="{FF2B5EF4-FFF2-40B4-BE49-F238E27FC236}">
                  <a16:creationId xmlns:a16="http://schemas.microsoft.com/office/drawing/2014/main" id="{867E329A-F569-FD2D-40BC-C949E9EC7C6C}"/>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flipH="1">
              <a:off x="3128110" y="688572"/>
              <a:ext cx="2699486" cy="2699486"/>
            </a:xfrm>
            <a:prstGeom prst="rect">
              <a:avLst/>
            </a:prstGeom>
          </p:spPr>
        </p:pic>
      </p:grpSp>
      <p:sp>
        <p:nvSpPr>
          <p:cNvPr id="7" name="Title 6">
            <a:extLst>
              <a:ext uri="{FF2B5EF4-FFF2-40B4-BE49-F238E27FC236}">
                <a16:creationId xmlns:a16="http://schemas.microsoft.com/office/drawing/2014/main" id="{571E8B8B-07EF-1513-B4C6-C31171443239}"/>
              </a:ext>
            </a:extLst>
          </p:cNvPr>
          <p:cNvSpPr>
            <a:spLocks noGrp="1"/>
          </p:cNvSpPr>
          <p:nvPr>
            <p:ph type="title" hasCustomPrompt="1"/>
          </p:nvPr>
        </p:nvSpPr>
        <p:spPr>
          <a:xfrm>
            <a:off x="1518765" y="1778713"/>
            <a:ext cx="3218690" cy="3218688"/>
          </a:xfrm>
        </p:spPr>
        <p:txBody>
          <a:bodyPr anchor="ctr"/>
          <a:lstStyle>
            <a:lvl1pPr algn="ctr">
              <a:defRPr>
                <a:solidFill>
                  <a:schemeClr val="accent3"/>
                </a:solidFill>
              </a:defRPr>
            </a:lvl1pPr>
          </a:lstStyle>
          <a:p>
            <a:r>
              <a:rPr lang="en-US"/>
              <a:t>Title example </a:t>
            </a:r>
            <a:br>
              <a:rPr lang="en-US"/>
            </a:br>
            <a:r>
              <a:rPr lang="en-US"/>
              <a:t>over two lines</a:t>
            </a:r>
          </a:p>
        </p:txBody>
      </p:sp>
      <p:sp>
        <p:nvSpPr>
          <p:cNvPr id="8" name="Rectangle 7">
            <a:extLst>
              <a:ext uri="{FF2B5EF4-FFF2-40B4-BE49-F238E27FC236}">
                <a16:creationId xmlns:a16="http://schemas.microsoft.com/office/drawing/2014/main" id="{E9A78271-D975-392F-26ED-9AF02A595AA3}"/>
              </a:ext>
              <a:ext uri="{C183D7F6-B498-43B3-948B-1728B52AA6E4}">
                <adec:decorative xmlns:adec="http://schemas.microsoft.com/office/drawing/2017/decorative" val="1"/>
              </a:ext>
            </a:extLst>
          </p:cNvPr>
          <p:cNvSpPr/>
          <p:nvPr userDrawn="1"/>
        </p:nvSpPr>
        <p:spPr>
          <a:xfrm>
            <a:off x="6096000" y="0"/>
            <a:ext cx="6096000"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7">
            <a:extLst>
              <a:ext uri="{FF2B5EF4-FFF2-40B4-BE49-F238E27FC236}">
                <a16:creationId xmlns:a16="http://schemas.microsoft.com/office/drawing/2014/main" id="{F0FEDF7D-16CB-CED7-A7AF-90CBDF7D6705}"/>
              </a:ext>
            </a:extLst>
          </p:cNvPr>
          <p:cNvSpPr>
            <a:spLocks noGrp="1"/>
          </p:cNvSpPr>
          <p:nvPr>
            <p:ph type="body" sz="quarter" idx="10" hasCustomPrompt="1"/>
          </p:nvPr>
        </p:nvSpPr>
        <p:spPr>
          <a:xfrm>
            <a:off x="6458857" y="477673"/>
            <a:ext cx="5304517" cy="5599278"/>
          </a:xfrm>
        </p:spPr>
        <p:txBody>
          <a:bodyPr wrap="square">
            <a:noAutofit/>
          </a:bodyPr>
          <a:lstStyle>
            <a:lvl1pPr marL="0" indent="0">
              <a:spcAft>
                <a:spcPts val="600"/>
              </a:spcAft>
              <a:buNone/>
              <a:defRPr sz="2000">
                <a:solidFill>
                  <a:schemeClr val="bg1"/>
                </a:solidFill>
                <a:latin typeface="+mn-lt"/>
              </a:defRPr>
            </a:lvl1pPr>
            <a:lvl2pPr marL="228600" indent="0">
              <a:buNone/>
              <a:defRPr/>
            </a:lvl2pPr>
            <a:lvl3pPr marL="457200" indent="0">
              <a:buNone/>
              <a:defRPr/>
            </a:lvl3pPr>
            <a:lvl4pPr marL="685800" indent="0">
              <a:buNone/>
              <a:defRPr/>
            </a:lvl4pPr>
            <a:lvl5pPr marL="914400" indent="0">
              <a:buNone/>
              <a:defRPr/>
            </a:lvl5pPr>
          </a:lstStyle>
          <a:p>
            <a:r>
              <a:rPr lang="en-US"/>
              <a:t>Quote/Body text</a:t>
            </a:r>
          </a:p>
        </p:txBody>
      </p:sp>
      <p:sp>
        <p:nvSpPr>
          <p:cNvPr id="2" name="Slide Number Placeholder 5">
            <a:extLst>
              <a:ext uri="{FF2B5EF4-FFF2-40B4-BE49-F238E27FC236}">
                <a16:creationId xmlns:a16="http://schemas.microsoft.com/office/drawing/2014/main" id="{9D9D97E0-3D8D-7FAB-987B-9840782C00B0}"/>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a:p>
        </p:txBody>
      </p:sp>
      <p:sp>
        <p:nvSpPr>
          <p:cNvPr id="5" name="Graphique 10" descr="Atos logo">
            <a:extLst>
              <a:ext uri="{FF2B5EF4-FFF2-40B4-BE49-F238E27FC236}">
                <a16:creationId xmlns:a16="http://schemas.microsoft.com/office/drawing/2014/main" id="{025140E0-C2C6-A3A5-0B7E-678902A455D4}"/>
              </a:ext>
            </a:extLst>
          </p:cNvPr>
          <p:cNvSpPr>
            <a:spLocks noChangeAspect="1"/>
          </p:cNvSpPr>
          <p:nvPr userDrawn="1"/>
        </p:nvSpPr>
        <p:spPr>
          <a:xfrm>
            <a:off x="10944224" y="6309897"/>
            <a:ext cx="819151" cy="250488"/>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a:p>
        </p:txBody>
      </p:sp>
    </p:spTree>
    <p:extLst>
      <p:ext uri="{BB962C8B-B14F-4D97-AF65-F5344CB8AC3E}">
        <p14:creationId xmlns:p14="http://schemas.microsoft.com/office/powerpoint/2010/main" val="3867814866"/>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Circle curve quote 3">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601E3036-17F2-B2D8-A1D0-CDDB9D0DD68D}"/>
              </a:ext>
              <a:ext uri="{C183D7F6-B498-43B3-948B-1728B52AA6E4}">
                <adec:decorative xmlns:adec="http://schemas.microsoft.com/office/drawing/2017/decorative" val="1"/>
              </a:ext>
            </a:extLst>
          </p:cNvPr>
          <p:cNvGrpSpPr/>
          <p:nvPr userDrawn="1"/>
        </p:nvGrpSpPr>
        <p:grpSpPr>
          <a:xfrm>
            <a:off x="0" y="0"/>
            <a:ext cx="6096000" cy="6858000"/>
            <a:chOff x="0" y="0"/>
            <a:chExt cx="6096000" cy="6858000"/>
          </a:xfrm>
        </p:grpSpPr>
        <p:sp>
          <p:nvSpPr>
            <p:cNvPr id="8" name="Rectangle 7">
              <a:extLst>
                <a:ext uri="{FF2B5EF4-FFF2-40B4-BE49-F238E27FC236}">
                  <a16:creationId xmlns:a16="http://schemas.microsoft.com/office/drawing/2014/main" id="{E9A78271-D975-392F-26ED-9AF02A595AA3}"/>
                </a:ext>
                <a:ext uri="{C183D7F6-B498-43B3-948B-1728B52AA6E4}">
                  <adec:decorative xmlns:adec="http://schemas.microsoft.com/office/drawing/2017/decorative" val="1"/>
                </a:ext>
              </a:extLst>
            </p:cNvPr>
            <p:cNvSpPr/>
            <p:nvPr userDrawn="1"/>
          </p:nvSpPr>
          <p:spPr>
            <a:xfrm>
              <a:off x="0" y="0"/>
              <a:ext cx="6096000"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a:extLst>
                <a:ext uri="{FF2B5EF4-FFF2-40B4-BE49-F238E27FC236}">
                  <a16:creationId xmlns:a16="http://schemas.microsoft.com/office/drawing/2014/main" id="{95FD19C8-A9BF-5C73-C5BC-BA598A545343}"/>
                </a:ext>
                <a:ext uri="{C183D7F6-B498-43B3-948B-1728B52AA6E4}">
                  <adec:decorative xmlns:adec="http://schemas.microsoft.com/office/drawing/2017/decorative" val="1"/>
                </a:ext>
              </a:extLst>
            </p:cNvPr>
            <p:cNvGrpSpPr/>
            <p:nvPr userDrawn="1"/>
          </p:nvGrpSpPr>
          <p:grpSpPr>
            <a:xfrm>
              <a:off x="428625" y="688572"/>
              <a:ext cx="5398971" cy="5398971"/>
              <a:chOff x="428625" y="688572"/>
              <a:chExt cx="5398971" cy="5398971"/>
            </a:xfrm>
          </p:grpSpPr>
          <p:pic>
            <p:nvPicPr>
              <p:cNvPr id="12" name="Graphic 11">
                <a:extLst>
                  <a:ext uri="{FF2B5EF4-FFF2-40B4-BE49-F238E27FC236}">
                    <a16:creationId xmlns:a16="http://schemas.microsoft.com/office/drawing/2014/main" id="{DDD74B7C-D695-9400-9632-BD81C62538EB}"/>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flipV="1">
                <a:off x="428625" y="3388057"/>
                <a:ext cx="2699486" cy="2699486"/>
              </a:xfrm>
              <a:prstGeom prst="rect">
                <a:avLst/>
              </a:prstGeom>
            </p:spPr>
          </p:pic>
          <p:pic>
            <p:nvPicPr>
              <p:cNvPr id="13" name="Graphic 12">
                <a:extLst>
                  <a:ext uri="{FF2B5EF4-FFF2-40B4-BE49-F238E27FC236}">
                    <a16:creationId xmlns:a16="http://schemas.microsoft.com/office/drawing/2014/main" id="{867E329A-F569-FD2D-40BC-C949E9EC7C6C}"/>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flipH="1">
                <a:off x="3128110" y="688572"/>
                <a:ext cx="2699486" cy="2699486"/>
              </a:xfrm>
              <a:prstGeom prst="rect">
                <a:avLst/>
              </a:prstGeom>
            </p:spPr>
          </p:pic>
        </p:grpSp>
      </p:grpSp>
      <p:sp>
        <p:nvSpPr>
          <p:cNvPr id="7" name="Title 6">
            <a:extLst>
              <a:ext uri="{FF2B5EF4-FFF2-40B4-BE49-F238E27FC236}">
                <a16:creationId xmlns:a16="http://schemas.microsoft.com/office/drawing/2014/main" id="{571E8B8B-07EF-1513-B4C6-C31171443239}"/>
              </a:ext>
            </a:extLst>
          </p:cNvPr>
          <p:cNvSpPr>
            <a:spLocks noGrp="1"/>
          </p:cNvSpPr>
          <p:nvPr>
            <p:ph type="title" hasCustomPrompt="1"/>
          </p:nvPr>
        </p:nvSpPr>
        <p:spPr>
          <a:xfrm>
            <a:off x="1518765" y="1778713"/>
            <a:ext cx="3218690" cy="3218688"/>
          </a:xfrm>
        </p:spPr>
        <p:txBody>
          <a:bodyPr anchor="ctr"/>
          <a:lstStyle>
            <a:lvl1pPr algn="ctr">
              <a:defRPr sz="3200">
                <a:solidFill>
                  <a:schemeClr val="bg1"/>
                </a:solidFill>
              </a:defRPr>
            </a:lvl1pPr>
          </a:lstStyle>
          <a:p>
            <a:r>
              <a:rPr lang="en-US"/>
              <a:t>Presentation</a:t>
            </a:r>
            <a:br>
              <a:rPr lang="en-US"/>
            </a:br>
            <a:r>
              <a:rPr lang="en-US"/>
              <a:t>title</a:t>
            </a:r>
          </a:p>
        </p:txBody>
      </p:sp>
      <p:sp>
        <p:nvSpPr>
          <p:cNvPr id="4" name="Text Placeholder 7">
            <a:extLst>
              <a:ext uri="{FF2B5EF4-FFF2-40B4-BE49-F238E27FC236}">
                <a16:creationId xmlns:a16="http://schemas.microsoft.com/office/drawing/2014/main" id="{F0FEDF7D-16CB-CED7-A7AF-90CBDF7D6705}"/>
              </a:ext>
            </a:extLst>
          </p:cNvPr>
          <p:cNvSpPr>
            <a:spLocks noGrp="1"/>
          </p:cNvSpPr>
          <p:nvPr>
            <p:ph type="body" sz="quarter" idx="10" hasCustomPrompt="1"/>
          </p:nvPr>
        </p:nvSpPr>
        <p:spPr>
          <a:xfrm>
            <a:off x="6458857" y="477673"/>
            <a:ext cx="5304517" cy="5599278"/>
          </a:xfrm>
        </p:spPr>
        <p:txBody>
          <a:bodyPr wrap="square">
            <a:noAutofit/>
          </a:bodyPr>
          <a:lstStyle>
            <a:lvl1pPr marL="0" indent="0">
              <a:spcAft>
                <a:spcPts val="600"/>
              </a:spcAft>
              <a:buNone/>
              <a:defRPr sz="2000">
                <a:solidFill>
                  <a:schemeClr val="accent3"/>
                </a:solidFill>
                <a:latin typeface="+mn-lt"/>
              </a:defRPr>
            </a:lvl1pPr>
            <a:lvl2pPr marL="228600" indent="0">
              <a:buNone/>
              <a:defRPr/>
            </a:lvl2pPr>
            <a:lvl3pPr marL="457200" indent="0">
              <a:buNone/>
              <a:defRPr/>
            </a:lvl3pPr>
            <a:lvl4pPr marL="685800" indent="0">
              <a:buNone/>
              <a:defRPr/>
            </a:lvl4pPr>
            <a:lvl5pPr marL="914400" indent="0">
              <a:buNone/>
              <a:defRPr/>
            </a:lvl5pPr>
          </a:lstStyle>
          <a:p>
            <a:r>
              <a:rPr lang="en-US"/>
              <a:t>Quote/Body text</a:t>
            </a:r>
          </a:p>
        </p:txBody>
      </p:sp>
    </p:spTree>
    <p:extLst>
      <p:ext uri="{BB962C8B-B14F-4D97-AF65-F5344CB8AC3E}">
        <p14:creationId xmlns:p14="http://schemas.microsoft.com/office/powerpoint/2010/main" val="4014485671"/>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Horizontal image">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A3249094-6A68-D834-0DBC-9A7F16E75AD2}"/>
              </a:ext>
            </a:extLst>
          </p:cNvPr>
          <p:cNvSpPr>
            <a:spLocks noGrp="1"/>
          </p:cNvSpPr>
          <p:nvPr>
            <p:ph type="title" hasCustomPrompt="1"/>
          </p:nvPr>
        </p:nvSpPr>
        <p:spPr>
          <a:xfrm>
            <a:off x="428623" y="4548851"/>
            <a:ext cx="3622941" cy="1528100"/>
          </a:xfrm>
        </p:spPr>
        <p:txBody>
          <a:bodyPr/>
          <a:lstStyle>
            <a:lvl1pPr>
              <a:defRPr/>
            </a:lvl1pPr>
          </a:lstStyle>
          <a:p>
            <a:pPr lvl="0"/>
            <a:r>
              <a:rPr lang="en-US"/>
              <a:t>Presentation title</a:t>
            </a:r>
          </a:p>
        </p:txBody>
      </p:sp>
      <p:sp>
        <p:nvSpPr>
          <p:cNvPr id="15" name="Text Placeholder 13">
            <a:extLst>
              <a:ext uri="{FF2B5EF4-FFF2-40B4-BE49-F238E27FC236}">
                <a16:creationId xmlns:a16="http://schemas.microsoft.com/office/drawing/2014/main" id="{0857F230-011F-060B-4FB1-562515D958C8}"/>
              </a:ext>
            </a:extLst>
          </p:cNvPr>
          <p:cNvSpPr>
            <a:spLocks noGrp="1"/>
          </p:cNvSpPr>
          <p:nvPr>
            <p:ph type="body" sz="quarter" idx="12" hasCustomPrompt="1"/>
          </p:nvPr>
        </p:nvSpPr>
        <p:spPr>
          <a:xfrm>
            <a:off x="4284529" y="2899336"/>
            <a:ext cx="3622941" cy="3177613"/>
          </a:xfrm>
        </p:spPr>
        <p:txBody>
          <a:bodyPr/>
          <a:lstStyle>
            <a:lvl1pPr marL="0" indent="0">
              <a:spcAft>
                <a:spcPts val="300"/>
              </a:spcAft>
              <a:buNone/>
              <a:defRPr sz="1600">
                <a:solidFill>
                  <a:schemeClr val="accent3"/>
                </a:solidFill>
                <a:latin typeface="+mj-lt"/>
              </a:defRPr>
            </a:lvl1pPr>
            <a:lvl2pPr marL="182880" indent="-182880">
              <a:spcAft>
                <a:spcPts val="300"/>
              </a:spcAft>
              <a:buFont typeface="Arial" panose="020B0604020202020204" pitchFamily="34" charset="0"/>
              <a:buChar char="•"/>
              <a:defRPr sz="1400"/>
            </a:lvl2pPr>
          </a:lstStyle>
          <a:p>
            <a:pPr lvl="0"/>
            <a:r>
              <a:rPr lang="en-US"/>
              <a:t>Text to come</a:t>
            </a:r>
          </a:p>
          <a:p>
            <a:pPr lvl="1"/>
            <a:r>
              <a:rPr lang="en-US"/>
              <a:t>Text to come</a:t>
            </a:r>
          </a:p>
        </p:txBody>
      </p:sp>
      <p:sp>
        <p:nvSpPr>
          <p:cNvPr id="17" name="Text Placeholder 13">
            <a:extLst>
              <a:ext uri="{FF2B5EF4-FFF2-40B4-BE49-F238E27FC236}">
                <a16:creationId xmlns:a16="http://schemas.microsoft.com/office/drawing/2014/main" id="{1A32E384-2A06-73AA-FF5C-EEF843B9C278}"/>
              </a:ext>
            </a:extLst>
          </p:cNvPr>
          <p:cNvSpPr>
            <a:spLocks noGrp="1"/>
          </p:cNvSpPr>
          <p:nvPr>
            <p:ph type="body" sz="quarter" idx="13" hasCustomPrompt="1"/>
          </p:nvPr>
        </p:nvSpPr>
        <p:spPr>
          <a:xfrm>
            <a:off x="8140436" y="2899336"/>
            <a:ext cx="3622941" cy="3177613"/>
          </a:xfrm>
        </p:spPr>
        <p:txBody>
          <a:bodyPr/>
          <a:lstStyle>
            <a:lvl1pPr marL="0" indent="0">
              <a:spcAft>
                <a:spcPts val="300"/>
              </a:spcAft>
              <a:buNone/>
              <a:defRPr sz="1600">
                <a:solidFill>
                  <a:schemeClr val="accent3"/>
                </a:solidFill>
                <a:latin typeface="+mj-lt"/>
              </a:defRPr>
            </a:lvl1pPr>
            <a:lvl2pPr marL="182880" indent="-182880">
              <a:spcAft>
                <a:spcPts val="300"/>
              </a:spcAft>
              <a:buFont typeface="Arial" panose="020B0604020202020204" pitchFamily="34" charset="0"/>
              <a:buChar char="•"/>
              <a:defRPr sz="1400"/>
            </a:lvl2pPr>
          </a:lstStyle>
          <a:p>
            <a:pPr lvl="0"/>
            <a:r>
              <a:rPr lang="en-US"/>
              <a:t>Text to come</a:t>
            </a:r>
          </a:p>
          <a:p>
            <a:pPr lvl="1"/>
            <a:r>
              <a:rPr lang="en-US"/>
              <a:t>Text to come</a:t>
            </a:r>
          </a:p>
        </p:txBody>
      </p:sp>
      <p:sp>
        <p:nvSpPr>
          <p:cNvPr id="2" name="Slide Number Placeholder 5">
            <a:extLst>
              <a:ext uri="{FF2B5EF4-FFF2-40B4-BE49-F238E27FC236}">
                <a16:creationId xmlns:a16="http://schemas.microsoft.com/office/drawing/2014/main" id="{9D9D97E0-3D8D-7FAB-987B-9840782C00B0}"/>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a:p>
        </p:txBody>
      </p:sp>
      <p:sp>
        <p:nvSpPr>
          <p:cNvPr id="9" name="Picture Placeholder 8">
            <a:extLst>
              <a:ext uri="{FF2B5EF4-FFF2-40B4-BE49-F238E27FC236}">
                <a16:creationId xmlns:a16="http://schemas.microsoft.com/office/drawing/2014/main" id="{74402166-D4C7-46DF-2D53-A61654BC1272}"/>
              </a:ext>
              <a:ext uri="{C183D7F6-B498-43B3-948B-1728B52AA6E4}">
                <adec:decorative xmlns:adec="http://schemas.microsoft.com/office/drawing/2017/decorative" val="1"/>
              </a:ext>
            </a:extLst>
          </p:cNvPr>
          <p:cNvSpPr>
            <a:spLocks noGrp="1"/>
          </p:cNvSpPr>
          <p:nvPr>
            <p:ph type="pic" sz="quarter" idx="10" hasCustomPrompt="1"/>
          </p:nvPr>
        </p:nvSpPr>
        <p:spPr>
          <a:xfrm>
            <a:off x="0" y="-2"/>
            <a:ext cx="12192000" cy="2743200"/>
          </a:xfrm>
        </p:spPr>
        <p:txBody>
          <a:bodyPr tIns="1280160" anchor="ctr"/>
          <a:lstStyle>
            <a:lvl1pPr marL="0" indent="0" algn="ctr">
              <a:spcAft>
                <a:spcPts val="0"/>
              </a:spcAft>
              <a:buNone/>
              <a:defRPr/>
            </a:lvl1pPr>
          </a:lstStyle>
          <a:p>
            <a:r>
              <a:rPr lang="en-US"/>
              <a:t>Click icon to add picture</a:t>
            </a:r>
            <a:br>
              <a:rPr lang="en-US"/>
            </a:br>
            <a:r>
              <a:rPr lang="en-US"/>
              <a:t>[Reading order of this slide is failing currently as you need to either label your image decorative]</a:t>
            </a:r>
          </a:p>
        </p:txBody>
      </p:sp>
      <p:pic>
        <p:nvPicPr>
          <p:cNvPr id="10" name="Graphic 9">
            <a:extLst>
              <a:ext uri="{FF2B5EF4-FFF2-40B4-BE49-F238E27FC236}">
                <a16:creationId xmlns:a16="http://schemas.microsoft.com/office/drawing/2014/main" id="{4BC43108-4F2C-DF07-1B76-A5BC51997213}"/>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flipH="1">
            <a:off x="428623" y="2899337"/>
            <a:ext cx="1536654" cy="1536654"/>
          </a:xfrm>
          <a:prstGeom prst="rect">
            <a:avLst/>
          </a:prstGeom>
        </p:spPr>
      </p:pic>
    </p:spTree>
    <p:extLst>
      <p:ext uri="{BB962C8B-B14F-4D97-AF65-F5344CB8AC3E}">
        <p14:creationId xmlns:p14="http://schemas.microsoft.com/office/powerpoint/2010/main" val="2370621113"/>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Horizontal custom image">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177251B7-BDA4-7CFC-7E11-BE1B143D5B8A}"/>
              </a:ext>
            </a:extLst>
          </p:cNvPr>
          <p:cNvSpPr>
            <a:spLocks noGrp="1"/>
          </p:cNvSpPr>
          <p:nvPr>
            <p:ph type="title" hasCustomPrompt="1"/>
          </p:nvPr>
        </p:nvSpPr>
        <p:spPr>
          <a:xfrm>
            <a:off x="428623" y="3948242"/>
            <a:ext cx="3622941" cy="2128709"/>
          </a:xfrm>
        </p:spPr>
        <p:txBody>
          <a:bodyPr/>
          <a:lstStyle>
            <a:lvl1pPr>
              <a:defRPr sz="2800"/>
            </a:lvl1pPr>
          </a:lstStyle>
          <a:p>
            <a:pPr lvl="0"/>
            <a:r>
              <a:rPr lang="en-US"/>
              <a:t>Presentation title</a:t>
            </a:r>
          </a:p>
        </p:txBody>
      </p:sp>
      <p:sp>
        <p:nvSpPr>
          <p:cNvPr id="15" name="Text Placeholder 13">
            <a:extLst>
              <a:ext uri="{FF2B5EF4-FFF2-40B4-BE49-F238E27FC236}">
                <a16:creationId xmlns:a16="http://schemas.microsoft.com/office/drawing/2014/main" id="{0857F230-011F-060B-4FB1-562515D958C8}"/>
              </a:ext>
            </a:extLst>
          </p:cNvPr>
          <p:cNvSpPr>
            <a:spLocks noGrp="1"/>
          </p:cNvSpPr>
          <p:nvPr>
            <p:ph type="body" sz="quarter" idx="12" hasCustomPrompt="1"/>
          </p:nvPr>
        </p:nvSpPr>
        <p:spPr>
          <a:xfrm>
            <a:off x="4284529" y="2280214"/>
            <a:ext cx="3622941" cy="3796736"/>
          </a:xfrm>
        </p:spPr>
        <p:txBody>
          <a:bodyPr/>
          <a:lstStyle>
            <a:lvl1pPr marL="0" indent="0">
              <a:spcAft>
                <a:spcPts val="300"/>
              </a:spcAft>
              <a:buNone/>
              <a:defRPr sz="1600">
                <a:solidFill>
                  <a:schemeClr val="accent3"/>
                </a:solidFill>
                <a:latin typeface="+mj-lt"/>
              </a:defRPr>
            </a:lvl1pPr>
            <a:lvl2pPr marL="182880" indent="-182880">
              <a:spcAft>
                <a:spcPts val="300"/>
              </a:spcAft>
              <a:buFont typeface="Arial" panose="020B0604020202020204" pitchFamily="34" charset="0"/>
              <a:buChar char="•"/>
              <a:defRPr sz="1400"/>
            </a:lvl2pPr>
          </a:lstStyle>
          <a:p>
            <a:pPr lvl="0"/>
            <a:r>
              <a:rPr lang="en-US"/>
              <a:t>Text to come</a:t>
            </a:r>
          </a:p>
          <a:p>
            <a:pPr lvl="1"/>
            <a:r>
              <a:rPr lang="en-US"/>
              <a:t>Text to come</a:t>
            </a:r>
          </a:p>
        </p:txBody>
      </p:sp>
      <p:sp>
        <p:nvSpPr>
          <p:cNvPr id="17" name="Text Placeholder 13">
            <a:extLst>
              <a:ext uri="{FF2B5EF4-FFF2-40B4-BE49-F238E27FC236}">
                <a16:creationId xmlns:a16="http://schemas.microsoft.com/office/drawing/2014/main" id="{1A32E384-2A06-73AA-FF5C-EEF843B9C278}"/>
              </a:ext>
            </a:extLst>
          </p:cNvPr>
          <p:cNvSpPr>
            <a:spLocks noGrp="1"/>
          </p:cNvSpPr>
          <p:nvPr>
            <p:ph type="body" sz="quarter" idx="13" hasCustomPrompt="1"/>
          </p:nvPr>
        </p:nvSpPr>
        <p:spPr>
          <a:xfrm>
            <a:off x="8140436" y="2280214"/>
            <a:ext cx="3622941" cy="3796736"/>
          </a:xfrm>
        </p:spPr>
        <p:txBody>
          <a:bodyPr/>
          <a:lstStyle>
            <a:lvl1pPr marL="0" indent="0">
              <a:spcAft>
                <a:spcPts val="300"/>
              </a:spcAft>
              <a:buNone/>
              <a:defRPr sz="1600">
                <a:solidFill>
                  <a:schemeClr val="accent3"/>
                </a:solidFill>
                <a:latin typeface="+mj-lt"/>
              </a:defRPr>
            </a:lvl1pPr>
            <a:lvl2pPr marL="182880" indent="-182880">
              <a:spcAft>
                <a:spcPts val="300"/>
              </a:spcAft>
              <a:buFont typeface="Arial" panose="020B0604020202020204" pitchFamily="34" charset="0"/>
              <a:buChar char="•"/>
              <a:defRPr sz="1400"/>
            </a:lvl2pPr>
          </a:lstStyle>
          <a:p>
            <a:pPr lvl="0"/>
            <a:r>
              <a:rPr lang="en-US"/>
              <a:t>Text to come</a:t>
            </a:r>
          </a:p>
          <a:p>
            <a:pPr lvl="1"/>
            <a:r>
              <a:rPr lang="en-US"/>
              <a:t>Text to come</a:t>
            </a:r>
          </a:p>
        </p:txBody>
      </p:sp>
      <p:sp>
        <p:nvSpPr>
          <p:cNvPr id="2" name="Slide Number Placeholder 5">
            <a:extLst>
              <a:ext uri="{FF2B5EF4-FFF2-40B4-BE49-F238E27FC236}">
                <a16:creationId xmlns:a16="http://schemas.microsoft.com/office/drawing/2014/main" id="{9D9D97E0-3D8D-7FAB-987B-9840782C00B0}"/>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a:p>
        </p:txBody>
      </p:sp>
      <p:sp>
        <p:nvSpPr>
          <p:cNvPr id="16" name="Picture Placeholder 15">
            <a:extLst>
              <a:ext uri="{FF2B5EF4-FFF2-40B4-BE49-F238E27FC236}">
                <a16:creationId xmlns:a16="http://schemas.microsoft.com/office/drawing/2014/main" id="{06A16EC3-E042-9D3B-ABB3-350B46674C08}"/>
              </a:ext>
              <a:ext uri="{C183D7F6-B498-43B3-948B-1728B52AA6E4}">
                <adec:decorative xmlns:adec="http://schemas.microsoft.com/office/drawing/2017/decorative" val="1"/>
              </a:ext>
            </a:extLst>
          </p:cNvPr>
          <p:cNvSpPr>
            <a:spLocks noGrp="1"/>
          </p:cNvSpPr>
          <p:nvPr>
            <p:ph type="pic" sz="quarter" idx="10" hasCustomPrompt="1"/>
          </p:nvPr>
        </p:nvSpPr>
        <p:spPr>
          <a:xfrm>
            <a:off x="1" y="0"/>
            <a:ext cx="7936707" cy="2148840"/>
          </a:xfrm>
          <a:custGeom>
            <a:avLst/>
            <a:gdLst>
              <a:gd name="connsiteX0" fmla="*/ 0 w 7936707"/>
              <a:gd name="connsiteY0" fmla="*/ 0 h 2148840"/>
              <a:gd name="connsiteX1" fmla="*/ 7936707 w 7936707"/>
              <a:gd name="connsiteY1" fmla="*/ 0 h 2148840"/>
              <a:gd name="connsiteX2" fmla="*/ 7916112 w 7936707"/>
              <a:gd name="connsiteY2" fmla="*/ 152642 h 2148840"/>
              <a:gd name="connsiteX3" fmla="*/ 7772397 w 7936707"/>
              <a:gd name="connsiteY3" fmla="*/ 428627 h 2148840"/>
              <a:gd name="connsiteX4" fmla="*/ 7291388 w 7936707"/>
              <a:gd name="connsiteY4" fmla="*/ 645318 h 2148840"/>
              <a:gd name="connsiteX5" fmla="*/ 7292983 w 7936707"/>
              <a:gd name="connsiteY5" fmla="*/ 1076537 h 2148840"/>
              <a:gd name="connsiteX6" fmla="*/ 7179447 w 7936707"/>
              <a:gd name="connsiteY6" fmla="*/ 1084178 h 2148840"/>
              <a:gd name="connsiteX7" fmla="*/ 6527006 w 7936707"/>
              <a:gd name="connsiteY7" fmla="*/ 1400174 h 2148840"/>
              <a:gd name="connsiteX8" fmla="*/ 6241917 w 7936707"/>
              <a:gd name="connsiteY8" fmla="*/ 1943760 h 2148840"/>
              <a:gd name="connsiteX9" fmla="*/ 6220226 w 7936707"/>
              <a:gd name="connsiteY9" fmla="*/ 2148840 h 2148840"/>
              <a:gd name="connsiteX10" fmla="*/ 0 w 7936707"/>
              <a:gd name="connsiteY10" fmla="*/ 2148840 h 2148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936707" h="2148840">
                <a:moveTo>
                  <a:pt x="0" y="0"/>
                </a:moveTo>
                <a:lnTo>
                  <a:pt x="7936707" y="0"/>
                </a:lnTo>
                <a:lnTo>
                  <a:pt x="7916112" y="152642"/>
                </a:lnTo>
                <a:cubicBezTo>
                  <a:pt x="7880150" y="293192"/>
                  <a:pt x="7806627" y="394397"/>
                  <a:pt x="7772397" y="428627"/>
                </a:cubicBezTo>
                <a:cubicBezTo>
                  <a:pt x="7726757" y="474267"/>
                  <a:pt x="7599362" y="630237"/>
                  <a:pt x="7291388" y="645318"/>
                </a:cubicBezTo>
                <a:lnTo>
                  <a:pt x="7292983" y="1076537"/>
                </a:lnTo>
                <a:lnTo>
                  <a:pt x="7179447" y="1084178"/>
                </a:lnTo>
                <a:cubicBezTo>
                  <a:pt x="6913730" y="1115401"/>
                  <a:pt x="6694389" y="1234878"/>
                  <a:pt x="6527006" y="1400174"/>
                </a:cubicBezTo>
                <a:cubicBezTo>
                  <a:pt x="6383536" y="1541857"/>
                  <a:pt x="6283809" y="1737115"/>
                  <a:pt x="6241917" y="1943760"/>
                </a:cubicBezTo>
                <a:lnTo>
                  <a:pt x="6220226" y="2148840"/>
                </a:lnTo>
                <a:lnTo>
                  <a:pt x="0" y="2148840"/>
                </a:lnTo>
                <a:close/>
              </a:path>
            </a:pathLst>
          </a:custGeom>
        </p:spPr>
        <p:txBody>
          <a:bodyPr wrap="square" tIns="1371600" anchor="ctr">
            <a:noAutofit/>
          </a:bodyPr>
          <a:lstStyle>
            <a:lvl1pPr marL="0" indent="0" algn="ctr">
              <a:spcAft>
                <a:spcPts val="0"/>
              </a:spcAft>
              <a:buNone/>
              <a:defRPr sz="1400"/>
            </a:lvl1pPr>
          </a:lstStyle>
          <a:p>
            <a:r>
              <a:rPr lang="en-US"/>
              <a:t>Click icon to add picture</a:t>
            </a:r>
            <a:br>
              <a:rPr lang="en-US"/>
            </a:br>
            <a:r>
              <a:rPr lang="en-US"/>
              <a:t>[Reading order of this slide is failing currently as</a:t>
            </a:r>
            <a:br>
              <a:rPr lang="en-US"/>
            </a:br>
            <a:r>
              <a:rPr lang="en-US"/>
              <a:t>you need to either label your image decorative]</a:t>
            </a:r>
          </a:p>
        </p:txBody>
      </p:sp>
      <p:grpSp>
        <p:nvGrpSpPr>
          <p:cNvPr id="6" name="Group 5">
            <a:extLst>
              <a:ext uri="{FF2B5EF4-FFF2-40B4-BE49-F238E27FC236}">
                <a16:creationId xmlns:a16="http://schemas.microsoft.com/office/drawing/2014/main" id="{98028403-CA56-3044-0754-28BCEA1221EF}"/>
              </a:ext>
              <a:ext uri="{C183D7F6-B498-43B3-948B-1728B52AA6E4}">
                <adec:decorative xmlns:adec="http://schemas.microsoft.com/office/drawing/2017/decorative" val="1"/>
              </a:ext>
            </a:extLst>
          </p:cNvPr>
          <p:cNvGrpSpPr/>
          <p:nvPr userDrawn="1"/>
        </p:nvGrpSpPr>
        <p:grpSpPr>
          <a:xfrm>
            <a:off x="428623" y="0"/>
            <a:ext cx="7937782" cy="3816868"/>
            <a:chOff x="428623" y="0"/>
            <a:chExt cx="7937782" cy="3816868"/>
          </a:xfrm>
        </p:grpSpPr>
        <p:pic>
          <p:nvPicPr>
            <p:cNvPr id="10" name="Graphic 9">
              <a:extLst>
                <a:ext uri="{FF2B5EF4-FFF2-40B4-BE49-F238E27FC236}">
                  <a16:creationId xmlns:a16="http://schemas.microsoft.com/office/drawing/2014/main" id="{4BC43108-4F2C-DF07-1B76-A5BC51997213}"/>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flipH="1">
              <a:off x="428623" y="2280214"/>
              <a:ext cx="1536654" cy="1536654"/>
            </a:xfrm>
            <a:prstGeom prst="rect">
              <a:avLst/>
            </a:prstGeom>
          </p:spPr>
        </p:pic>
        <p:pic>
          <p:nvPicPr>
            <p:cNvPr id="3" name="Graphic 2">
              <a:extLst>
                <a:ext uri="{FF2B5EF4-FFF2-40B4-BE49-F238E27FC236}">
                  <a16:creationId xmlns:a16="http://schemas.microsoft.com/office/drawing/2014/main" id="{9FB87B71-100B-41E3-AFCA-8DDCC0E4D605}"/>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5400000" flipH="1">
              <a:off x="7291985" y="0"/>
              <a:ext cx="1074420" cy="1074420"/>
            </a:xfrm>
            <a:prstGeom prst="rect">
              <a:avLst/>
            </a:prstGeom>
          </p:spPr>
        </p:pic>
        <p:pic>
          <p:nvPicPr>
            <p:cNvPr id="4" name="Graphic 3">
              <a:extLst>
                <a:ext uri="{FF2B5EF4-FFF2-40B4-BE49-F238E27FC236}">
                  <a16:creationId xmlns:a16="http://schemas.microsoft.com/office/drawing/2014/main" id="{3C478359-C705-F6C2-2562-F7E6ECCBC5AC}"/>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5400000" flipV="1">
              <a:off x="6217565" y="1074420"/>
              <a:ext cx="1074420" cy="1074420"/>
            </a:xfrm>
            <a:prstGeom prst="rect">
              <a:avLst/>
            </a:prstGeom>
          </p:spPr>
        </p:pic>
      </p:grpSp>
    </p:spTree>
    <p:extLst>
      <p:ext uri="{BB962C8B-B14F-4D97-AF65-F5344CB8AC3E}">
        <p14:creationId xmlns:p14="http://schemas.microsoft.com/office/powerpoint/2010/main" val="2371318098"/>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Customer use cas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5" y="291451"/>
            <a:ext cx="10217944" cy="912315"/>
          </a:xfrm>
        </p:spPr>
        <p:txBody>
          <a:bodyPr/>
          <a:lstStyle>
            <a:lvl1pPr>
              <a:defRPr/>
            </a:lvl1pPr>
          </a:lstStyle>
          <a:p>
            <a:r>
              <a:rPr lang="en-US" noProof="0"/>
              <a:t>Customer Name or “Leading Company in Industry” 3</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428626" y="709990"/>
            <a:ext cx="10217944"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marL="0" marR="0" lvl="0" indent="0" algn="l" defTabSz="914400" rtl="0" eaLnBrk="1" fontAlgn="auto" latinLnBrk="0" hangingPunct="1">
              <a:lnSpc>
                <a:spcPct val="100000"/>
              </a:lnSpc>
              <a:spcBef>
                <a:spcPts val="0"/>
              </a:spcBef>
              <a:spcAft>
                <a:spcPts val="400"/>
              </a:spcAft>
              <a:buClr>
                <a:srgbClr val="FFFFFF"/>
              </a:buClr>
              <a:buSzPct val="100000"/>
              <a:buFont typeface="Arial" panose="020B0604020202020204" pitchFamily="34" charset="0"/>
              <a:buNone/>
              <a:tabLst/>
              <a:defRPr/>
            </a:pPr>
            <a:r>
              <a:rPr lang="en-US" noProof="0"/>
              <a:t>Project Name / Short Project Description</a:t>
            </a:r>
          </a:p>
        </p:txBody>
      </p:sp>
      <p:sp>
        <p:nvSpPr>
          <p:cNvPr id="20" name="Text Placeholder 19">
            <a:extLst>
              <a:ext uri="{FF2B5EF4-FFF2-40B4-BE49-F238E27FC236}">
                <a16:creationId xmlns:a16="http://schemas.microsoft.com/office/drawing/2014/main" id="{16E3656E-2604-07A1-7264-51DBED1E9925}"/>
              </a:ext>
            </a:extLst>
          </p:cNvPr>
          <p:cNvSpPr>
            <a:spLocks noGrp="1"/>
          </p:cNvSpPr>
          <p:nvPr>
            <p:ph type="body" sz="quarter" idx="43" hasCustomPrompt="1"/>
          </p:nvPr>
        </p:nvSpPr>
        <p:spPr>
          <a:xfrm>
            <a:off x="428624" y="1448539"/>
            <a:ext cx="11346324" cy="685800"/>
          </a:xfrm>
        </p:spPr>
        <p:txBody>
          <a:bodyPr/>
          <a:lstStyle>
            <a:lvl1pPr marL="0" indent="0">
              <a:buFontTx/>
              <a:buNone/>
              <a:defRPr sz="1400">
                <a:latin typeface="+mn-lt"/>
              </a:defRPr>
            </a:lvl1pPr>
            <a:lvl2pPr marL="228600" indent="0">
              <a:buFontTx/>
              <a:buNone/>
              <a:defRPr sz="1400">
                <a:latin typeface="+mn-lt"/>
              </a:defRPr>
            </a:lvl2pPr>
            <a:lvl3pPr marL="457200" indent="0">
              <a:buFontTx/>
              <a:buNone/>
              <a:defRPr sz="1400">
                <a:latin typeface="+mn-lt"/>
              </a:defRPr>
            </a:lvl3pPr>
            <a:lvl4pPr marL="685800" indent="0">
              <a:buFontTx/>
              <a:buNone/>
              <a:defRPr sz="1400">
                <a:latin typeface="+mn-lt"/>
              </a:defRPr>
            </a:lvl4pPr>
            <a:lvl5pPr>
              <a:buFontTx/>
              <a:buNone/>
              <a:defRPr sz="1400">
                <a:latin typeface="+mn-lt"/>
              </a:defRPr>
            </a:lvl5pPr>
          </a:lstStyle>
          <a:p>
            <a:pPr lvl="0"/>
            <a:r>
              <a:rPr lang="en-US"/>
              <a:t>Client description</a:t>
            </a:r>
          </a:p>
        </p:txBody>
      </p:sp>
      <p:sp>
        <p:nvSpPr>
          <p:cNvPr id="6" name="Text Placeholder 3">
            <a:extLst>
              <a:ext uri="{FF2B5EF4-FFF2-40B4-BE49-F238E27FC236}">
                <a16:creationId xmlns:a16="http://schemas.microsoft.com/office/drawing/2014/main" id="{F7CC7CBF-5CAC-89DF-85B0-F8F79253431F}"/>
              </a:ext>
            </a:extLst>
          </p:cNvPr>
          <p:cNvSpPr>
            <a:spLocks noGrp="1"/>
          </p:cNvSpPr>
          <p:nvPr>
            <p:ph type="body" sz="quarter" idx="21" hasCustomPrompt="1"/>
          </p:nvPr>
        </p:nvSpPr>
        <p:spPr>
          <a:xfrm>
            <a:off x="1059542" y="2273528"/>
            <a:ext cx="2935241" cy="548640"/>
          </a:xfrm>
        </p:spPr>
        <p:txBody>
          <a:bodyPr anchor="ctr"/>
          <a:lstStyle>
            <a:lvl1pPr marL="0" indent="0">
              <a:spcAft>
                <a:spcPts val="0"/>
              </a:spcAft>
              <a:buNone/>
              <a:defRPr sz="1800">
                <a:solidFill>
                  <a:schemeClr val="accent1"/>
                </a:solidFill>
                <a:latin typeface="+mj-lt"/>
              </a:defRPr>
            </a:lvl1pPr>
          </a:lstStyle>
          <a:p>
            <a:r>
              <a:rPr lang="en-IN"/>
              <a:t>Challenge</a:t>
            </a:r>
          </a:p>
        </p:txBody>
      </p:sp>
      <p:sp>
        <p:nvSpPr>
          <p:cNvPr id="12" name="Text Placeholder 11">
            <a:extLst>
              <a:ext uri="{FF2B5EF4-FFF2-40B4-BE49-F238E27FC236}">
                <a16:creationId xmlns:a16="http://schemas.microsoft.com/office/drawing/2014/main" id="{59890119-6112-A65C-5D5F-826D3A8F06E7}"/>
              </a:ext>
            </a:extLst>
          </p:cNvPr>
          <p:cNvSpPr>
            <a:spLocks noGrp="1"/>
          </p:cNvSpPr>
          <p:nvPr>
            <p:ph type="body" sz="quarter" idx="13" hasCustomPrompt="1"/>
          </p:nvPr>
        </p:nvSpPr>
        <p:spPr>
          <a:xfrm>
            <a:off x="428624" y="2904370"/>
            <a:ext cx="3566160" cy="3172580"/>
          </a:xfrm>
        </p:spPr>
        <p:txBody>
          <a:bodyPr lIns="0" tIns="73152" rIns="91440" bIns="45720"/>
          <a:lstStyle>
            <a:lvl1pPr>
              <a:defRPr sz="1400"/>
            </a:lvl1pPr>
            <a:lvl2pPr>
              <a:defRPr sz="1400"/>
            </a:lvl2pPr>
            <a:lvl3pPr>
              <a:defRPr sz="1400"/>
            </a:lvl3pPr>
            <a:lvl4pPr>
              <a:defRPr sz="1400"/>
            </a:lvl4pPr>
          </a:lstStyle>
          <a:p>
            <a:pPr lvl="0"/>
            <a:r>
              <a:rPr lang="en-US" noProof="0"/>
              <a:t>Level 01</a:t>
            </a:r>
          </a:p>
          <a:p>
            <a:pPr lvl="1"/>
            <a:r>
              <a:rPr lang="en-US" noProof="0"/>
              <a:t>Level 02</a:t>
            </a:r>
          </a:p>
          <a:p>
            <a:pPr lvl="2"/>
            <a:r>
              <a:rPr lang="en-US" noProof="0"/>
              <a:t>Level 03</a:t>
            </a:r>
          </a:p>
          <a:p>
            <a:pPr lvl="3"/>
            <a:r>
              <a:rPr lang="en-US" noProof="0"/>
              <a:t>Level 04</a:t>
            </a:r>
          </a:p>
        </p:txBody>
      </p:sp>
      <p:sp>
        <p:nvSpPr>
          <p:cNvPr id="4" name="Text Placeholder 3">
            <a:extLst>
              <a:ext uri="{FF2B5EF4-FFF2-40B4-BE49-F238E27FC236}">
                <a16:creationId xmlns:a16="http://schemas.microsoft.com/office/drawing/2014/main" id="{B299E64B-3AEF-5121-CC02-A5BF0E2C2E35}"/>
              </a:ext>
            </a:extLst>
          </p:cNvPr>
          <p:cNvSpPr>
            <a:spLocks noGrp="1"/>
          </p:cNvSpPr>
          <p:nvPr>
            <p:ph type="body" sz="quarter" idx="19" hasCustomPrompt="1"/>
          </p:nvPr>
        </p:nvSpPr>
        <p:spPr>
          <a:xfrm>
            <a:off x="4949625" y="2273528"/>
            <a:ext cx="2935241" cy="548640"/>
          </a:xfrm>
        </p:spPr>
        <p:txBody>
          <a:bodyPr anchor="ctr"/>
          <a:lstStyle>
            <a:lvl1pPr marL="0" indent="0">
              <a:spcAft>
                <a:spcPts val="0"/>
              </a:spcAft>
              <a:buNone/>
              <a:defRPr sz="1800">
                <a:solidFill>
                  <a:schemeClr val="accent1"/>
                </a:solidFill>
                <a:latin typeface="+mj-lt"/>
              </a:defRPr>
            </a:lvl1pPr>
          </a:lstStyle>
          <a:p>
            <a:r>
              <a:rPr lang="en-IN"/>
              <a:t>Solution</a:t>
            </a:r>
          </a:p>
        </p:txBody>
      </p:sp>
      <p:sp>
        <p:nvSpPr>
          <p:cNvPr id="16" name="Text Placeholder 11">
            <a:extLst>
              <a:ext uri="{FF2B5EF4-FFF2-40B4-BE49-F238E27FC236}">
                <a16:creationId xmlns:a16="http://schemas.microsoft.com/office/drawing/2014/main" id="{12B314BB-47D3-B217-085B-FF4087FD57ED}"/>
              </a:ext>
            </a:extLst>
          </p:cNvPr>
          <p:cNvSpPr>
            <a:spLocks noGrp="1"/>
          </p:cNvSpPr>
          <p:nvPr>
            <p:ph type="body" sz="quarter" idx="15" hasCustomPrompt="1"/>
          </p:nvPr>
        </p:nvSpPr>
        <p:spPr>
          <a:xfrm>
            <a:off x="4318707" y="2904370"/>
            <a:ext cx="3566160" cy="3172580"/>
          </a:xfrm>
        </p:spPr>
        <p:txBody>
          <a:bodyPr lIns="0" tIns="73152" rIns="91440" bIns="45720"/>
          <a:lstStyle>
            <a:lvl1pPr>
              <a:defRPr sz="1400"/>
            </a:lvl1pPr>
            <a:lvl2pPr>
              <a:defRPr sz="1400"/>
            </a:lvl2pPr>
            <a:lvl3pPr>
              <a:defRPr sz="1400"/>
            </a:lvl3pPr>
            <a:lvl4pPr>
              <a:defRPr sz="1400"/>
            </a:lvl4pPr>
          </a:lstStyle>
          <a:p>
            <a:pPr lvl="0"/>
            <a:r>
              <a:rPr lang="en-US" noProof="0"/>
              <a:t>Level 01</a:t>
            </a:r>
          </a:p>
          <a:p>
            <a:pPr lvl="1"/>
            <a:r>
              <a:rPr lang="en-US" noProof="0"/>
              <a:t>Level 02</a:t>
            </a:r>
          </a:p>
          <a:p>
            <a:pPr lvl="2"/>
            <a:r>
              <a:rPr lang="en-US" noProof="0"/>
              <a:t>Level 03</a:t>
            </a:r>
          </a:p>
          <a:p>
            <a:pPr lvl="3"/>
            <a:r>
              <a:rPr lang="en-US" noProof="0"/>
              <a:t>Level 04</a:t>
            </a:r>
          </a:p>
        </p:txBody>
      </p:sp>
      <p:sp>
        <p:nvSpPr>
          <p:cNvPr id="5" name="Text Placeholder 3">
            <a:extLst>
              <a:ext uri="{FF2B5EF4-FFF2-40B4-BE49-F238E27FC236}">
                <a16:creationId xmlns:a16="http://schemas.microsoft.com/office/drawing/2014/main" id="{7F70AEA1-0FFB-C5AB-EE1A-EBC0EB80289D}"/>
              </a:ext>
            </a:extLst>
          </p:cNvPr>
          <p:cNvSpPr>
            <a:spLocks noGrp="1"/>
          </p:cNvSpPr>
          <p:nvPr>
            <p:ph type="body" sz="quarter" idx="20" hasCustomPrompt="1"/>
          </p:nvPr>
        </p:nvSpPr>
        <p:spPr>
          <a:xfrm>
            <a:off x="8839708" y="2273528"/>
            <a:ext cx="2935241" cy="548640"/>
          </a:xfrm>
        </p:spPr>
        <p:txBody>
          <a:bodyPr anchor="ctr"/>
          <a:lstStyle>
            <a:lvl1pPr marL="0" indent="0">
              <a:spcAft>
                <a:spcPts val="0"/>
              </a:spcAft>
              <a:buNone/>
              <a:defRPr sz="1800">
                <a:solidFill>
                  <a:schemeClr val="accent1"/>
                </a:solidFill>
                <a:latin typeface="+mj-lt"/>
              </a:defRPr>
            </a:lvl1pPr>
          </a:lstStyle>
          <a:p>
            <a:r>
              <a:rPr lang="en-IN"/>
              <a:t>Business benefits</a:t>
            </a:r>
          </a:p>
        </p:txBody>
      </p:sp>
      <p:sp>
        <p:nvSpPr>
          <p:cNvPr id="18" name="Text Placeholder 11">
            <a:extLst>
              <a:ext uri="{FF2B5EF4-FFF2-40B4-BE49-F238E27FC236}">
                <a16:creationId xmlns:a16="http://schemas.microsoft.com/office/drawing/2014/main" id="{56A08DAB-4054-6D4C-0D9A-23E95A1C1CD2}"/>
              </a:ext>
            </a:extLst>
          </p:cNvPr>
          <p:cNvSpPr>
            <a:spLocks noGrp="1"/>
          </p:cNvSpPr>
          <p:nvPr>
            <p:ph type="body" sz="quarter" idx="17" hasCustomPrompt="1"/>
          </p:nvPr>
        </p:nvSpPr>
        <p:spPr>
          <a:xfrm>
            <a:off x="8208790" y="2904370"/>
            <a:ext cx="3566160" cy="3172580"/>
          </a:xfrm>
        </p:spPr>
        <p:txBody>
          <a:bodyPr lIns="0" tIns="73152" rIns="91440" bIns="45720"/>
          <a:lstStyle>
            <a:lvl1pPr>
              <a:defRPr sz="1400"/>
            </a:lvl1pPr>
            <a:lvl2pPr>
              <a:defRPr sz="1400"/>
            </a:lvl2pPr>
            <a:lvl3pPr>
              <a:defRPr sz="1400"/>
            </a:lvl3pPr>
            <a:lvl4pPr>
              <a:defRPr sz="1400"/>
            </a:lvl4pPr>
          </a:lstStyle>
          <a:p>
            <a:pPr lvl="0"/>
            <a:r>
              <a:rPr lang="en-US" noProof="0"/>
              <a:t>Level 01</a:t>
            </a:r>
          </a:p>
          <a:p>
            <a:pPr lvl="1"/>
            <a:r>
              <a:rPr lang="en-US" noProof="0"/>
              <a:t>Level 02</a:t>
            </a:r>
          </a:p>
          <a:p>
            <a:pPr lvl="2"/>
            <a:r>
              <a:rPr lang="en-US" noProof="0"/>
              <a:t>Level 03</a:t>
            </a:r>
          </a:p>
          <a:p>
            <a:pPr lvl="3"/>
            <a:r>
              <a:rPr lang="en-US" noProof="0"/>
              <a:t>Level 04</a:t>
            </a:r>
          </a:p>
        </p:txBody>
      </p:sp>
      <p:sp>
        <p:nvSpPr>
          <p:cNvPr id="3" name="Slide Number Placeholder 5">
            <a:extLst>
              <a:ext uri="{FF2B5EF4-FFF2-40B4-BE49-F238E27FC236}">
                <a16:creationId xmlns:a16="http://schemas.microsoft.com/office/drawing/2014/main" id="{86B26CC1-EC68-EFF1-594A-E7D62DC165B8}"/>
              </a:ext>
            </a:extLst>
          </p:cNvPr>
          <p:cNvSpPr>
            <a:spLocks noGrp="1"/>
          </p:cNvSpPr>
          <p:nvPr userDrawn="1">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en-US" noProof="0" smtClean="0"/>
              <a:pPr/>
              <a:t>‹N°›</a:t>
            </a:fld>
            <a:endParaRPr lang="en-US" noProof="0"/>
          </a:p>
        </p:txBody>
      </p:sp>
      <p:sp>
        <p:nvSpPr>
          <p:cNvPr id="19" name="internal use only">
            <a:extLst>
              <a:ext uri="{FF2B5EF4-FFF2-40B4-BE49-F238E27FC236}">
                <a16:creationId xmlns:a16="http://schemas.microsoft.com/office/drawing/2014/main" id="{01155420-5447-22ED-0B97-FFAF06EAB069}"/>
              </a:ext>
            </a:extLst>
          </p:cNvPr>
          <p:cNvSpPr txBox="1"/>
          <p:nvPr userDrawn="1"/>
        </p:nvSpPr>
        <p:spPr>
          <a:xfrm>
            <a:off x="4789859" y="6347606"/>
            <a:ext cx="1371600" cy="276999"/>
          </a:xfrm>
          <a:prstGeom prst="rect">
            <a:avLst/>
          </a:prstGeom>
          <a:solidFill>
            <a:schemeClr val="accent3"/>
          </a:solidFill>
          <a:ln>
            <a:noFill/>
          </a:ln>
        </p:spPr>
        <p:txBody>
          <a:bodyPr wrap="square" lIns="45720" tIns="45720" rIns="45720" bIns="45720" rtlCol="0" anchor="ctr">
            <a:spAutoFit/>
          </a:bodyPr>
          <a:lstStyle>
            <a:defPPr>
              <a:defRPr lang="en-US"/>
            </a:defPPr>
            <a:lvl1pPr marR="0" lvl="0" indent="0" algn="ctr" fontAlgn="auto">
              <a:lnSpc>
                <a:spcPct val="100000"/>
              </a:lnSpc>
              <a:spcBef>
                <a:spcPts val="0"/>
              </a:spcBef>
              <a:spcAft>
                <a:spcPts val="0"/>
              </a:spcAft>
              <a:buClrTx/>
              <a:buSzTx/>
              <a:buFontTx/>
              <a:buNone/>
              <a:tabLst/>
              <a:defRPr sz="1200">
                <a:solidFill>
                  <a:srgbClr val="FFFFFF"/>
                </a:solidFill>
              </a:defRPr>
            </a:lvl1pPr>
          </a:lstStyle>
          <a:p>
            <a:r>
              <a:rPr lang="en-US">
                <a:solidFill>
                  <a:schemeClr val="bg1"/>
                </a:solidFill>
              </a:rPr>
              <a:t>Atos Portfolio L1</a:t>
            </a:r>
          </a:p>
        </p:txBody>
      </p:sp>
      <p:sp>
        <p:nvSpPr>
          <p:cNvPr id="21" name="internal use only">
            <a:extLst>
              <a:ext uri="{FF2B5EF4-FFF2-40B4-BE49-F238E27FC236}">
                <a16:creationId xmlns:a16="http://schemas.microsoft.com/office/drawing/2014/main" id="{028F9F4E-5FDF-D2FA-E8CF-E280BC09AD98}"/>
              </a:ext>
            </a:extLst>
          </p:cNvPr>
          <p:cNvSpPr txBox="1"/>
          <p:nvPr userDrawn="1"/>
        </p:nvSpPr>
        <p:spPr>
          <a:xfrm>
            <a:off x="6263056" y="6347604"/>
            <a:ext cx="2153208" cy="276999"/>
          </a:xfrm>
          <a:prstGeom prst="rect">
            <a:avLst/>
          </a:prstGeom>
          <a:solidFill>
            <a:schemeClr val="accent1"/>
          </a:solidFill>
          <a:ln>
            <a:noFill/>
          </a:ln>
        </p:spPr>
        <p:txBody>
          <a:bodyPr wrap="square" lIns="45720" tIns="45720" rIns="45720" bIns="4572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a:solidFill>
                  <a:schemeClr val="bg1"/>
                </a:solidFill>
              </a:rPr>
              <a:t>Atos Portfolio L2 (optional)</a:t>
            </a:r>
            <a:endParaRPr kumimoji="0" lang="en-US" sz="1200" b="0" i="0" u="none" strike="noStrike" kern="1200" cap="none" spc="0" normalizeH="0" baseline="0" noProof="0">
              <a:ln>
                <a:noFill/>
              </a:ln>
              <a:solidFill>
                <a:schemeClr val="bg1"/>
              </a:solidFill>
              <a:effectLst/>
              <a:uLnTx/>
              <a:uFillTx/>
              <a:ea typeface="+mn-ea"/>
              <a:cs typeface="+mn-cs"/>
            </a:endParaRPr>
          </a:p>
        </p:txBody>
      </p:sp>
      <p:sp>
        <p:nvSpPr>
          <p:cNvPr id="22" name="internal use only">
            <a:extLst>
              <a:ext uri="{FF2B5EF4-FFF2-40B4-BE49-F238E27FC236}">
                <a16:creationId xmlns:a16="http://schemas.microsoft.com/office/drawing/2014/main" id="{F33C5A73-D06E-7E4A-D948-24044C841C39}"/>
              </a:ext>
            </a:extLst>
          </p:cNvPr>
          <p:cNvSpPr txBox="1"/>
          <p:nvPr userDrawn="1"/>
        </p:nvSpPr>
        <p:spPr>
          <a:xfrm>
            <a:off x="8517861" y="6339094"/>
            <a:ext cx="1371600" cy="276999"/>
          </a:xfrm>
          <a:prstGeom prst="rect">
            <a:avLst/>
          </a:prstGeom>
          <a:noFill/>
          <a:ln w="12700">
            <a:solidFill>
              <a:schemeClr val="accent3"/>
            </a:solidFill>
          </a:ln>
        </p:spPr>
        <p:txBody>
          <a:bodyPr wrap="square" lIns="45720" tIns="45720" rIns="45720" bIns="4572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accent3"/>
                </a:solidFill>
                <a:effectLst/>
                <a:uLnTx/>
                <a:uFillTx/>
                <a:latin typeface="+mn-lt"/>
                <a:ea typeface="+mn-ea"/>
                <a:cs typeface="+mn-cs"/>
              </a:rPr>
              <a:t>External use  </a:t>
            </a:r>
          </a:p>
        </p:txBody>
      </p:sp>
      <p:grpSp>
        <p:nvGrpSpPr>
          <p:cNvPr id="10" name="Group 9">
            <a:extLst>
              <a:ext uri="{FF2B5EF4-FFF2-40B4-BE49-F238E27FC236}">
                <a16:creationId xmlns:a16="http://schemas.microsoft.com/office/drawing/2014/main" id="{B775A699-A18D-BB21-EF78-E5C6F2A0665E}"/>
              </a:ext>
              <a:ext uri="{C183D7F6-B498-43B3-948B-1728B52AA6E4}">
                <adec:decorative xmlns:adec="http://schemas.microsoft.com/office/drawing/2017/decorative" val="1"/>
              </a:ext>
            </a:extLst>
          </p:cNvPr>
          <p:cNvGrpSpPr/>
          <p:nvPr userDrawn="1"/>
        </p:nvGrpSpPr>
        <p:grpSpPr>
          <a:xfrm>
            <a:off x="4153852" y="2273528"/>
            <a:ext cx="3892977" cy="3803422"/>
            <a:chOff x="4153852" y="1446213"/>
            <a:chExt cx="3892977" cy="4630737"/>
          </a:xfrm>
        </p:grpSpPr>
        <p:cxnSp>
          <p:nvCxnSpPr>
            <p:cNvPr id="7" name="Straight Connector 6">
              <a:extLst>
                <a:ext uri="{FF2B5EF4-FFF2-40B4-BE49-F238E27FC236}">
                  <a16:creationId xmlns:a16="http://schemas.microsoft.com/office/drawing/2014/main" id="{8055F457-6C59-9205-5BC8-37A6E312F763}"/>
                </a:ext>
                <a:ext uri="{C183D7F6-B498-43B3-948B-1728B52AA6E4}">
                  <adec:decorative xmlns:adec="http://schemas.microsoft.com/office/drawing/2017/decorative" val="1"/>
                </a:ext>
              </a:extLst>
            </p:cNvPr>
            <p:cNvCxnSpPr>
              <a:cxnSpLocks/>
            </p:cNvCxnSpPr>
            <p:nvPr userDrawn="1"/>
          </p:nvCxnSpPr>
          <p:spPr>
            <a:xfrm>
              <a:off x="4153852" y="1446213"/>
              <a:ext cx="0" cy="4630737"/>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28317E02-C121-6BA0-DE8E-02D7575D7C7C}"/>
                </a:ext>
                <a:ext uri="{C183D7F6-B498-43B3-948B-1728B52AA6E4}">
                  <adec:decorative xmlns:adec="http://schemas.microsoft.com/office/drawing/2017/decorative" val="1"/>
                </a:ext>
              </a:extLst>
            </p:cNvPr>
            <p:cNvCxnSpPr>
              <a:cxnSpLocks/>
            </p:cNvCxnSpPr>
            <p:nvPr userDrawn="1"/>
          </p:nvCxnSpPr>
          <p:spPr>
            <a:xfrm>
              <a:off x="8046829" y="1446213"/>
              <a:ext cx="0" cy="4630737"/>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grpSp>
      <p:sp>
        <p:nvSpPr>
          <p:cNvPr id="13" name="Picture Placeholder 12">
            <a:extLst>
              <a:ext uri="{FF2B5EF4-FFF2-40B4-BE49-F238E27FC236}">
                <a16:creationId xmlns:a16="http://schemas.microsoft.com/office/drawing/2014/main" id="{A3671B79-3EC2-65ED-38A8-41F17F6B9984}"/>
              </a:ext>
              <a:ext uri="{C183D7F6-B498-43B3-948B-1728B52AA6E4}">
                <adec:decorative xmlns:adec="http://schemas.microsoft.com/office/drawing/2017/decorative" val="1"/>
              </a:ext>
            </a:extLst>
          </p:cNvPr>
          <p:cNvSpPr>
            <a:spLocks noGrp="1"/>
          </p:cNvSpPr>
          <p:nvPr userDrawn="1">
            <p:ph type="pic" sz="quarter" idx="42" hasCustomPrompt="1"/>
          </p:nvPr>
        </p:nvSpPr>
        <p:spPr>
          <a:xfrm>
            <a:off x="10731500" y="291451"/>
            <a:ext cx="1033272" cy="912315"/>
          </a:xfrm>
        </p:spPr>
        <p:txBody>
          <a:bodyPr bIns="18288" anchor="b"/>
          <a:lstStyle>
            <a:lvl1pPr marL="0" indent="0" algn="ctr">
              <a:buNone/>
              <a:defRPr sz="1100"/>
            </a:lvl1pPr>
          </a:lstStyle>
          <a:p>
            <a:r>
              <a:rPr lang="en-US"/>
              <a:t>Click icon to add logo</a:t>
            </a:r>
          </a:p>
        </p:txBody>
      </p:sp>
      <p:grpSp>
        <p:nvGrpSpPr>
          <p:cNvPr id="17" name="Group 16">
            <a:extLst>
              <a:ext uri="{FF2B5EF4-FFF2-40B4-BE49-F238E27FC236}">
                <a16:creationId xmlns:a16="http://schemas.microsoft.com/office/drawing/2014/main" id="{109FA632-2867-FF12-3F3B-EF231A97B567}"/>
              </a:ext>
              <a:ext uri="{C183D7F6-B498-43B3-948B-1728B52AA6E4}">
                <adec:decorative xmlns:adec="http://schemas.microsoft.com/office/drawing/2017/decorative" val="1"/>
              </a:ext>
            </a:extLst>
          </p:cNvPr>
          <p:cNvGrpSpPr/>
          <p:nvPr userDrawn="1"/>
        </p:nvGrpSpPr>
        <p:grpSpPr>
          <a:xfrm>
            <a:off x="324627" y="2152824"/>
            <a:ext cx="8520069" cy="751546"/>
            <a:chOff x="324627" y="2152824"/>
            <a:chExt cx="8520069" cy="751546"/>
          </a:xfrm>
        </p:grpSpPr>
        <p:pic>
          <p:nvPicPr>
            <p:cNvPr id="11" name="Image 25" descr="Une image contenant Graphique, symbole, logo, cercle&#10;&#10;Description générée automatiquement">
              <a:extLst>
                <a:ext uri="{FF2B5EF4-FFF2-40B4-BE49-F238E27FC236}">
                  <a16:creationId xmlns:a16="http://schemas.microsoft.com/office/drawing/2014/main" id="{4193AB0D-E43A-4E8F-0DC6-7A92C372BE0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132590" y="2192264"/>
              <a:ext cx="712106" cy="712106"/>
            </a:xfrm>
            <a:prstGeom prst="rect">
              <a:avLst/>
            </a:prstGeom>
          </p:spPr>
        </p:pic>
        <p:pic>
          <p:nvPicPr>
            <p:cNvPr id="14" name="Image 27" descr="Une image contenant Graphique, symbole, logo, Police&#10;&#10;Description générée automatiquement">
              <a:extLst>
                <a:ext uri="{FF2B5EF4-FFF2-40B4-BE49-F238E27FC236}">
                  <a16:creationId xmlns:a16="http://schemas.microsoft.com/office/drawing/2014/main" id="{0968E7AA-E813-3568-2FA4-2B71A09604A5}"/>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4228298" y="2169404"/>
              <a:ext cx="712106" cy="712106"/>
            </a:xfrm>
            <a:prstGeom prst="rect">
              <a:avLst/>
            </a:prstGeom>
          </p:spPr>
        </p:pic>
        <p:pic>
          <p:nvPicPr>
            <p:cNvPr id="15" name="Image 29" descr="Une image contenant Graphique, symbole, Police, graphisme&#10;&#10;Description générée automatiquement">
              <a:extLst>
                <a:ext uri="{FF2B5EF4-FFF2-40B4-BE49-F238E27FC236}">
                  <a16:creationId xmlns:a16="http://schemas.microsoft.com/office/drawing/2014/main" id="{7F86DC0E-1477-1A82-B5C3-6B6A2C31CB4F}"/>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324627" y="2152824"/>
              <a:ext cx="712106" cy="710331"/>
            </a:xfrm>
            <a:prstGeom prst="rect">
              <a:avLst/>
            </a:prstGeom>
          </p:spPr>
        </p:pic>
      </p:grpSp>
    </p:spTree>
    <p:extLst>
      <p:ext uri="{BB962C8B-B14F-4D97-AF65-F5344CB8AC3E}">
        <p14:creationId xmlns:p14="http://schemas.microsoft.com/office/powerpoint/2010/main" val="2468881939"/>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CV">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B0EEAF6F-C479-0460-933D-9A1AE8B05440}"/>
              </a:ext>
              <a:ext uri="{C183D7F6-B498-43B3-948B-1728B52AA6E4}">
                <adec:decorative xmlns:adec="http://schemas.microsoft.com/office/drawing/2017/decorative" val="1"/>
              </a:ext>
            </a:extLst>
          </p:cNvPr>
          <p:cNvGrpSpPr/>
          <p:nvPr userDrawn="1"/>
        </p:nvGrpSpPr>
        <p:grpSpPr>
          <a:xfrm>
            <a:off x="0" y="0"/>
            <a:ext cx="12192000" cy="2235997"/>
            <a:chOff x="0" y="0"/>
            <a:chExt cx="12192000" cy="2235997"/>
          </a:xfrm>
        </p:grpSpPr>
        <p:sp>
          <p:nvSpPr>
            <p:cNvPr id="8" name="Rectangle 7">
              <a:extLst>
                <a:ext uri="{FF2B5EF4-FFF2-40B4-BE49-F238E27FC236}">
                  <a16:creationId xmlns:a16="http://schemas.microsoft.com/office/drawing/2014/main" id="{E9A78271-D975-392F-26ED-9AF02A595AA3}"/>
                </a:ext>
                <a:ext uri="{C183D7F6-B498-43B3-948B-1728B52AA6E4}">
                  <adec:decorative xmlns:adec="http://schemas.microsoft.com/office/drawing/2017/decorative" val="1"/>
                </a:ext>
              </a:extLst>
            </p:cNvPr>
            <p:cNvSpPr>
              <a:spLocks/>
            </p:cNvSpPr>
            <p:nvPr userDrawn="1"/>
          </p:nvSpPr>
          <p:spPr>
            <a:xfrm>
              <a:off x="0" y="0"/>
              <a:ext cx="12192000" cy="1147746"/>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grpSp>
          <p:nvGrpSpPr>
            <p:cNvPr id="14" name="Group 13">
              <a:extLst>
                <a:ext uri="{FF2B5EF4-FFF2-40B4-BE49-F238E27FC236}">
                  <a16:creationId xmlns:a16="http://schemas.microsoft.com/office/drawing/2014/main" id="{87EF5BB1-9EC5-C075-5CF1-D55B8363DFE7}"/>
                </a:ext>
                <a:ext uri="{C183D7F6-B498-43B3-948B-1728B52AA6E4}">
                  <adec:decorative xmlns:adec="http://schemas.microsoft.com/office/drawing/2017/decorative" val="1"/>
                </a:ext>
              </a:extLst>
            </p:cNvPr>
            <p:cNvGrpSpPr/>
            <p:nvPr userDrawn="1"/>
          </p:nvGrpSpPr>
          <p:grpSpPr>
            <a:xfrm>
              <a:off x="436910" y="61381"/>
              <a:ext cx="2174616" cy="2174616"/>
              <a:chOff x="428625" y="688572"/>
              <a:chExt cx="5398972" cy="5398972"/>
            </a:xfrm>
          </p:grpSpPr>
          <p:sp>
            <p:nvSpPr>
              <p:cNvPr id="10" name="Graphic 12">
                <a:extLst>
                  <a:ext uri="{FF2B5EF4-FFF2-40B4-BE49-F238E27FC236}">
                    <a16:creationId xmlns:a16="http://schemas.microsoft.com/office/drawing/2014/main" id="{867E329A-F569-FD2D-40BC-C949E9EC7C6C}"/>
                  </a:ext>
                  <a:ext uri="{C183D7F6-B498-43B3-948B-1728B52AA6E4}">
                    <adec:decorative xmlns:adec="http://schemas.microsoft.com/office/drawing/2017/decorative" val="1"/>
                  </a:ext>
                </a:extLst>
              </p:cNvPr>
              <p:cNvSpPr/>
              <p:nvPr/>
            </p:nvSpPr>
            <p:spPr>
              <a:xfrm rot="5400000">
                <a:off x="3128111" y="688572"/>
                <a:ext cx="2699486" cy="2699486"/>
              </a:xfrm>
              <a:custGeom>
                <a:avLst/>
                <a:gdLst>
                  <a:gd name="connsiteX0" fmla="*/ 0 w 2699486"/>
                  <a:gd name="connsiteY0" fmla="*/ 2699486 h 2699486"/>
                  <a:gd name="connsiteX1" fmla="*/ 1094417 w 2699486"/>
                  <a:gd name="connsiteY1" fmla="*/ 2699486 h 2699486"/>
                  <a:gd name="connsiteX2" fmla="*/ 2699486 w 2699486"/>
                  <a:gd name="connsiteY2" fmla="*/ 1094417 h 2699486"/>
                  <a:gd name="connsiteX3" fmla="*/ 2699486 w 2699486"/>
                  <a:gd name="connsiteY3" fmla="*/ 0 h 2699486"/>
                  <a:gd name="connsiteX4" fmla="*/ 0 w 2699486"/>
                  <a:gd name="connsiteY4" fmla="*/ 2699486 h 26994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99486" h="2699486">
                    <a:moveTo>
                      <a:pt x="0" y="2699486"/>
                    </a:moveTo>
                    <a:lnTo>
                      <a:pt x="1094417" y="2699486"/>
                    </a:lnTo>
                    <a:cubicBezTo>
                      <a:pt x="1094417" y="1814505"/>
                      <a:pt x="1814505" y="1094417"/>
                      <a:pt x="2699486" y="1094417"/>
                    </a:cubicBezTo>
                    <a:lnTo>
                      <a:pt x="2699486" y="0"/>
                    </a:lnTo>
                    <a:cubicBezTo>
                      <a:pt x="1210944" y="0"/>
                      <a:pt x="0" y="1210944"/>
                      <a:pt x="0" y="2699486"/>
                    </a:cubicBezTo>
                  </a:path>
                </a:pathLst>
              </a:custGeom>
              <a:solidFill>
                <a:schemeClr val="accent2"/>
              </a:solidFill>
              <a:ln w="2246" cap="flat">
                <a:noFill/>
                <a:prstDash val="solid"/>
                <a:miter/>
              </a:ln>
            </p:spPr>
            <p:txBody>
              <a:bodyPr rtlCol="0" anchor="ctr"/>
              <a:lstStyle/>
              <a:p>
                <a:endParaRPr lang="en-US" noProof="0"/>
              </a:p>
            </p:txBody>
          </p:sp>
          <p:sp>
            <p:nvSpPr>
              <p:cNvPr id="11" name="Graphic 11">
                <a:extLst>
                  <a:ext uri="{FF2B5EF4-FFF2-40B4-BE49-F238E27FC236}">
                    <a16:creationId xmlns:a16="http://schemas.microsoft.com/office/drawing/2014/main" id="{DDD74B7C-D695-9400-9632-BD81C62538EB}"/>
                  </a:ext>
                  <a:ext uri="{C183D7F6-B498-43B3-948B-1728B52AA6E4}">
                    <adec:decorative xmlns:adec="http://schemas.microsoft.com/office/drawing/2017/decorative" val="1"/>
                  </a:ext>
                </a:extLst>
              </p:cNvPr>
              <p:cNvSpPr/>
              <p:nvPr/>
            </p:nvSpPr>
            <p:spPr>
              <a:xfrm rot="16200000">
                <a:off x="428625" y="3388058"/>
                <a:ext cx="2699486" cy="2699486"/>
              </a:xfrm>
              <a:custGeom>
                <a:avLst/>
                <a:gdLst>
                  <a:gd name="connsiteX0" fmla="*/ 0 w 2699486"/>
                  <a:gd name="connsiteY0" fmla="*/ 2699486 h 2699486"/>
                  <a:gd name="connsiteX1" fmla="*/ 1094417 w 2699486"/>
                  <a:gd name="connsiteY1" fmla="*/ 2699486 h 2699486"/>
                  <a:gd name="connsiteX2" fmla="*/ 2699486 w 2699486"/>
                  <a:gd name="connsiteY2" fmla="*/ 1094417 h 2699486"/>
                  <a:gd name="connsiteX3" fmla="*/ 2699486 w 2699486"/>
                  <a:gd name="connsiteY3" fmla="*/ 0 h 2699486"/>
                  <a:gd name="connsiteX4" fmla="*/ 0 w 2699486"/>
                  <a:gd name="connsiteY4" fmla="*/ 2699486 h 26994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99486" h="2699486">
                    <a:moveTo>
                      <a:pt x="0" y="2699486"/>
                    </a:moveTo>
                    <a:lnTo>
                      <a:pt x="1094417" y="2699486"/>
                    </a:lnTo>
                    <a:cubicBezTo>
                      <a:pt x="1094417" y="1814505"/>
                      <a:pt x="1814505" y="1094417"/>
                      <a:pt x="2699486" y="1094417"/>
                    </a:cubicBezTo>
                    <a:lnTo>
                      <a:pt x="2699486" y="0"/>
                    </a:lnTo>
                    <a:cubicBezTo>
                      <a:pt x="1210944" y="0"/>
                      <a:pt x="0" y="1210944"/>
                      <a:pt x="0" y="2699486"/>
                    </a:cubicBezTo>
                  </a:path>
                </a:pathLst>
              </a:custGeom>
              <a:solidFill>
                <a:schemeClr val="accent1"/>
              </a:solidFill>
              <a:ln w="2246" cap="flat">
                <a:noFill/>
                <a:prstDash val="solid"/>
                <a:miter/>
              </a:ln>
            </p:spPr>
            <p:txBody>
              <a:bodyPr rtlCol="0" anchor="ctr"/>
              <a:lstStyle/>
              <a:p>
                <a:endParaRPr lang="en-US" noProof="0"/>
              </a:p>
            </p:txBody>
          </p:sp>
        </p:grpSp>
      </p:grpSp>
      <p:sp>
        <p:nvSpPr>
          <p:cNvPr id="3" name="Title 2">
            <a:extLst>
              <a:ext uri="{FF2B5EF4-FFF2-40B4-BE49-F238E27FC236}">
                <a16:creationId xmlns:a16="http://schemas.microsoft.com/office/drawing/2014/main" id="{AC6A2842-98CF-DBDF-5B71-0947B0AD63D5}"/>
              </a:ext>
            </a:extLst>
          </p:cNvPr>
          <p:cNvSpPr>
            <a:spLocks noGrp="1"/>
          </p:cNvSpPr>
          <p:nvPr>
            <p:ph type="title" hasCustomPrompt="1"/>
          </p:nvPr>
        </p:nvSpPr>
        <p:spPr>
          <a:xfrm>
            <a:off x="2772016" y="216497"/>
            <a:ext cx="7124338" cy="387705"/>
          </a:xfrm>
        </p:spPr>
        <p:txBody>
          <a:bodyPr/>
          <a:lstStyle>
            <a:lvl1pPr>
              <a:defRPr sz="2400">
                <a:solidFill>
                  <a:schemeClr val="bg1"/>
                </a:solidFill>
              </a:defRPr>
            </a:lvl1pPr>
          </a:lstStyle>
          <a:p>
            <a:r>
              <a:rPr lang="en-US" noProof="0"/>
              <a:t>Click to enter consultant’s name</a:t>
            </a:r>
          </a:p>
        </p:txBody>
      </p:sp>
      <p:sp>
        <p:nvSpPr>
          <p:cNvPr id="27" name="Text Placeholder 26">
            <a:extLst>
              <a:ext uri="{FF2B5EF4-FFF2-40B4-BE49-F238E27FC236}">
                <a16:creationId xmlns:a16="http://schemas.microsoft.com/office/drawing/2014/main" id="{5C537275-6DEE-641D-F9A0-865D8402FAC1}"/>
              </a:ext>
            </a:extLst>
          </p:cNvPr>
          <p:cNvSpPr>
            <a:spLocks noGrp="1"/>
          </p:cNvSpPr>
          <p:nvPr>
            <p:ph type="body" sz="quarter" idx="29" hasCustomPrompt="1"/>
          </p:nvPr>
        </p:nvSpPr>
        <p:spPr>
          <a:xfrm>
            <a:off x="2772017" y="607046"/>
            <a:ext cx="7124338" cy="414511"/>
          </a:xfrm>
        </p:spPr>
        <p:txBody>
          <a:bodyPr anchor="t"/>
          <a:lstStyle>
            <a:lvl1pPr marL="0" indent="0">
              <a:buNone/>
              <a:defRPr sz="1800">
                <a:solidFill>
                  <a:srgbClr val="3DC7FF"/>
                </a:solidFill>
                <a:latin typeface="+mj-lt"/>
              </a:defRPr>
            </a:lvl1pPr>
          </a:lstStyle>
          <a:p>
            <a:pPr lvl="0"/>
            <a:r>
              <a:rPr lang="en-US" noProof="0"/>
              <a:t>Click to enter role</a:t>
            </a:r>
          </a:p>
        </p:txBody>
      </p:sp>
      <p:sp>
        <p:nvSpPr>
          <p:cNvPr id="2" name="Text Placeholder 26">
            <a:extLst>
              <a:ext uri="{FF2B5EF4-FFF2-40B4-BE49-F238E27FC236}">
                <a16:creationId xmlns:a16="http://schemas.microsoft.com/office/drawing/2014/main" id="{7084BAAC-A14B-0D20-2A26-C8D646B16BBA}"/>
              </a:ext>
            </a:extLst>
          </p:cNvPr>
          <p:cNvSpPr>
            <a:spLocks noGrp="1"/>
          </p:cNvSpPr>
          <p:nvPr>
            <p:ph type="body" sz="quarter" idx="48" hasCustomPrompt="1"/>
          </p:nvPr>
        </p:nvSpPr>
        <p:spPr>
          <a:xfrm>
            <a:off x="10053638" y="257175"/>
            <a:ext cx="893735" cy="285130"/>
          </a:xfrm>
        </p:spPr>
        <p:txBody>
          <a:bodyPr anchor="ctr"/>
          <a:lstStyle>
            <a:lvl1pPr marL="0" indent="0" algn="r">
              <a:buNone/>
              <a:defRPr lang="en-US" sz="1200" b="0" kern="1200" noProof="0" dirty="0">
                <a:solidFill>
                  <a:schemeClr val="accent2"/>
                </a:solidFill>
                <a:latin typeface="+mj-lt"/>
                <a:ea typeface="MS PGothic" pitchFamily="34" charset="-128"/>
                <a:cs typeface="+mn-cs"/>
              </a:defRPr>
            </a:lvl1pPr>
          </a:lstStyle>
          <a:p>
            <a:pPr lvl="0"/>
            <a:r>
              <a:rPr lang="en-US" noProof="0"/>
              <a:t>Country:</a:t>
            </a:r>
          </a:p>
        </p:txBody>
      </p:sp>
      <p:sp>
        <p:nvSpPr>
          <p:cNvPr id="46" name="Text Placeholder 45">
            <a:extLst>
              <a:ext uri="{FF2B5EF4-FFF2-40B4-BE49-F238E27FC236}">
                <a16:creationId xmlns:a16="http://schemas.microsoft.com/office/drawing/2014/main" id="{0EB4AB2E-8AF8-1890-41F0-FE1A716E06B2}"/>
              </a:ext>
            </a:extLst>
          </p:cNvPr>
          <p:cNvSpPr>
            <a:spLocks noGrp="1"/>
          </p:cNvSpPr>
          <p:nvPr>
            <p:ph type="body" sz="quarter" idx="38" hasCustomPrompt="1"/>
          </p:nvPr>
        </p:nvSpPr>
        <p:spPr>
          <a:xfrm>
            <a:off x="10991850" y="257175"/>
            <a:ext cx="771947" cy="285130"/>
          </a:xfrm>
        </p:spPr>
        <p:txBody>
          <a:bodyPr anchor="ctr"/>
          <a:lstStyle>
            <a:lvl1pPr marL="0" indent="0" algn="r">
              <a:buNone/>
              <a:defRPr sz="1200">
                <a:solidFill>
                  <a:schemeClr val="bg1"/>
                </a:solidFill>
              </a:defRPr>
            </a:lvl1pPr>
            <a:lvl2pPr marL="228600" indent="0">
              <a:buNone/>
              <a:defRPr/>
            </a:lvl2pPr>
            <a:lvl3pPr marL="457200" indent="0">
              <a:buNone/>
              <a:defRPr/>
            </a:lvl3pPr>
            <a:lvl4pPr marL="685800" indent="0">
              <a:buNone/>
              <a:defRPr/>
            </a:lvl4pPr>
            <a:lvl5pPr marL="914400" indent="0">
              <a:buNone/>
              <a:defRPr/>
            </a:lvl5pPr>
          </a:lstStyle>
          <a:p>
            <a:pPr lvl="0"/>
            <a:r>
              <a:rPr lang="en-US" noProof="0"/>
              <a:t>ABC</a:t>
            </a:r>
          </a:p>
        </p:txBody>
      </p:sp>
      <p:sp>
        <p:nvSpPr>
          <p:cNvPr id="5" name="Text Placeholder 26">
            <a:extLst>
              <a:ext uri="{FF2B5EF4-FFF2-40B4-BE49-F238E27FC236}">
                <a16:creationId xmlns:a16="http://schemas.microsoft.com/office/drawing/2014/main" id="{E41CF282-98B5-0DCD-8CD3-865399C1809C}"/>
              </a:ext>
            </a:extLst>
          </p:cNvPr>
          <p:cNvSpPr>
            <a:spLocks noGrp="1"/>
          </p:cNvSpPr>
          <p:nvPr>
            <p:ph type="body" sz="quarter" idx="51" hasCustomPrompt="1"/>
          </p:nvPr>
        </p:nvSpPr>
        <p:spPr>
          <a:xfrm>
            <a:off x="10053638" y="655227"/>
            <a:ext cx="893735" cy="285130"/>
          </a:xfrm>
        </p:spPr>
        <p:txBody>
          <a:bodyPr anchor="ctr"/>
          <a:lstStyle>
            <a:lvl1pPr marL="0" indent="0" algn="r">
              <a:buNone/>
              <a:defRPr lang="en-US" sz="1200" b="0" kern="1200" noProof="0" dirty="0">
                <a:solidFill>
                  <a:schemeClr val="accent2"/>
                </a:solidFill>
                <a:latin typeface="+mj-lt"/>
                <a:ea typeface="MS PGothic" pitchFamily="34" charset="-128"/>
                <a:cs typeface="+mn-cs"/>
              </a:defRPr>
            </a:lvl1pPr>
          </a:lstStyle>
          <a:p>
            <a:pPr lvl="0"/>
            <a:r>
              <a:rPr lang="en-US" noProof="0"/>
              <a:t>Availability:</a:t>
            </a:r>
          </a:p>
        </p:txBody>
      </p:sp>
      <p:sp>
        <p:nvSpPr>
          <p:cNvPr id="47" name="Text Placeholder 45">
            <a:extLst>
              <a:ext uri="{FF2B5EF4-FFF2-40B4-BE49-F238E27FC236}">
                <a16:creationId xmlns:a16="http://schemas.microsoft.com/office/drawing/2014/main" id="{17BB8357-25D8-1F26-B27B-AEBD9BD231A9}"/>
              </a:ext>
            </a:extLst>
          </p:cNvPr>
          <p:cNvSpPr>
            <a:spLocks noGrp="1"/>
          </p:cNvSpPr>
          <p:nvPr>
            <p:ph type="body" sz="quarter" idx="39" hasCustomPrompt="1"/>
          </p:nvPr>
        </p:nvSpPr>
        <p:spPr>
          <a:xfrm>
            <a:off x="10991850" y="655227"/>
            <a:ext cx="771947" cy="285130"/>
          </a:xfrm>
        </p:spPr>
        <p:txBody>
          <a:bodyPr anchor="ctr"/>
          <a:lstStyle>
            <a:lvl1pPr marL="0" indent="0" algn="r">
              <a:buNone/>
              <a:defRPr sz="1200">
                <a:solidFill>
                  <a:schemeClr val="bg1"/>
                </a:solidFill>
              </a:defRPr>
            </a:lvl1pPr>
            <a:lvl2pPr marL="228600" indent="0">
              <a:buNone/>
              <a:defRPr/>
            </a:lvl2pPr>
            <a:lvl3pPr marL="457200" indent="0">
              <a:buNone/>
              <a:defRPr/>
            </a:lvl3pPr>
            <a:lvl4pPr marL="685800" indent="0">
              <a:buNone/>
              <a:defRPr/>
            </a:lvl4pPr>
            <a:lvl5pPr marL="914400" indent="0">
              <a:buNone/>
              <a:defRPr/>
            </a:lvl5pPr>
          </a:lstStyle>
          <a:p>
            <a:pPr lvl="0"/>
            <a:r>
              <a:rPr lang="en-US" noProof="0"/>
              <a:t>n Days</a:t>
            </a:r>
          </a:p>
        </p:txBody>
      </p:sp>
      <p:sp>
        <p:nvSpPr>
          <p:cNvPr id="4" name="Text Placeholder 3">
            <a:extLst>
              <a:ext uri="{FF2B5EF4-FFF2-40B4-BE49-F238E27FC236}">
                <a16:creationId xmlns:a16="http://schemas.microsoft.com/office/drawing/2014/main" id="{FDC52ABD-39DB-5DAA-B9C8-27265064FF03}"/>
              </a:ext>
            </a:extLst>
          </p:cNvPr>
          <p:cNvSpPr>
            <a:spLocks noGrp="1"/>
          </p:cNvSpPr>
          <p:nvPr>
            <p:ph type="body" sz="quarter" idx="41" hasCustomPrompt="1"/>
          </p:nvPr>
        </p:nvSpPr>
        <p:spPr>
          <a:xfrm>
            <a:off x="2262267" y="1189796"/>
            <a:ext cx="1835172" cy="327672"/>
          </a:xfrm>
        </p:spPr>
        <p:txBody>
          <a:bodyPr anchor="ctr"/>
          <a:lstStyle>
            <a:lvl1pPr marL="0" indent="0">
              <a:buFontTx/>
              <a:buNone/>
              <a:defRPr lang="en-US" sz="1800" b="1" kern="1200" noProof="0" dirty="0" smtClean="0">
                <a:solidFill>
                  <a:srgbClr val="0073E6"/>
                </a:solidFill>
                <a:latin typeface="+mj-lt"/>
                <a:ea typeface="MS PGothic" pitchFamily="34" charset="-128"/>
                <a:cs typeface="+mn-cs"/>
              </a:defRPr>
            </a:lvl1pPr>
          </a:lstStyle>
          <a:p>
            <a:pPr marL="0" marR="0" lvl="0" indent="0" algn="l" defTabSz="914400" rtl="0" eaLnBrk="1" fontAlgn="auto" latinLnBrk="0" hangingPunct="1">
              <a:lnSpc>
                <a:spcPct val="100000"/>
              </a:lnSpc>
              <a:spcBef>
                <a:spcPts val="0"/>
              </a:spcBef>
              <a:spcAft>
                <a:spcPts val="600"/>
              </a:spcAft>
              <a:buClr>
                <a:schemeClr val="accent3"/>
              </a:buClr>
              <a:buSzTx/>
              <a:buFontTx/>
              <a:buNone/>
              <a:tabLst/>
              <a:defRPr/>
            </a:pPr>
            <a:r>
              <a:rPr lang="en-US" sz="1600" b="1" noProof="0">
                <a:solidFill>
                  <a:srgbClr val="0073E6"/>
                </a:solidFill>
                <a:latin typeface="+mj-lt"/>
                <a:cs typeface="+mn-cs"/>
              </a:rPr>
              <a:t>Competencies</a:t>
            </a:r>
            <a:endParaRPr lang="en-US" sz="1600" noProof="0">
              <a:solidFill>
                <a:srgbClr val="0073E6"/>
              </a:solidFill>
              <a:latin typeface="+mj-lt"/>
              <a:cs typeface="+mn-cs"/>
            </a:endParaRPr>
          </a:p>
        </p:txBody>
      </p:sp>
      <p:sp>
        <p:nvSpPr>
          <p:cNvPr id="36" name="Text Placeholder 28">
            <a:extLst>
              <a:ext uri="{FF2B5EF4-FFF2-40B4-BE49-F238E27FC236}">
                <a16:creationId xmlns:a16="http://schemas.microsoft.com/office/drawing/2014/main" id="{BA232C89-42B1-3DE0-EB93-B4A3D1FD1C45}"/>
              </a:ext>
            </a:extLst>
          </p:cNvPr>
          <p:cNvSpPr>
            <a:spLocks noGrp="1"/>
          </p:cNvSpPr>
          <p:nvPr>
            <p:ph type="body" sz="quarter" idx="32" hasCustomPrompt="1"/>
          </p:nvPr>
        </p:nvSpPr>
        <p:spPr>
          <a:xfrm>
            <a:off x="2262265" y="1542349"/>
            <a:ext cx="1835173" cy="1290773"/>
          </a:xfrm>
        </p:spPr>
        <p:txBody>
          <a:bodyPr anchor="t"/>
          <a:lstStyle>
            <a:lvl1pPr marL="0" indent="0">
              <a:spcAft>
                <a:spcPts val="200"/>
              </a:spcAft>
              <a:buFontTx/>
              <a:buNone/>
              <a:defRPr sz="1200">
                <a:solidFill>
                  <a:srgbClr val="00005C"/>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Expertise &amp; </a:t>
            </a:r>
            <a:br>
              <a:rPr lang="en-US" noProof="0"/>
            </a:br>
            <a:r>
              <a:rPr lang="en-US" noProof="0"/>
              <a:t>Core Competencies</a:t>
            </a:r>
          </a:p>
        </p:txBody>
      </p:sp>
      <p:sp>
        <p:nvSpPr>
          <p:cNvPr id="68" name="Text Placeholder 3">
            <a:extLst>
              <a:ext uri="{FF2B5EF4-FFF2-40B4-BE49-F238E27FC236}">
                <a16:creationId xmlns:a16="http://schemas.microsoft.com/office/drawing/2014/main" id="{4AF37B7A-C4FA-DE0B-2C2B-676A8950CCE9}"/>
              </a:ext>
            </a:extLst>
          </p:cNvPr>
          <p:cNvSpPr>
            <a:spLocks noGrp="1"/>
          </p:cNvSpPr>
          <p:nvPr>
            <p:ph type="body" sz="quarter" idx="44" hasCustomPrompt="1"/>
          </p:nvPr>
        </p:nvSpPr>
        <p:spPr>
          <a:xfrm>
            <a:off x="436909" y="2886691"/>
            <a:ext cx="3660529" cy="346904"/>
          </a:xfrm>
        </p:spPr>
        <p:txBody>
          <a:bodyPr anchor="ctr"/>
          <a:lstStyle>
            <a:lvl1pPr marL="0" indent="0">
              <a:buFontTx/>
              <a:buNone/>
              <a:defRPr lang="en-US" sz="1800" b="1" kern="1200" noProof="0" dirty="0" smtClean="0">
                <a:solidFill>
                  <a:srgbClr val="0073E6"/>
                </a:solidFill>
                <a:latin typeface="+mj-lt"/>
                <a:ea typeface="MS PGothic" pitchFamily="34" charset="-128"/>
                <a:cs typeface="+mn-cs"/>
              </a:defRPr>
            </a:lvl1pPr>
          </a:lstStyle>
          <a:p>
            <a:pPr eaLnBrk="1" hangingPunct="1">
              <a:spcAft>
                <a:spcPts val="800"/>
              </a:spcAft>
              <a:defRPr/>
            </a:pPr>
            <a:r>
              <a:rPr lang="en-US" sz="1600" b="1" noProof="0">
                <a:solidFill>
                  <a:srgbClr val="0073E6"/>
                </a:solidFill>
                <a:latin typeface="+mj-lt"/>
                <a:cs typeface="+mn-cs"/>
              </a:rPr>
              <a:t>Summary</a:t>
            </a:r>
            <a:endParaRPr lang="en-US" sz="1600" noProof="0">
              <a:solidFill>
                <a:srgbClr val="0073E6"/>
              </a:solidFill>
              <a:latin typeface="+mj-lt"/>
              <a:cs typeface="+mn-cs"/>
            </a:endParaRPr>
          </a:p>
        </p:txBody>
      </p:sp>
      <p:sp>
        <p:nvSpPr>
          <p:cNvPr id="66" name="Text Placeholder 28">
            <a:extLst>
              <a:ext uri="{FF2B5EF4-FFF2-40B4-BE49-F238E27FC236}">
                <a16:creationId xmlns:a16="http://schemas.microsoft.com/office/drawing/2014/main" id="{DE80A998-D14B-6B29-B910-50F0801E3320}"/>
              </a:ext>
            </a:extLst>
          </p:cNvPr>
          <p:cNvSpPr>
            <a:spLocks noGrp="1"/>
          </p:cNvSpPr>
          <p:nvPr>
            <p:ph type="body" sz="quarter" idx="40" hasCustomPrompt="1"/>
          </p:nvPr>
        </p:nvSpPr>
        <p:spPr>
          <a:xfrm>
            <a:off x="436909" y="3243582"/>
            <a:ext cx="3660529" cy="1810956"/>
          </a:xfrm>
        </p:spPr>
        <p:txBody>
          <a:bodyPr/>
          <a:lstStyle>
            <a:lvl1pPr marL="0" indent="0">
              <a:spcAft>
                <a:spcPts val="200"/>
              </a:spcAft>
              <a:buFontTx/>
              <a:buNone/>
              <a:defRPr sz="1200">
                <a:solidFill>
                  <a:srgbClr val="00005C"/>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Summary</a:t>
            </a:r>
          </a:p>
        </p:txBody>
      </p:sp>
      <p:sp>
        <p:nvSpPr>
          <p:cNvPr id="69" name="Text Placeholder 3">
            <a:extLst>
              <a:ext uri="{FF2B5EF4-FFF2-40B4-BE49-F238E27FC236}">
                <a16:creationId xmlns:a16="http://schemas.microsoft.com/office/drawing/2014/main" id="{DFC24B06-9A7D-A46A-608E-6AC443F50503}"/>
              </a:ext>
            </a:extLst>
          </p:cNvPr>
          <p:cNvSpPr>
            <a:spLocks noGrp="1"/>
          </p:cNvSpPr>
          <p:nvPr>
            <p:ph type="body" sz="quarter" idx="45" hasCustomPrompt="1"/>
          </p:nvPr>
        </p:nvSpPr>
        <p:spPr>
          <a:xfrm>
            <a:off x="436909" y="5113079"/>
            <a:ext cx="3660529" cy="346904"/>
          </a:xfrm>
        </p:spPr>
        <p:txBody>
          <a:bodyPr anchor="ctr"/>
          <a:lstStyle>
            <a:lvl1pPr marL="0" indent="0">
              <a:buFontTx/>
              <a:buNone/>
              <a:defRPr lang="en-US" sz="1800" b="1" kern="1200" noProof="0" dirty="0" smtClean="0">
                <a:solidFill>
                  <a:srgbClr val="0073E6"/>
                </a:solidFill>
                <a:latin typeface="+mj-lt"/>
                <a:ea typeface="MS PGothic" pitchFamily="34" charset="-128"/>
                <a:cs typeface="+mn-cs"/>
              </a:defRPr>
            </a:lvl1pPr>
          </a:lstStyle>
          <a:p>
            <a:pPr algn="l">
              <a:lnSpc>
                <a:spcPct val="110000"/>
              </a:lnSpc>
              <a:defRPr/>
            </a:pPr>
            <a:r>
              <a:rPr lang="en-US" sz="1600" b="1" noProof="0">
                <a:solidFill>
                  <a:srgbClr val="0073E6"/>
                </a:solidFill>
                <a:latin typeface="+mj-lt"/>
                <a:cs typeface="+mn-cs"/>
              </a:rPr>
              <a:t>Languages</a:t>
            </a:r>
            <a:endParaRPr lang="en-US" sz="1400" noProof="0">
              <a:solidFill>
                <a:srgbClr val="0073E6"/>
              </a:solidFill>
              <a:latin typeface="+mj-lt"/>
              <a:cs typeface="+mn-cs"/>
            </a:endParaRPr>
          </a:p>
        </p:txBody>
      </p:sp>
      <p:sp>
        <p:nvSpPr>
          <p:cNvPr id="39" name="Text Placeholder 28">
            <a:extLst>
              <a:ext uri="{FF2B5EF4-FFF2-40B4-BE49-F238E27FC236}">
                <a16:creationId xmlns:a16="http://schemas.microsoft.com/office/drawing/2014/main" id="{B9111369-C4AB-C6AD-C404-DE77749484D9}"/>
              </a:ext>
            </a:extLst>
          </p:cNvPr>
          <p:cNvSpPr>
            <a:spLocks noGrp="1"/>
          </p:cNvSpPr>
          <p:nvPr>
            <p:ph type="body" sz="quarter" idx="35" hasCustomPrompt="1"/>
          </p:nvPr>
        </p:nvSpPr>
        <p:spPr>
          <a:xfrm>
            <a:off x="436909" y="5507118"/>
            <a:ext cx="3660529" cy="583902"/>
          </a:xfrm>
        </p:spPr>
        <p:txBody>
          <a:bodyPr/>
          <a:lstStyle>
            <a:lvl1pPr marL="0" indent="0">
              <a:spcAft>
                <a:spcPts val="200"/>
              </a:spcAft>
              <a:buFontTx/>
              <a:buNone/>
              <a:defRPr sz="1200">
                <a:solidFill>
                  <a:srgbClr val="00005C"/>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languages. If you use flags or images: add alt text to each graphic</a:t>
            </a:r>
          </a:p>
        </p:txBody>
      </p:sp>
      <p:sp>
        <p:nvSpPr>
          <p:cNvPr id="25" name="Text Placeholder 3">
            <a:extLst>
              <a:ext uri="{FF2B5EF4-FFF2-40B4-BE49-F238E27FC236}">
                <a16:creationId xmlns:a16="http://schemas.microsoft.com/office/drawing/2014/main" id="{E66F3C00-4E75-245A-984B-8B18DB0D6D69}"/>
              </a:ext>
            </a:extLst>
          </p:cNvPr>
          <p:cNvSpPr>
            <a:spLocks noGrp="1"/>
          </p:cNvSpPr>
          <p:nvPr>
            <p:ph type="body" sz="quarter" idx="42" hasCustomPrompt="1"/>
          </p:nvPr>
        </p:nvSpPr>
        <p:spPr>
          <a:xfrm>
            <a:off x="4258088" y="1189796"/>
            <a:ext cx="3725255" cy="314213"/>
          </a:xfrm>
        </p:spPr>
        <p:txBody>
          <a:bodyPr anchor="ctr"/>
          <a:lstStyle>
            <a:lvl1pPr marL="0" indent="0">
              <a:buFontTx/>
              <a:buNone/>
              <a:defRPr lang="en-US" sz="1800" b="0" kern="1200" baseline="0" noProof="0" dirty="0">
                <a:solidFill>
                  <a:schemeClr val="accent1"/>
                </a:solidFill>
                <a:latin typeface="+mj-lt"/>
                <a:ea typeface="MS PGothic" pitchFamily="34" charset="-128"/>
                <a:cs typeface="+mn-cs"/>
              </a:defRPr>
            </a:lvl1pPr>
          </a:lstStyle>
          <a:p>
            <a:pPr eaLnBrk="1" hangingPunct="1">
              <a:spcAft>
                <a:spcPts val="800"/>
              </a:spcAft>
              <a:defRPr/>
            </a:pPr>
            <a:r>
              <a:rPr lang="en-US" sz="1600" b="1" noProof="0">
                <a:solidFill>
                  <a:srgbClr val="0073E6"/>
                </a:solidFill>
                <a:latin typeface="+mj-lt"/>
                <a:cs typeface="+mn-cs"/>
              </a:rPr>
              <a:t>Education</a:t>
            </a:r>
            <a:endParaRPr lang="en-US" sz="1600" noProof="0">
              <a:solidFill>
                <a:srgbClr val="0073E6"/>
              </a:solidFill>
              <a:latin typeface="+mj-lt"/>
              <a:cs typeface="+mn-cs"/>
            </a:endParaRPr>
          </a:p>
        </p:txBody>
      </p:sp>
      <p:sp>
        <p:nvSpPr>
          <p:cNvPr id="29" name="Text Placeholder 28">
            <a:extLst>
              <a:ext uri="{FF2B5EF4-FFF2-40B4-BE49-F238E27FC236}">
                <a16:creationId xmlns:a16="http://schemas.microsoft.com/office/drawing/2014/main" id="{B779871B-7F68-A96B-54E8-BA8714375523}"/>
              </a:ext>
            </a:extLst>
          </p:cNvPr>
          <p:cNvSpPr>
            <a:spLocks noGrp="1"/>
          </p:cNvSpPr>
          <p:nvPr>
            <p:ph type="body" sz="quarter" idx="30" hasCustomPrompt="1"/>
          </p:nvPr>
        </p:nvSpPr>
        <p:spPr>
          <a:xfrm>
            <a:off x="4258088" y="1542350"/>
            <a:ext cx="3725255" cy="2300446"/>
          </a:xfrm>
        </p:spPr>
        <p:txBody>
          <a:bodyPr/>
          <a:lstStyle>
            <a:lvl1pPr marL="0" indent="0">
              <a:spcAft>
                <a:spcPts val="200"/>
              </a:spcAft>
              <a:buFontTx/>
              <a:buNone/>
              <a:defRPr sz="1200">
                <a:solidFill>
                  <a:schemeClr val="accent3"/>
                </a:solidFill>
                <a:latin typeface="+mj-lt"/>
              </a:defRPr>
            </a:lvl1pPr>
            <a:lvl2pPr marL="0" indent="0">
              <a:spcAft>
                <a:spcPts val="200"/>
              </a:spcAft>
              <a:buNone/>
              <a:defRPr sz="1200">
                <a:solidFill>
                  <a:schemeClr val="accent3"/>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YYYY: Institution. City</a:t>
            </a:r>
          </a:p>
          <a:p>
            <a:pPr lvl="1"/>
            <a:r>
              <a:rPr lang="en-US" noProof="0"/>
              <a:t>Description</a:t>
            </a:r>
          </a:p>
        </p:txBody>
      </p:sp>
      <p:sp>
        <p:nvSpPr>
          <p:cNvPr id="72" name="Text Placeholder 3">
            <a:extLst>
              <a:ext uri="{FF2B5EF4-FFF2-40B4-BE49-F238E27FC236}">
                <a16:creationId xmlns:a16="http://schemas.microsoft.com/office/drawing/2014/main" id="{1C1F265D-FCB6-808F-BF90-B89F32A88201}"/>
              </a:ext>
            </a:extLst>
          </p:cNvPr>
          <p:cNvSpPr>
            <a:spLocks noGrp="1"/>
          </p:cNvSpPr>
          <p:nvPr>
            <p:ph type="body" sz="quarter" idx="47" hasCustomPrompt="1"/>
          </p:nvPr>
        </p:nvSpPr>
        <p:spPr>
          <a:xfrm>
            <a:off x="4258088" y="3933140"/>
            <a:ext cx="3725255" cy="346904"/>
          </a:xfrm>
        </p:spPr>
        <p:txBody>
          <a:bodyPr anchor="ctr"/>
          <a:lstStyle>
            <a:lvl1pPr marL="0" indent="0">
              <a:buFontTx/>
              <a:buNone/>
              <a:defRPr lang="en-US" sz="1800" b="1" kern="1200" baseline="0" noProof="0" dirty="0" smtClean="0">
                <a:solidFill>
                  <a:schemeClr val="accent1"/>
                </a:solidFill>
                <a:latin typeface="+mj-lt"/>
                <a:ea typeface="MS PGothic" pitchFamily="34" charset="-128"/>
                <a:cs typeface="+mn-cs"/>
              </a:defRPr>
            </a:lvl1pPr>
          </a:lstStyle>
          <a:p>
            <a:pPr algn="l" eaLnBrk="1" hangingPunct="1">
              <a:lnSpc>
                <a:spcPct val="110000"/>
              </a:lnSpc>
              <a:defRPr/>
            </a:pPr>
            <a:r>
              <a:rPr lang="en-US" sz="1600" noProof="0">
                <a:solidFill>
                  <a:srgbClr val="0073E6"/>
                </a:solidFill>
                <a:latin typeface="+mj-lt"/>
                <a:cs typeface="+mn-cs"/>
              </a:rPr>
              <a:t>Industry Expertise</a:t>
            </a:r>
          </a:p>
        </p:txBody>
      </p:sp>
      <p:sp>
        <p:nvSpPr>
          <p:cNvPr id="37" name="Text Placeholder 28">
            <a:extLst>
              <a:ext uri="{FF2B5EF4-FFF2-40B4-BE49-F238E27FC236}">
                <a16:creationId xmlns:a16="http://schemas.microsoft.com/office/drawing/2014/main" id="{FC467BED-11E1-7E0B-9A78-B431FDF4732A}"/>
              </a:ext>
            </a:extLst>
          </p:cNvPr>
          <p:cNvSpPr>
            <a:spLocks noGrp="1"/>
          </p:cNvSpPr>
          <p:nvPr>
            <p:ph type="body" sz="quarter" idx="33" hasCustomPrompt="1"/>
          </p:nvPr>
        </p:nvSpPr>
        <p:spPr>
          <a:xfrm>
            <a:off x="4258088" y="4326526"/>
            <a:ext cx="3725255" cy="728011"/>
          </a:xfrm>
        </p:spPr>
        <p:txBody>
          <a:bodyPr/>
          <a:lstStyle>
            <a:lvl1pPr marL="0" indent="0">
              <a:spcAft>
                <a:spcPts val="200"/>
              </a:spcAft>
              <a:buFontTx/>
              <a:buNone/>
              <a:defRPr sz="1200">
                <a:solidFill>
                  <a:srgbClr val="00005C"/>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Industry Expertise</a:t>
            </a:r>
          </a:p>
          <a:p>
            <a:pPr lvl="0"/>
            <a:endParaRPr lang="en-US" noProof="0"/>
          </a:p>
        </p:txBody>
      </p:sp>
      <p:sp>
        <p:nvSpPr>
          <p:cNvPr id="71" name="Text Placeholder 3">
            <a:extLst>
              <a:ext uri="{FF2B5EF4-FFF2-40B4-BE49-F238E27FC236}">
                <a16:creationId xmlns:a16="http://schemas.microsoft.com/office/drawing/2014/main" id="{EE7C65D9-CD83-91F0-6A68-8A89F0102FD2}"/>
              </a:ext>
            </a:extLst>
          </p:cNvPr>
          <p:cNvSpPr>
            <a:spLocks noGrp="1"/>
          </p:cNvSpPr>
          <p:nvPr>
            <p:ph type="body" sz="quarter" idx="46" hasCustomPrompt="1"/>
          </p:nvPr>
        </p:nvSpPr>
        <p:spPr>
          <a:xfrm>
            <a:off x="4258088" y="5113079"/>
            <a:ext cx="3725255" cy="346904"/>
          </a:xfrm>
        </p:spPr>
        <p:txBody>
          <a:bodyPr anchor="ctr"/>
          <a:lstStyle>
            <a:lvl1pPr marL="0" indent="0">
              <a:buFontTx/>
              <a:buNone/>
              <a:defRPr lang="en-US" sz="1800" b="1" kern="1200" baseline="0" noProof="0" dirty="0" smtClean="0">
                <a:solidFill>
                  <a:schemeClr val="accent1"/>
                </a:solidFill>
                <a:latin typeface="+mj-lt"/>
                <a:ea typeface="MS PGothic" pitchFamily="34" charset="-128"/>
                <a:cs typeface="+mn-cs"/>
              </a:defRPr>
            </a:lvl1pPr>
          </a:lstStyle>
          <a:p>
            <a:pPr algn="l" eaLnBrk="1" hangingPunct="1">
              <a:lnSpc>
                <a:spcPct val="110000"/>
              </a:lnSpc>
              <a:defRPr/>
            </a:pPr>
            <a:r>
              <a:rPr lang="en-US" sz="1600" b="1" noProof="0">
                <a:solidFill>
                  <a:srgbClr val="0073E6"/>
                </a:solidFill>
                <a:latin typeface="+mj-lt"/>
                <a:cs typeface="+mn-cs"/>
              </a:rPr>
              <a:t>Certificates / Accreditations</a:t>
            </a:r>
            <a:endParaRPr lang="en-US" sz="1600" noProof="0">
              <a:solidFill>
                <a:srgbClr val="0073E6"/>
              </a:solidFill>
              <a:latin typeface="+mj-lt"/>
              <a:cs typeface="+mn-cs"/>
            </a:endParaRPr>
          </a:p>
        </p:txBody>
      </p:sp>
      <p:sp>
        <p:nvSpPr>
          <p:cNvPr id="38" name="Text Placeholder 28">
            <a:extLst>
              <a:ext uri="{FF2B5EF4-FFF2-40B4-BE49-F238E27FC236}">
                <a16:creationId xmlns:a16="http://schemas.microsoft.com/office/drawing/2014/main" id="{03919262-CF56-C9AD-8C74-CA1547F934AE}"/>
              </a:ext>
            </a:extLst>
          </p:cNvPr>
          <p:cNvSpPr>
            <a:spLocks noGrp="1"/>
          </p:cNvSpPr>
          <p:nvPr>
            <p:ph type="body" sz="quarter" idx="34" hasCustomPrompt="1"/>
          </p:nvPr>
        </p:nvSpPr>
        <p:spPr>
          <a:xfrm>
            <a:off x="4258088" y="5507118"/>
            <a:ext cx="3725255" cy="583902"/>
          </a:xfrm>
        </p:spPr>
        <p:txBody>
          <a:bodyPr/>
          <a:lstStyle>
            <a:lvl1pPr marL="0" indent="0">
              <a:spcAft>
                <a:spcPts val="200"/>
              </a:spcAft>
              <a:buFontTx/>
              <a:buNone/>
              <a:defRPr lang="en-US" sz="1200" kern="1200" dirty="0">
                <a:solidFill>
                  <a:srgbClr val="00005C"/>
                </a:solidFill>
                <a:latin typeface="+mn-lt"/>
                <a:ea typeface="+mn-ea"/>
                <a:cs typeface="+mn-cs"/>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Certificates / Accreditations</a:t>
            </a:r>
          </a:p>
        </p:txBody>
      </p:sp>
      <p:sp>
        <p:nvSpPr>
          <p:cNvPr id="64" name="Text Placeholder 3">
            <a:extLst>
              <a:ext uri="{FF2B5EF4-FFF2-40B4-BE49-F238E27FC236}">
                <a16:creationId xmlns:a16="http://schemas.microsoft.com/office/drawing/2014/main" id="{E2303F15-2EEE-E407-2816-5B0A449FC214}"/>
              </a:ext>
            </a:extLst>
          </p:cNvPr>
          <p:cNvSpPr>
            <a:spLocks noGrp="1"/>
          </p:cNvSpPr>
          <p:nvPr>
            <p:ph type="body" sz="quarter" idx="43" hasCustomPrompt="1"/>
          </p:nvPr>
        </p:nvSpPr>
        <p:spPr>
          <a:xfrm>
            <a:off x="8116084" y="1189796"/>
            <a:ext cx="3650466" cy="314213"/>
          </a:xfrm>
        </p:spPr>
        <p:txBody>
          <a:bodyPr anchor="ctr"/>
          <a:lstStyle>
            <a:lvl1pPr marL="0" indent="0">
              <a:buFontTx/>
              <a:buNone/>
              <a:defRPr lang="en-US" sz="1800" b="0" kern="1200" baseline="0" noProof="0" dirty="0">
                <a:solidFill>
                  <a:schemeClr val="accent1"/>
                </a:solidFill>
                <a:latin typeface="+mj-lt"/>
                <a:ea typeface="MS PGothic" pitchFamily="34" charset="-128"/>
                <a:cs typeface="+mn-cs"/>
              </a:defRPr>
            </a:lvl1pPr>
          </a:lstStyle>
          <a:p>
            <a:pPr eaLnBrk="1" hangingPunct="1">
              <a:spcAft>
                <a:spcPts val="800"/>
              </a:spcAft>
              <a:defRPr/>
            </a:pPr>
            <a:r>
              <a:rPr lang="en-US" sz="1600" b="1" noProof="0">
                <a:solidFill>
                  <a:srgbClr val="0073E6"/>
                </a:solidFill>
                <a:latin typeface="+mj-lt"/>
                <a:cs typeface="+mn-cs"/>
              </a:rPr>
              <a:t>Professional Achievements</a:t>
            </a:r>
          </a:p>
        </p:txBody>
      </p:sp>
      <p:sp>
        <p:nvSpPr>
          <p:cNvPr id="30" name="Text Placeholder 28">
            <a:extLst>
              <a:ext uri="{FF2B5EF4-FFF2-40B4-BE49-F238E27FC236}">
                <a16:creationId xmlns:a16="http://schemas.microsoft.com/office/drawing/2014/main" id="{350F2CF5-469D-C575-9109-B970FD69F9E5}"/>
              </a:ext>
            </a:extLst>
          </p:cNvPr>
          <p:cNvSpPr>
            <a:spLocks noGrp="1"/>
          </p:cNvSpPr>
          <p:nvPr>
            <p:ph type="body" sz="quarter" idx="31" hasCustomPrompt="1"/>
          </p:nvPr>
        </p:nvSpPr>
        <p:spPr>
          <a:xfrm>
            <a:off x="8116084" y="1542349"/>
            <a:ext cx="3650466" cy="4534601"/>
          </a:xfrm>
        </p:spPr>
        <p:txBody>
          <a:bodyPr/>
          <a:lstStyle>
            <a:lvl1pPr marL="0" indent="0">
              <a:spcAft>
                <a:spcPts val="200"/>
              </a:spcAft>
              <a:buClr>
                <a:schemeClr val="bg1"/>
              </a:buClr>
              <a:buFont typeface="Arial" panose="020B0604020202020204" pitchFamily="34" charset="0"/>
              <a:buNone/>
              <a:defRPr sz="1200">
                <a:solidFill>
                  <a:schemeClr val="accent3"/>
                </a:solidFill>
                <a:latin typeface="+mj-lt"/>
              </a:defRPr>
            </a:lvl1pPr>
            <a:lvl2pPr marL="182880" indent="-182880">
              <a:spcAft>
                <a:spcPts val="200"/>
              </a:spcAft>
              <a:defRPr sz="1200">
                <a:solidFill>
                  <a:schemeClr val="accent3"/>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Company Name 1</a:t>
            </a:r>
          </a:p>
          <a:p>
            <a:pPr lvl="1"/>
            <a:r>
              <a:rPr lang="en-US" noProof="0"/>
              <a:t>Achievement 1</a:t>
            </a:r>
          </a:p>
          <a:p>
            <a:pPr marL="182880" marR="0" lvl="1" indent="-182880" algn="l" defTabSz="914400" rtl="0" eaLnBrk="1" fontAlgn="auto" latinLnBrk="0" hangingPunct="1">
              <a:lnSpc>
                <a:spcPct val="100000"/>
              </a:lnSpc>
              <a:spcBef>
                <a:spcPts val="0"/>
              </a:spcBef>
              <a:spcAft>
                <a:spcPts val="600"/>
              </a:spcAft>
              <a:buClr>
                <a:schemeClr val="accent3"/>
              </a:buClr>
              <a:buSzTx/>
              <a:buFont typeface="Arial" panose="020B0604020202020204" pitchFamily="34" charset="0"/>
              <a:buChar char="•"/>
              <a:tabLst/>
              <a:defRPr/>
            </a:pPr>
            <a:r>
              <a:rPr lang="en-US" noProof="0"/>
              <a:t>Achievement 2</a:t>
            </a:r>
          </a:p>
          <a:p>
            <a:pPr lvl="0"/>
            <a:r>
              <a:rPr lang="en-US" noProof="0"/>
              <a:t>Company Name 2 </a:t>
            </a:r>
          </a:p>
          <a:p>
            <a:pPr lvl="1"/>
            <a:r>
              <a:rPr lang="en-US" noProof="0"/>
              <a:t>Achievement 1</a:t>
            </a:r>
          </a:p>
        </p:txBody>
      </p:sp>
      <p:sp>
        <p:nvSpPr>
          <p:cNvPr id="67" name="Slide Number Placeholder 5">
            <a:extLst>
              <a:ext uri="{FF2B5EF4-FFF2-40B4-BE49-F238E27FC236}">
                <a16:creationId xmlns:a16="http://schemas.microsoft.com/office/drawing/2014/main" id="{54D4718F-C303-5B98-D8FC-8DAA206E604B}"/>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en-US" noProof="0" smtClean="0"/>
              <a:pPr/>
              <a:t>‹N°›</a:t>
            </a:fld>
            <a:endParaRPr lang="en-US" noProof="0"/>
          </a:p>
        </p:txBody>
      </p:sp>
      <p:sp>
        <p:nvSpPr>
          <p:cNvPr id="12" name="Picture Placeholder 11">
            <a:extLst>
              <a:ext uri="{FF2B5EF4-FFF2-40B4-BE49-F238E27FC236}">
                <a16:creationId xmlns:a16="http://schemas.microsoft.com/office/drawing/2014/main" id="{FCE3776D-9014-8A4F-0EE5-470C197905CE}"/>
              </a:ext>
              <a:ext uri="{C183D7F6-B498-43B3-948B-1728B52AA6E4}">
                <adec:decorative xmlns:adec="http://schemas.microsoft.com/office/drawing/2017/decorative" val="1"/>
              </a:ext>
            </a:extLst>
          </p:cNvPr>
          <p:cNvSpPr>
            <a:spLocks noGrp="1" noChangeAspect="1"/>
          </p:cNvSpPr>
          <p:nvPr>
            <p:ph type="pic" sz="quarter" idx="53"/>
          </p:nvPr>
        </p:nvSpPr>
        <p:spPr>
          <a:xfrm>
            <a:off x="876001" y="500472"/>
            <a:ext cx="1298448" cy="1298448"/>
          </a:xfrm>
          <a:prstGeom prst="ellipse">
            <a:avLst/>
          </a:prstGeom>
        </p:spPr>
        <p:txBody>
          <a:bodyPr anchor="b"/>
          <a:lstStyle>
            <a:lvl1pPr marL="0" indent="0" algn="ctr">
              <a:buNone/>
              <a:defRPr sz="1200"/>
            </a:lvl1pPr>
          </a:lstStyle>
          <a:p>
            <a:r>
              <a:rPr lang="fr-FR"/>
              <a:t>Cliquez sur l'icône pour ajouter une image</a:t>
            </a:r>
            <a:endParaRPr lang="en-US"/>
          </a:p>
        </p:txBody>
      </p:sp>
      <p:sp>
        <p:nvSpPr>
          <p:cNvPr id="41" name="Picture Placeholder 40">
            <a:extLst>
              <a:ext uri="{FF2B5EF4-FFF2-40B4-BE49-F238E27FC236}">
                <a16:creationId xmlns:a16="http://schemas.microsoft.com/office/drawing/2014/main" id="{9A1DCCCA-D724-F19A-C20F-0460DDD0D365}"/>
              </a:ext>
              <a:ext uri="{C183D7F6-B498-43B3-948B-1728B52AA6E4}">
                <adec:decorative xmlns:adec="http://schemas.microsoft.com/office/drawing/2017/decorative" val="1"/>
              </a:ext>
            </a:extLst>
          </p:cNvPr>
          <p:cNvSpPr>
            <a:spLocks noGrp="1"/>
          </p:cNvSpPr>
          <p:nvPr>
            <p:ph type="pic" sz="quarter" idx="36" hasCustomPrompt="1"/>
          </p:nvPr>
        </p:nvSpPr>
        <p:spPr>
          <a:xfrm>
            <a:off x="434086" y="2338724"/>
            <a:ext cx="547990" cy="445242"/>
          </a:xfrm>
        </p:spPr>
        <p:txBody>
          <a:bodyPr anchor="ctr"/>
          <a:lstStyle>
            <a:lvl1pPr marL="0" indent="0" algn="ctr">
              <a:buNone/>
              <a:defRPr sz="600">
                <a:solidFill>
                  <a:srgbClr val="00005C"/>
                </a:solidFill>
              </a:defRPr>
            </a:lvl1pPr>
          </a:lstStyle>
          <a:p>
            <a:r>
              <a:rPr lang="en-US" noProof="0"/>
              <a:t>Social media </a:t>
            </a:r>
            <a:r>
              <a:rPr lang="en-US" noProof="0" err="1"/>
              <a:t>icon+alt</a:t>
            </a:r>
            <a:r>
              <a:rPr lang="en-US" noProof="0"/>
              <a:t> +link</a:t>
            </a:r>
          </a:p>
        </p:txBody>
      </p:sp>
      <p:sp>
        <p:nvSpPr>
          <p:cNvPr id="9" name="Picture Placeholder 40">
            <a:extLst>
              <a:ext uri="{FF2B5EF4-FFF2-40B4-BE49-F238E27FC236}">
                <a16:creationId xmlns:a16="http://schemas.microsoft.com/office/drawing/2014/main" id="{9B37780F-BB3C-CB63-EF69-CE25D79C398E}"/>
              </a:ext>
              <a:ext uri="{C183D7F6-B498-43B3-948B-1728B52AA6E4}">
                <adec:decorative xmlns:adec="http://schemas.microsoft.com/office/drawing/2017/decorative" val="1"/>
              </a:ext>
            </a:extLst>
          </p:cNvPr>
          <p:cNvSpPr>
            <a:spLocks noGrp="1"/>
          </p:cNvSpPr>
          <p:nvPr>
            <p:ph type="pic" sz="quarter" idx="52" hasCustomPrompt="1"/>
          </p:nvPr>
        </p:nvSpPr>
        <p:spPr>
          <a:xfrm>
            <a:off x="1071257" y="2338724"/>
            <a:ext cx="547990" cy="445242"/>
          </a:xfrm>
        </p:spPr>
        <p:txBody>
          <a:bodyPr anchor="ctr"/>
          <a:lstStyle>
            <a:lvl1pPr marL="0" indent="0" algn="ctr">
              <a:buNone/>
              <a:defRPr sz="600">
                <a:solidFill>
                  <a:srgbClr val="00005C"/>
                </a:solidFill>
              </a:defRPr>
            </a:lvl1pPr>
          </a:lstStyle>
          <a:p>
            <a:r>
              <a:rPr lang="en-US" noProof="0"/>
              <a:t>Social media </a:t>
            </a:r>
            <a:r>
              <a:rPr lang="en-US" noProof="0" err="1"/>
              <a:t>icon+alt</a:t>
            </a:r>
            <a:r>
              <a:rPr lang="en-US" noProof="0"/>
              <a:t> +link</a:t>
            </a:r>
          </a:p>
        </p:txBody>
      </p:sp>
    </p:spTree>
    <p:extLst>
      <p:ext uri="{BB962C8B-B14F-4D97-AF65-F5344CB8AC3E}">
        <p14:creationId xmlns:p14="http://schemas.microsoft.com/office/powerpoint/2010/main" val="4040100186"/>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Org char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userDrawn="1">
            <p:ph type="title" hasCustomPrompt="1"/>
          </p:nvPr>
        </p:nvSpPr>
        <p:spPr>
          <a:xfrm>
            <a:off x="428624" y="291451"/>
            <a:ext cx="11337925" cy="912315"/>
          </a:xfrm>
        </p:spPr>
        <p:txBody>
          <a:bodyPr/>
          <a:lstStyle>
            <a:lvl1pPr>
              <a:defRPr/>
            </a:lvl1pPr>
          </a:lstStyle>
          <a:p>
            <a:r>
              <a:rPr lang="en-US"/>
              <a:t>Organizational chart</a:t>
            </a:r>
          </a:p>
        </p:txBody>
      </p:sp>
      <p:sp>
        <p:nvSpPr>
          <p:cNvPr id="8" name="Text Placeholder 7">
            <a:extLst>
              <a:ext uri="{FF2B5EF4-FFF2-40B4-BE49-F238E27FC236}">
                <a16:creationId xmlns:a16="http://schemas.microsoft.com/office/drawing/2014/main" id="{871AB7F8-D38E-A19C-99A8-93E4EC3A4F05}"/>
              </a:ext>
            </a:extLst>
          </p:cNvPr>
          <p:cNvSpPr>
            <a:spLocks noGrp="1"/>
          </p:cNvSpPr>
          <p:nvPr userDrawn="1">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a:t>Subtitle</a:t>
            </a:r>
          </a:p>
        </p:txBody>
      </p:sp>
      <p:sp>
        <p:nvSpPr>
          <p:cNvPr id="7" name="Text Placeholder 6">
            <a:extLst>
              <a:ext uri="{FF2B5EF4-FFF2-40B4-BE49-F238E27FC236}">
                <a16:creationId xmlns:a16="http://schemas.microsoft.com/office/drawing/2014/main" id="{A3EFBEB8-5EC2-43D8-7347-FD1F6E6D4CEE}"/>
              </a:ext>
            </a:extLst>
          </p:cNvPr>
          <p:cNvSpPr>
            <a:spLocks noGrp="1"/>
          </p:cNvSpPr>
          <p:nvPr userDrawn="1">
            <p:ph type="body" sz="quarter" idx="11" hasCustomPrompt="1"/>
          </p:nvPr>
        </p:nvSpPr>
        <p:spPr>
          <a:xfrm>
            <a:off x="428623" y="1323102"/>
            <a:ext cx="3621024" cy="246221"/>
          </a:xfrm>
        </p:spPr>
        <p:txBody>
          <a:bodyPr wrap="none" anchor="ctr">
            <a:noAutofit/>
          </a:bodyPr>
          <a:lstStyle>
            <a:lvl1pPr marL="0" indent="0" algn="l">
              <a:buNone/>
              <a:defRPr sz="1400">
                <a:latin typeface="+mj-lt"/>
              </a:defRPr>
            </a:lvl1pPr>
          </a:lstStyle>
          <a:p>
            <a:pPr lvl="0"/>
            <a:r>
              <a:rPr lang="en-US"/>
              <a:t>Team name</a:t>
            </a:r>
          </a:p>
        </p:txBody>
      </p:sp>
      <p:sp>
        <p:nvSpPr>
          <p:cNvPr id="51" name="Text Placeholder 6">
            <a:extLst>
              <a:ext uri="{FF2B5EF4-FFF2-40B4-BE49-F238E27FC236}">
                <a16:creationId xmlns:a16="http://schemas.microsoft.com/office/drawing/2014/main" id="{F07D23FC-F816-2ACD-9BB6-8B4F4A2F773A}"/>
              </a:ext>
            </a:extLst>
          </p:cNvPr>
          <p:cNvSpPr>
            <a:spLocks noGrp="1"/>
          </p:cNvSpPr>
          <p:nvPr userDrawn="1">
            <p:ph type="body" sz="quarter" idx="25" hasCustomPrompt="1"/>
          </p:nvPr>
        </p:nvSpPr>
        <p:spPr>
          <a:xfrm>
            <a:off x="1350229" y="1737275"/>
            <a:ext cx="2596738" cy="777240"/>
          </a:xfrm>
          <a:ln w="19050">
            <a:noFill/>
          </a:ln>
        </p:spPr>
        <p:txBody>
          <a:bodyPr wrap="none" lIns="0" anchor="ctr">
            <a:noAutofit/>
          </a:bodyPr>
          <a:lstStyle>
            <a:lvl1pPr marL="0" indent="0" algn="l">
              <a:spcAft>
                <a:spcPts val="0"/>
              </a:spcAft>
              <a:buNone/>
              <a:defRPr sz="1200">
                <a:latin typeface="+mj-lt"/>
              </a:defRPr>
            </a:lvl1pPr>
            <a:lvl2pPr marL="0" indent="0">
              <a:spcAft>
                <a:spcPts val="0"/>
              </a:spcAft>
              <a:buNone/>
              <a:defRPr sz="1200">
                <a:latin typeface="+mn-lt"/>
              </a:defRPr>
            </a:lvl2pPr>
          </a:lstStyle>
          <a:p>
            <a:pPr lvl="0"/>
            <a:r>
              <a:rPr lang="en-US"/>
              <a:t>Name</a:t>
            </a:r>
          </a:p>
          <a:p>
            <a:pPr lvl="1"/>
            <a:r>
              <a:rPr lang="en-US"/>
              <a:t>Title</a:t>
            </a:r>
          </a:p>
        </p:txBody>
      </p:sp>
      <p:sp>
        <p:nvSpPr>
          <p:cNvPr id="13" name="Text Placeholder 6">
            <a:extLst>
              <a:ext uri="{FF2B5EF4-FFF2-40B4-BE49-F238E27FC236}">
                <a16:creationId xmlns:a16="http://schemas.microsoft.com/office/drawing/2014/main" id="{13F5F348-9BA5-D049-2A97-79B46D552C52}"/>
              </a:ext>
              <a:ext uri="{C183D7F6-B498-43B3-948B-1728B52AA6E4}">
                <adec:decorative xmlns:adec="http://schemas.microsoft.com/office/drawing/2017/decorative" val="0"/>
              </a:ext>
            </a:extLst>
          </p:cNvPr>
          <p:cNvSpPr>
            <a:spLocks noGrp="1"/>
          </p:cNvSpPr>
          <p:nvPr userDrawn="1">
            <p:ph type="body" sz="quarter" idx="14" hasCustomPrompt="1"/>
          </p:nvPr>
        </p:nvSpPr>
        <p:spPr>
          <a:xfrm>
            <a:off x="428623" y="2707712"/>
            <a:ext cx="3383280" cy="246221"/>
          </a:xfrm>
        </p:spPr>
        <p:txBody>
          <a:bodyPr wrap="none" anchor="ctr">
            <a:noAutofit/>
          </a:bodyPr>
          <a:lstStyle>
            <a:lvl1pPr marL="0" indent="0" algn="l">
              <a:buNone/>
              <a:defRPr sz="1400">
                <a:solidFill>
                  <a:schemeClr val="accent1"/>
                </a:solidFill>
                <a:latin typeface="+mj-lt"/>
              </a:defRPr>
            </a:lvl1pPr>
          </a:lstStyle>
          <a:p>
            <a:pPr lvl="0"/>
            <a:r>
              <a:rPr lang="en-US"/>
              <a:t>Team name</a:t>
            </a:r>
          </a:p>
        </p:txBody>
      </p:sp>
      <p:sp>
        <p:nvSpPr>
          <p:cNvPr id="20" name="Text Placeholder 6">
            <a:extLst>
              <a:ext uri="{FF2B5EF4-FFF2-40B4-BE49-F238E27FC236}">
                <a16:creationId xmlns:a16="http://schemas.microsoft.com/office/drawing/2014/main" id="{A2FDFADD-09F8-480A-C438-46B841A73F05}"/>
              </a:ext>
            </a:extLst>
          </p:cNvPr>
          <p:cNvSpPr>
            <a:spLocks noGrp="1"/>
          </p:cNvSpPr>
          <p:nvPr userDrawn="1">
            <p:ph type="body" sz="quarter" idx="15" hasCustomPrompt="1"/>
          </p:nvPr>
        </p:nvSpPr>
        <p:spPr>
          <a:xfrm>
            <a:off x="1504287" y="3183853"/>
            <a:ext cx="2331720" cy="777240"/>
          </a:xfrm>
          <a:ln w="19050">
            <a:noFill/>
          </a:ln>
        </p:spPr>
        <p:txBody>
          <a:bodyPr wrap="none" lIns="0" anchor="ctr">
            <a:noAutofit/>
          </a:bodyPr>
          <a:lstStyle>
            <a:lvl1pPr marL="0" indent="0" algn="l">
              <a:spcAft>
                <a:spcPts val="0"/>
              </a:spcAft>
              <a:buNone/>
              <a:defRPr sz="1200">
                <a:latin typeface="+mj-lt"/>
              </a:defRPr>
            </a:lvl1pPr>
            <a:lvl2pPr marL="0" indent="0">
              <a:spcAft>
                <a:spcPts val="0"/>
              </a:spcAft>
              <a:buNone/>
              <a:defRPr sz="1200">
                <a:latin typeface="+mn-lt"/>
              </a:defRPr>
            </a:lvl2pPr>
          </a:lstStyle>
          <a:p>
            <a:pPr lvl="0"/>
            <a:r>
              <a:rPr lang="en-US"/>
              <a:t>Name</a:t>
            </a:r>
          </a:p>
          <a:p>
            <a:pPr lvl="1"/>
            <a:r>
              <a:rPr lang="en-US"/>
              <a:t>Title</a:t>
            </a:r>
          </a:p>
        </p:txBody>
      </p:sp>
      <p:sp>
        <p:nvSpPr>
          <p:cNvPr id="33" name="Text Placeholder 6">
            <a:extLst>
              <a:ext uri="{FF2B5EF4-FFF2-40B4-BE49-F238E27FC236}">
                <a16:creationId xmlns:a16="http://schemas.microsoft.com/office/drawing/2014/main" id="{165DD077-F6B8-467F-772B-56F5FBA01588}"/>
              </a:ext>
            </a:extLst>
          </p:cNvPr>
          <p:cNvSpPr>
            <a:spLocks noGrp="1"/>
          </p:cNvSpPr>
          <p:nvPr userDrawn="1">
            <p:ph type="body" sz="quarter" idx="17" hasCustomPrompt="1"/>
          </p:nvPr>
        </p:nvSpPr>
        <p:spPr>
          <a:xfrm>
            <a:off x="1504287" y="4160969"/>
            <a:ext cx="2331720" cy="777240"/>
          </a:xfrm>
          <a:ln w="19050">
            <a:noFill/>
          </a:ln>
        </p:spPr>
        <p:txBody>
          <a:bodyPr wrap="none" lIns="0" anchor="ctr">
            <a:noAutofit/>
          </a:bodyPr>
          <a:lstStyle>
            <a:lvl1pPr marL="0" indent="0" algn="l">
              <a:spcAft>
                <a:spcPts val="0"/>
              </a:spcAft>
              <a:buNone/>
              <a:defRPr sz="1200">
                <a:latin typeface="+mj-lt"/>
              </a:defRPr>
            </a:lvl1pPr>
            <a:lvl2pPr marL="0" indent="0">
              <a:spcAft>
                <a:spcPts val="0"/>
              </a:spcAft>
              <a:buNone/>
              <a:defRPr sz="1200">
                <a:latin typeface="+mn-lt"/>
              </a:defRPr>
            </a:lvl2pPr>
          </a:lstStyle>
          <a:p>
            <a:pPr lvl="0"/>
            <a:r>
              <a:rPr lang="en-US"/>
              <a:t>Name</a:t>
            </a:r>
          </a:p>
          <a:p>
            <a:pPr lvl="1"/>
            <a:r>
              <a:rPr lang="en-US"/>
              <a:t>Title</a:t>
            </a:r>
          </a:p>
        </p:txBody>
      </p:sp>
      <p:sp>
        <p:nvSpPr>
          <p:cNvPr id="37" name="Text Placeholder 6">
            <a:extLst>
              <a:ext uri="{FF2B5EF4-FFF2-40B4-BE49-F238E27FC236}">
                <a16:creationId xmlns:a16="http://schemas.microsoft.com/office/drawing/2014/main" id="{9AFAAB85-366F-512B-302A-D3D97931D8F9}"/>
              </a:ext>
            </a:extLst>
          </p:cNvPr>
          <p:cNvSpPr>
            <a:spLocks noGrp="1"/>
          </p:cNvSpPr>
          <p:nvPr userDrawn="1">
            <p:ph type="body" sz="quarter" idx="19" hasCustomPrompt="1"/>
          </p:nvPr>
        </p:nvSpPr>
        <p:spPr>
          <a:xfrm>
            <a:off x="1504287" y="5138085"/>
            <a:ext cx="2331720" cy="777240"/>
          </a:xfrm>
          <a:ln w="19050">
            <a:noFill/>
          </a:ln>
        </p:spPr>
        <p:txBody>
          <a:bodyPr wrap="none" lIns="0" anchor="ctr">
            <a:noAutofit/>
          </a:bodyPr>
          <a:lstStyle>
            <a:lvl1pPr marL="0" indent="0" algn="l">
              <a:spcAft>
                <a:spcPts val="0"/>
              </a:spcAft>
              <a:buNone/>
              <a:defRPr sz="1200">
                <a:latin typeface="+mj-lt"/>
              </a:defRPr>
            </a:lvl1pPr>
            <a:lvl2pPr marL="0" indent="0">
              <a:spcAft>
                <a:spcPts val="0"/>
              </a:spcAft>
              <a:buNone/>
              <a:defRPr sz="1200">
                <a:latin typeface="+mn-lt"/>
              </a:defRPr>
            </a:lvl2pPr>
          </a:lstStyle>
          <a:p>
            <a:pPr lvl="0"/>
            <a:r>
              <a:rPr lang="en-US"/>
              <a:t>Name</a:t>
            </a:r>
          </a:p>
          <a:p>
            <a:pPr lvl="1"/>
            <a:r>
              <a:rPr lang="en-US"/>
              <a:t>Title</a:t>
            </a:r>
          </a:p>
        </p:txBody>
      </p:sp>
      <p:sp>
        <p:nvSpPr>
          <p:cNvPr id="41" name="Text Placeholder 6">
            <a:extLst>
              <a:ext uri="{FF2B5EF4-FFF2-40B4-BE49-F238E27FC236}">
                <a16:creationId xmlns:a16="http://schemas.microsoft.com/office/drawing/2014/main" id="{A4016C55-BC90-5C30-11A9-6B337DAC0A93}"/>
              </a:ext>
            </a:extLst>
          </p:cNvPr>
          <p:cNvSpPr>
            <a:spLocks noGrp="1"/>
          </p:cNvSpPr>
          <p:nvPr userDrawn="1">
            <p:ph type="body" sz="quarter" idx="21" hasCustomPrompt="1"/>
          </p:nvPr>
        </p:nvSpPr>
        <p:spPr>
          <a:xfrm>
            <a:off x="4340144" y="1323102"/>
            <a:ext cx="7426406" cy="246221"/>
          </a:xfrm>
        </p:spPr>
        <p:txBody>
          <a:bodyPr wrap="none" anchor="ctr">
            <a:noAutofit/>
          </a:bodyPr>
          <a:lstStyle>
            <a:lvl1pPr marL="0" indent="0" algn="l">
              <a:buNone/>
              <a:defRPr sz="1400">
                <a:solidFill>
                  <a:schemeClr val="accent4"/>
                </a:solidFill>
                <a:latin typeface="+mj-lt"/>
              </a:defRPr>
            </a:lvl1pPr>
          </a:lstStyle>
          <a:p>
            <a:pPr lvl="0"/>
            <a:r>
              <a:rPr lang="en-US"/>
              <a:t>Team name</a:t>
            </a:r>
          </a:p>
        </p:txBody>
      </p:sp>
      <p:sp>
        <p:nvSpPr>
          <p:cNvPr id="46" name="Text Placeholder 6">
            <a:extLst>
              <a:ext uri="{FF2B5EF4-FFF2-40B4-BE49-F238E27FC236}">
                <a16:creationId xmlns:a16="http://schemas.microsoft.com/office/drawing/2014/main" id="{44858C65-06DA-B4A7-4A89-1473891D5680}"/>
              </a:ext>
            </a:extLst>
          </p:cNvPr>
          <p:cNvSpPr>
            <a:spLocks noGrp="1"/>
          </p:cNvSpPr>
          <p:nvPr userDrawn="1">
            <p:ph type="body" sz="quarter" idx="22" hasCustomPrompt="1"/>
          </p:nvPr>
        </p:nvSpPr>
        <p:spPr>
          <a:xfrm>
            <a:off x="4496318" y="1797665"/>
            <a:ext cx="3337560" cy="246221"/>
          </a:xfrm>
        </p:spPr>
        <p:txBody>
          <a:bodyPr wrap="none" anchor="ctr">
            <a:noAutofit/>
          </a:bodyPr>
          <a:lstStyle>
            <a:lvl1pPr marL="0" indent="0" algn="l">
              <a:buNone/>
              <a:defRPr sz="1200">
                <a:solidFill>
                  <a:schemeClr val="accent3"/>
                </a:solidFill>
                <a:latin typeface="+mj-lt"/>
              </a:defRPr>
            </a:lvl1pPr>
          </a:lstStyle>
          <a:p>
            <a:pPr lvl="0"/>
            <a:r>
              <a:rPr lang="en-US"/>
              <a:t>Sub-team name</a:t>
            </a:r>
          </a:p>
        </p:txBody>
      </p:sp>
      <p:sp>
        <p:nvSpPr>
          <p:cNvPr id="49" name="Text Placeholder 6">
            <a:extLst>
              <a:ext uri="{FF2B5EF4-FFF2-40B4-BE49-F238E27FC236}">
                <a16:creationId xmlns:a16="http://schemas.microsoft.com/office/drawing/2014/main" id="{EFDAB5F1-0CF9-8ACE-C9BE-23C0A19EC334}"/>
              </a:ext>
            </a:extLst>
          </p:cNvPr>
          <p:cNvSpPr>
            <a:spLocks noGrp="1"/>
          </p:cNvSpPr>
          <p:nvPr userDrawn="1">
            <p:ph type="body" sz="quarter" idx="24" hasCustomPrompt="1"/>
          </p:nvPr>
        </p:nvSpPr>
        <p:spPr>
          <a:xfrm>
            <a:off x="5424711" y="2213245"/>
            <a:ext cx="2331720" cy="777240"/>
          </a:xfrm>
          <a:ln w="19050">
            <a:noFill/>
          </a:ln>
        </p:spPr>
        <p:txBody>
          <a:bodyPr wrap="none" lIns="0" anchor="ctr">
            <a:noAutofit/>
          </a:bodyPr>
          <a:lstStyle>
            <a:lvl1pPr marL="0" indent="0" algn="l">
              <a:spcAft>
                <a:spcPts val="0"/>
              </a:spcAft>
              <a:buNone/>
              <a:defRPr sz="1200">
                <a:latin typeface="+mj-lt"/>
              </a:defRPr>
            </a:lvl1pPr>
            <a:lvl2pPr marL="0" indent="0">
              <a:spcAft>
                <a:spcPts val="0"/>
              </a:spcAft>
              <a:buNone/>
              <a:defRPr sz="1200">
                <a:latin typeface="+mn-lt"/>
              </a:defRPr>
            </a:lvl2pPr>
          </a:lstStyle>
          <a:p>
            <a:pPr lvl="0"/>
            <a:r>
              <a:rPr lang="en-US"/>
              <a:t>Name</a:t>
            </a:r>
          </a:p>
          <a:p>
            <a:pPr lvl="1"/>
            <a:r>
              <a:rPr lang="en-US"/>
              <a:t>Title</a:t>
            </a:r>
          </a:p>
        </p:txBody>
      </p:sp>
      <p:sp>
        <p:nvSpPr>
          <p:cNvPr id="55" name="Text Placeholder 6">
            <a:extLst>
              <a:ext uri="{FF2B5EF4-FFF2-40B4-BE49-F238E27FC236}">
                <a16:creationId xmlns:a16="http://schemas.microsoft.com/office/drawing/2014/main" id="{DC3AE717-2F15-1481-2D99-88141D30BCAF}"/>
              </a:ext>
            </a:extLst>
          </p:cNvPr>
          <p:cNvSpPr>
            <a:spLocks noGrp="1"/>
          </p:cNvSpPr>
          <p:nvPr userDrawn="1">
            <p:ph type="body" sz="quarter" idx="27" hasCustomPrompt="1"/>
          </p:nvPr>
        </p:nvSpPr>
        <p:spPr>
          <a:xfrm>
            <a:off x="5424711" y="3183853"/>
            <a:ext cx="2331720" cy="777240"/>
          </a:xfrm>
          <a:ln w="19050">
            <a:noFill/>
          </a:ln>
        </p:spPr>
        <p:txBody>
          <a:bodyPr wrap="none" lIns="0" anchor="ctr">
            <a:noAutofit/>
          </a:bodyPr>
          <a:lstStyle>
            <a:lvl1pPr marL="0" indent="0" algn="l">
              <a:spcAft>
                <a:spcPts val="0"/>
              </a:spcAft>
              <a:buNone/>
              <a:defRPr sz="1200">
                <a:latin typeface="+mj-lt"/>
              </a:defRPr>
            </a:lvl1pPr>
            <a:lvl2pPr marL="0" indent="0">
              <a:spcAft>
                <a:spcPts val="0"/>
              </a:spcAft>
              <a:buNone/>
              <a:defRPr sz="1200">
                <a:latin typeface="+mn-lt"/>
              </a:defRPr>
            </a:lvl2pPr>
          </a:lstStyle>
          <a:p>
            <a:pPr lvl="0"/>
            <a:r>
              <a:rPr lang="en-US"/>
              <a:t>Name</a:t>
            </a:r>
          </a:p>
          <a:p>
            <a:pPr lvl="1"/>
            <a:r>
              <a:rPr lang="en-US"/>
              <a:t>Title</a:t>
            </a:r>
          </a:p>
        </p:txBody>
      </p:sp>
      <p:sp>
        <p:nvSpPr>
          <p:cNvPr id="57" name="Text Placeholder 6">
            <a:extLst>
              <a:ext uri="{FF2B5EF4-FFF2-40B4-BE49-F238E27FC236}">
                <a16:creationId xmlns:a16="http://schemas.microsoft.com/office/drawing/2014/main" id="{4BEB9F4A-751F-EF43-E9CE-48E503B05601}"/>
              </a:ext>
            </a:extLst>
          </p:cNvPr>
          <p:cNvSpPr>
            <a:spLocks noGrp="1"/>
          </p:cNvSpPr>
          <p:nvPr userDrawn="1">
            <p:ph type="body" sz="quarter" idx="29" hasCustomPrompt="1"/>
          </p:nvPr>
        </p:nvSpPr>
        <p:spPr>
          <a:xfrm>
            <a:off x="5424711" y="4160969"/>
            <a:ext cx="2331720" cy="777240"/>
          </a:xfrm>
          <a:ln w="19050">
            <a:noFill/>
          </a:ln>
        </p:spPr>
        <p:txBody>
          <a:bodyPr wrap="none" lIns="0" anchor="ctr">
            <a:noAutofit/>
          </a:bodyPr>
          <a:lstStyle>
            <a:lvl1pPr marL="0" indent="0" algn="l">
              <a:spcAft>
                <a:spcPts val="0"/>
              </a:spcAft>
              <a:buNone/>
              <a:defRPr sz="1200">
                <a:latin typeface="+mj-lt"/>
              </a:defRPr>
            </a:lvl1pPr>
            <a:lvl2pPr marL="0" indent="0">
              <a:spcAft>
                <a:spcPts val="0"/>
              </a:spcAft>
              <a:buNone/>
              <a:defRPr sz="1200">
                <a:latin typeface="+mn-lt"/>
              </a:defRPr>
            </a:lvl2pPr>
          </a:lstStyle>
          <a:p>
            <a:pPr lvl="0"/>
            <a:r>
              <a:rPr lang="en-US"/>
              <a:t>Name</a:t>
            </a:r>
          </a:p>
          <a:p>
            <a:pPr lvl="1"/>
            <a:r>
              <a:rPr lang="en-US"/>
              <a:t>Title</a:t>
            </a:r>
          </a:p>
        </p:txBody>
      </p:sp>
      <p:sp>
        <p:nvSpPr>
          <p:cNvPr id="59" name="Text Placeholder 6">
            <a:extLst>
              <a:ext uri="{FF2B5EF4-FFF2-40B4-BE49-F238E27FC236}">
                <a16:creationId xmlns:a16="http://schemas.microsoft.com/office/drawing/2014/main" id="{52FB666B-C90C-9842-4D5D-A7CBEDDCBA19}"/>
              </a:ext>
            </a:extLst>
          </p:cNvPr>
          <p:cNvSpPr>
            <a:spLocks noGrp="1"/>
          </p:cNvSpPr>
          <p:nvPr userDrawn="1">
            <p:ph type="body" sz="quarter" idx="31" hasCustomPrompt="1"/>
          </p:nvPr>
        </p:nvSpPr>
        <p:spPr>
          <a:xfrm>
            <a:off x="5424711" y="5138085"/>
            <a:ext cx="2331720" cy="777240"/>
          </a:xfrm>
          <a:ln w="19050">
            <a:noFill/>
          </a:ln>
        </p:spPr>
        <p:txBody>
          <a:bodyPr wrap="none" lIns="0" anchor="ctr">
            <a:noAutofit/>
          </a:bodyPr>
          <a:lstStyle>
            <a:lvl1pPr marL="0" indent="0" algn="l">
              <a:spcAft>
                <a:spcPts val="0"/>
              </a:spcAft>
              <a:buNone/>
              <a:defRPr sz="1200">
                <a:latin typeface="+mj-lt"/>
              </a:defRPr>
            </a:lvl1pPr>
            <a:lvl2pPr marL="0" indent="0">
              <a:spcAft>
                <a:spcPts val="0"/>
              </a:spcAft>
              <a:buNone/>
              <a:defRPr sz="1200">
                <a:latin typeface="+mn-lt"/>
              </a:defRPr>
            </a:lvl2pPr>
          </a:lstStyle>
          <a:p>
            <a:pPr lvl="0"/>
            <a:r>
              <a:rPr lang="en-US"/>
              <a:t>Name</a:t>
            </a:r>
          </a:p>
          <a:p>
            <a:pPr lvl="1"/>
            <a:r>
              <a:rPr lang="en-US"/>
              <a:t>Title</a:t>
            </a:r>
          </a:p>
        </p:txBody>
      </p:sp>
      <p:sp>
        <p:nvSpPr>
          <p:cNvPr id="112" name="Text Placeholder 6">
            <a:extLst>
              <a:ext uri="{FF2B5EF4-FFF2-40B4-BE49-F238E27FC236}">
                <a16:creationId xmlns:a16="http://schemas.microsoft.com/office/drawing/2014/main" id="{A17170B6-51B8-B4DB-4902-7E77055393DA}"/>
              </a:ext>
            </a:extLst>
          </p:cNvPr>
          <p:cNvSpPr>
            <a:spLocks noGrp="1"/>
          </p:cNvSpPr>
          <p:nvPr userDrawn="1">
            <p:ph type="body" sz="quarter" idx="40" hasCustomPrompt="1"/>
          </p:nvPr>
        </p:nvSpPr>
        <p:spPr>
          <a:xfrm>
            <a:off x="8295266" y="1797665"/>
            <a:ext cx="3337560" cy="246221"/>
          </a:xfrm>
        </p:spPr>
        <p:txBody>
          <a:bodyPr wrap="none" anchor="ctr">
            <a:noAutofit/>
          </a:bodyPr>
          <a:lstStyle>
            <a:lvl1pPr marL="0" indent="0" algn="l">
              <a:buNone/>
              <a:defRPr sz="1200">
                <a:solidFill>
                  <a:schemeClr val="accent3"/>
                </a:solidFill>
                <a:latin typeface="+mj-lt"/>
              </a:defRPr>
            </a:lvl1pPr>
          </a:lstStyle>
          <a:p>
            <a:pPr lvl="0"/>
            <a:r>
              <a:rPr lang="en-US"/>
              <a:t>Sub-team name</a:t>
            </a:r>
          </a:p>
        </p:txBody>
      </p:sp>
      <p:sp>
        <p:nvSpPr>
          <p:cNvPr id="67" name="Text Placeholder 6">
            <a:extLst>
              <a:ext uri="{FF2B5EF4-FFF2-40B4-BE49-F238E27FC236}">
                <a16:creationId xmlns:a16="http://schemas.microsoft.com/office/drawing/2014/main" id="{EC9D4DBF-905D-9298-2F8B-17D02F713EB0}"/>
              </a:ext>
            </a:extLst>
          </p:cNvPr>
          <p:cNvSpPr>
            <a:spLocks noGrp="1"/>
          </p:cNvSpPr>
          <p:nvPr userDrawn="1">
            <p:ph type="body" sz="quarter" idx="33" hasCustomPrompt="1"/>
          </p:nvPr>
        </p:nvSpPr>
        <p:spPr>
          <a:xfrm>
            <a:off x="9242636" y="2213245"/>
            <a:ext cx="2331720" cy="777240"/>
          </a:xfrm>
          <a:ln w="19050">
            <a:noFill/>
          </a:ln>
        </p:spPr>
        <p:txBody>
          <a:bodyPr wrap="none" lIns="0" anchor="ctr">
            <a:noAutofit/>
          </a:bodyPr>
          <a:lstStyle>
            <a:lvl1pPr marL="0" indent="0" algn="l">
              <a:spcAft>
                <a:spcPts val="0"/>
              </a:spcAft>
              <a:buNone/>
              <a:defRPr sz="1200">
                <a:latin typeface="+mj-lt"/>
              </a:defRPr>
            </a:lvl1pPr>
            <a:lvl2pPr marL="0" indent="0">
              <a:spcAft>
                <a:spcPts val="0"/>
              </a:spcAft>
              <a:buNone/>
              <a:defRPr sz="1200">
                <a:latin typeface="+mn-lt"/>
              </a:defRPr>
            </a:lvl2pPr>
          </a:lstStyle>
          <a:p>
            <a:pPr lvl="0"/>
            <a:r>
              <a:rPr lang="en-US"/>
              <a:t>Name</a:t>
            </a:r>
          </a:p>
          <a:p>
            <a:pPr lvl="1"/>
            <a:r>
              <a:rPr lang="en-US"/>
              <a:t>Title</a:t>
            </a:r>
          </a:p>
        </p:txBody>
      </p:sp>
      <p:sp>
        <p:nvSpPr>
          <p:cNvPr id="69" name="Text Placeholder 6">
            <a:extLst>
              <a:ext uri="{FF2B5EF4-FFF2-40B4-BE49-F238E27FC236}">
                <a16:creationId xmlns:a16="http://schemas.microsoft.com/office/drawing/2014/main" id="{82AABC4F-DA0D-1B6C-F10D-7912F3E22EA7}"/>
              </a:ext>
            </a:extLst>
          </p:cNvPr>
          <p:cNvSpPr>
            <a:spLocks noGrp="1"/>
          </p:cNvSpPr>
          <p:nvPr userDrawn="1">
            <p:ph type="body" sz="quarter" idx="35" hasCustomPrompt="1"/>
          </p:nvPr>
        </p:nvSpPr>
        <p:spPr>
          <a:xfrm>
            <a:off x="9242636" y="3183853"/>
            <a:ext cx="2331720" cy="777240"/>
          </a:xfrm>
          <a:ln w="19050">
            <a:noFill/>
          </a:ln>
        </p:spPr>
        <p:txBody>
          <a:bodyPr wrap="none" lIns="0" anchor="ctr">
            <a:noAutofit/>
          </a:bodyPr>
          <a:lstStyle>
            <a:lvl1pPr marL="0" indent="0" algn="l">
              <a:spcAft>
                <a:spcPts val="0"/>
              </a:spcAft>
              <a:buNone/>
              <a:defRPr sz="1200">
                <a:latin typeface="+mj-lt"/>
              </a:defRPr>
            </a:lvl1pPr>
            <a:lvl2pPr marL="0" indent="0">
              <a:spcAft>
                <a:spcPts val="0"/>
              </a:spcAft>
              <a:buNone/>
              <a:defRPr sz="1200">
                <a:latin typeface="+mn-lt"/>
              </a:defRPr>
            </a:lvl2pPr>
          </a:lstStyle>
          <a:p>
            <a:pPr lvl="0"/>
            <a:r>
              <a:rPr lang="en-US"/>
              <a:t>Name</a:t>
            </a:r>
          </a:p>
          <a:p>
            <a:pPr lvl="1"/>
            <a:r>
              <a:rPr lang="en-US"/>
              <a:t>Title</a:t>
            </a:r>
          </a:p>
        </p:txBody>
      </p:sp>
      <p:sp>
        <p:nvSpPr>
          <p:cNvPr id="71" name="Text Placeholder 6">
            <a:extLst>
              <a:ext uri="{FF2B5EF4-FFF2-40B4-BE49-F238E27FC236}">
                <a16:creationId xmlns:a16="http://schemas.microsoft.com/office/drawing/2014/main" id="{94BDEC68-8B99-777A-CEDA-84311C5BB236}"/>
              </a:ext>
            </a:extLst>
          </p:cNvPr>
          <p:cNvSpPr>
            <a:spLocks noGrp="1"/>
          </p:cNvSpPr>
          <p:nvPr userDrawn="1">
            <p:ph type="body" sz="quarter" idx="37" hasCustomPrompt="1"/>
          </p:nvPr>
        </p:nvSpPr>
        <p:spPr>
          <a:xfrm>
            <a:off x="9242636" y="4160969"/>
            <a:ext cx="2331720" cy="777240"/>
          </a:xfrm>
          <a:ln w="19050">
            <a:noFill/>
          </a:ln>
        </p:spPr>
        <p:txBody>
          <a:bodyPr wrap="none" lIns="0" anchor="ctr">
            <a:noAutofit/>
          </a:bodyPr>
          <a:lstStyle>
            <a:lvl1pPr marL="0" indent="0" algn="l">
              <a:spcAft>
                <a:spcPts val="0"/>
              </a:spcAft>
              <a:buNone/>
              <a:defRPr sz="1200">
                <a:latin typeface="+mj-lt"/>
              </a:defRPr>
            </a:lvl1pPr>
            <a:lvl2pPr marL="0" indent="0">
              <a:spcAft>
                <a:spcPts val="0"/>
              </a:spcAft>
              <a:buNone/>
              <a:defRPr sz="1200">
                <a:latin typeface="+mn-lt"/>
              </a:defRPr>
            </a:lvl2pPr>
          </a:lstStyle>
          <a:p>
            <a:pPr lvl="0"/>
            <a:r>
              <a:rPr lang="en-US"/>
              <a:t>Name</a:t>
            </a:r>
          </a:p>
          <a:p>
            <a:pPr lvl="1"/>
            <a:r>
              <a:rPr lang="en-US"/>
              <a:t>Title</a:t>
            </a:r>
          </a:p>
        </p:txBody>
      </p:sp>
      <p:sp>
        <p:nvSpPr>
          <p:cNvPr id="73" name="Text Placeholder 6">
            <a:extLst>
              <a:ext uri="{FF2B5EF4-FFF2-40B4-BE49-F238E27FC236}">
                <a16:creationId xmlns:a16="http://schemas.microsoft.com/office/drawing/2014/main" id="{91A2C454-6D2E-AEEA-3CC4-F6D6F4EBA57B}"/>
              </a:ext>
            </a:extLst>
          </p:cNvPr>
          <p:cNvSpPr>
            <a:spLocks noGrp="1"/>
          </p:cNvSpPr>
          <p:nvPr userDrawn="1">
            <p:ph type="body" sz="quarter" idx="39" hasCustomPrompt="1"/>
          </p:nvPr>
        </p:nvSpPr>
        <p:spPr>
          <a:xfrm>
            <a:off x="9242636" y="5138085"/>
            <a:ext cx="2331720" cy="777240"/>
          </a:xfrm>
          <a:ln w="19050">
            <a:noFill/>
          </a:ln>
        </p:spPr>
        <p:txBody>
          <a:bodyPr wrap="none" lIns="0" anchor="ctr">
            <a:noAutofit/>
          </a:bodyPr>
          <a:lstStyle>
            <a:lvl1pPr marL="0" indent="0" algn="l">
              <a:spcAft>
                <a:spcPts val="0"/>
              </a:spcAft>
              <a:buNone/>
              <a:defRPr sz="1200">
                <a:latin typeface="+mj-lt"/>
              </a:defRPr>
            </a:lvl1pPr>
            <a:lvl2pPr marL="0" indent="0">
              <a:spcAft>
                <a:spcPts val="0"/>
              </a:spcAft>
              <a:buNone/>
              <a:defRPr sz="1200">
                <a:latin typeface="+mn-lt"/>
              </a:defRPr>
            </a:lvl2pPr>
          </a:lstStyle>
          <a:p>
            <a:pPr lvl="0"/>
            <a:r>
              <a:rPr lang="en-US"/>
              <a:t>Name</a:t>
            </a:r>
          </a:p>
          <a:p>
            <a:pPr lvl="1"/>
            <a:r>
              <a:rPr lang="en-US"/>
              <a:t>Title</a:t>
            </a:r>
          </a:p>
        </p:txBody>
      </p:sp>
      <p:sp>
        <p:nvSpPr>
          <p:cNvPr id="5" name="Slide Number Placeholder 5">
            <a:extLst>
              <a:ext uri="{FF2B5EF4-FFF2-40B4-BE49-F238E27FC236}">
                <a16:creationId xmlns:a16="http://schemas.microsoft.com/office/drawing/2014/main" id="{E7BCF086-E0BB-3B67-3C11-E0716AC53D0A}"/>
              </a:ext>
            </a:extLst>
          </p:cNvPr>
          <p:cNvSpPr>
            <a:spLocks noGrp="1"/>
          </p:cNvSpPr>
          <p:nvPr userDrawn="1">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a:p>
        </p:txBody>
      </p:sp>
      <p:grpSp>
        <p:nvGrpSpPr>
          <p:cNvPr id="14" name="Group 13">
            <a:extLst>
              <a:ext uri="{FF2B5EF4-FFF2-40B4-BE49-F238E27FC236}">
                <a16:creationId xmlns:a16="http://schemas.microsoft.com/office/drawing/2014/main" id="{DECFFDCD-5DBA-4316-718F-2745EBCA88BF}"/>
              </a:ext>
              <a:ext uri="{C183D7F6-B498-43B3-948B-1728B52AA6E4}">
                <adec:decorative xmlns:adec="http://schemas.microsoft.com/office/drawing/2017/decorative" val="1"/>
              </a:ext>
            </a:extLst>
          </p:cNvPr>
          <p:cNvGrpSpPr/>
          <p:nvPr userDrawn="1"/>
        </p:nvGrpSpPr>
        <p:grpSpPr>
          <a:xfrm>
            <a:off x="433386" y="1670635"/>
            <a:ext cx="11333161" cy="4406313"/>
            <a:chOff x="433386" y="1670635"/>
            <a:chExt cx="11333161" cy="4406313"/>
          </a:xfrm>
        </p:grpSpPr>
        <p:cxnSp>
          <p:nvCxnSpPr>
            <p:cNvPr id="42" name="Straight Connector 41">
              <a:extLst>
                <a:ext uri="{FF2B5EF4-FFF2-40B4-BE49-F238E27FC236}">
                  <a16:creationId xmlns:a16="http://schemas.microsoft.com/office/drawing/2014/main" id="{0A3955EF-1A6D-E65F-5443-7E5D271F7EA5}"/>
                </a:ext>
                <a:ext uri="{C183D7F6-B498-43B3-948B-1728B52AA6E4}">
                  <adec:decorative xmlns:adec="http://schemas.microsoft.com/office/drawing/2017/decorative" val="1"/>
                </a:ext>
              </a:extLst>
            </p:cNvPr>
            <p:cNvCxnSpPr>
              <a:cxnSpLocks/>
            </p:cNvCxnSpPr>
            <p:nvPr userDrawn="1"/>
          </p:nvCxnSpPr>
          <p:spPr>
            <a:xfrm>
              <a:off x="4057651" y="2125895"/>
              <a:ext cx="276646" cy="0"/>
            </a:xfrm>
            <a:prstGeom prst="line">
              <a:avLst/>
            </a:prstGeom>
            <a:ln w="19050">
              <a:solidFill>
                <a:schemeClr val="accent4"/>
              </a:solidFill>
            </a:ln>
          </p:spPr>
          <p:style>
            <a:lnRef idx="1">
              <a:schemeClr val="accent1"/>
            </a:lnRef>
            <a:fillRef idx="0">
              <a:schemeClr val="accent1"/>
            </a:fillRef>
            <a:effectRef idx="0">
              <a:schemeClr val="accent1"/>
            </a:effectRef>
            <a:fontRef idx="minor">
              <a:schemeClr val="tx1"/>
            </a:fontRef>
          </p:style>
        </p:cxnSp>
        <p:sp>
          <p:nvSpPr>
            <p:cNvPr id="44" name="Rectangle 43">
              <a:extLst>
                <a:ext uri="{FF2B5EF4-FFF2-40B4-BE49-F238E27FC236}">
                  <a16:creationId xmlns:a16="http://schemas.microsoft.com/office/drawing/2014/main" id="{06D415BD-718B-F120-BCD8-4FAB982AAC0F}"/>
                </a:ext>
                <a:ext uri="{C183D7F6-B498-43B3-948B-1728B52AA6E4}">
                  <adec:decorative xmlns:adec="http://schemas.microsoft.com/office/drawing/2017/decorative" val="1"/>
                </a:ext>
              </a:extLst>
            </p:cNvPr>
            <p:cNvSpPr/>
            <p:nvPr userDrawn="1"/>
          </p:nvSpPr>
          <p:spPr>
            <a:xfrm>
              <a:off x="4340144" y="1670635"/>
              <a:ext cx="7426403" cy="4406313"/>
            </a:xfrm>
            <a:prstGeom prst="rect">
              <a:avLst/>
            </a:prstGeom>
            <a:noFill/>
            <a:ln w="1905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1" name="Straight Connector 60">
              <a:extLst>
                <a:ext uri="{FF2B5EF4-FFF2-40B4-BE49-F238E27FC236}">
                  <a16:creationId xmlns:a16="http://schemas.microsoft.com/office/drawing/2014/main" id="{D1581C0F-60B3-0E65-75A7-D2FDAFD894D6}"/>
                </a:ext>
                <a:ext uri="{C183D7F6-B498-43B3-948B-1728B52AA6E4}">
                  <adec:decorative xmlns:adec="http://schemas.microsoft.com/office/drawing/2017/decorative" val="1"/>
                </a:ext>
              </a:extLst>
            </p:cNvPr>
            <p:cNvCxnSpPr>
              <a:cxnSpLocks/>
            </p:cNvCxnSpPr>
            <p:nvPr userDrawn="1"/>
          </p:nvCxnSpPr>
          <p:spPr>
            <a:xfrm>
              <a:off x="4340507" y="2601865"/>
              <a:ext cx="155448" cy="0"/>
            </a:xfrm>
            <a:prstGeom prst="line">
              <a:avLst/>
            </a:prstGeom>
            <a:ln w="1905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21C567F5-77B2-AC97-C110-9B8FB7B6C2A9}"/>
                </a:ext>
                <a:ext uri="{C183D7F6-B498-43B3-948B-1728B52AA6E4}">
                  <adec:decorative xmlns:adec="http://schemas.microsoft.com/office/drawing/2017/decorative" val="1"/>
                </a:ext>
              </a:extLst>
            </p:cNvPr>
            <p:cNvCxnSpPr>
              <a:cxnSpLocks/>
            </p:cNvCxnSpPr>
            <p:nvPr userDrawn="1"/>
          </p:nvCxnSpPr>
          <p:spPr>
            <a:xfrm>
              <a:off x="4340507" y="3572473"/>
              <a:ext cx="155448" cy="0"/>
            </a:xfrm>
            <a:prstGeom prst="line">
              <a:avLst/>
            </a:prstGeom>
            <a:ln w="1905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A85A3E01-2D09-BD45-3E1A-BACBED42AB9E}"/>
                </a:ext>
                <a:ext uri="{C183D7F6-B498-43B3-948B-1728B52AA6E4}">
                  <adec:decorative xmlns:adec="http://schemas.microsoft.com/office/drawing/2017/decorative" val="1"/>
                </a:ext>
              </a:extLst>
            </p:cNvPr>
            <p:cNvCxnSpPr>
              <a:cxnSpLocks/>
            </p:cNvCxnSpPr>
            <p:nvPr userDrawn="1"/>
          </p:nvCxnSpPr>
          <p:spPr>
            <a:xfrm>
              <a:off x="4340507" y="4549589"/>
              <a:ext cx="155448" cy="0"/>
            </a:xfrm>
            <a:prstGeom prst="line">
              <a:avLst/>
            </a:prstGeom>
            <a:ln w="1905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91028D47-4AB5-DFC8-6C77-E7FC1E09EFA1}"/>
                </a:ext>
                <a:ext uri="{C183D7F6-B498-43B3-948B-1728B52AA6E4}">
                  <adec:decorative xmlns:adec="http://schemas.microsoft.com/office/drawing/2017/decorative" val="1"/>
                </a:ext>
              </a:extLst>
            </p:cNvPr>
            <p:cNvCxnSpPr>
              <a:cxnSpLocks/>
            </p:cNvCxnSpPr>
            <p:nvPr userDrawn="1"/>
          </p:nvCxnSpPr>
          <p:spPr>
            <a:xfrm>
              <a:off x="4340507" y="5526705"/>
              <a:ext cx="155448" cy="0"/>
            </a:xfrm>
            <a:prstGeom prst="line">
              <a:avLst/>
            </a:prstGeom>
            <a:ln w="1905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75" name="Connector: Elbow 74">
              <a:extLst>
                <a:ext uri="{FF2B5EF4-FFF2-40B4-BE49-F238E27FC236}">
                  <a16:creationId xmlns:a16="http://schemas.microsoft.com/office/drawing/2014/main" id="{763DA31E-4EC6-9665-B9C6-1FFBBF61B74B}"/>
                </a:ext>
              </a:extLst>
            </p:cNvPr>
            <p:cNvCxnSpPr>
              <a:cxnSpLocks/>
            </p:cNvCxnSpPr>
            <p:nvPr userDrawn="1"/>
          </p:nvCxnSpPr>
          <p:spPr>
            <a:xfrm>
              <a:off x="7830089" y="2601865"/>
              <a:ext cx="465177" cy="0"/>
            </a:xfrm>
            <a:prstGeom prst="straightConnector1">
              <a:avLst/>
            </a:prstGeom>
            <a:ln w="1905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78" name="Connector: Elbow 74">
              <a:extLst>
                <a:ext uri="{FF2B5EF4-FFF2-40B4-BE49-F238E27FC236}">
                  <a16:creationId xmlns:a16="http://schemas.microsoft.com/office/drawing/2014/main" id="{5070A3AC-2A71-858F-D9F1-A99CE2A9B0D9}"/>
                </a:ext>
              </a:extLst>
            </p:cNvPr>
            <p:cNvCxnSpPr>
              <a:cxnSpLocks/>
              <a:stCxn id="136" idx="3"/>
              <a:endCxn id="149" idx="1"/>
            </p:cNvCxnSpPr>
            <p:nvPr userDrawn="1"/>
          </p:nvCxnSpPr>
          <p:spPr>
            <a:xfrm>
              <a:off x="7830089" y="2601865"/>
              <a:ext cx="465177" cy="970608"/>
            </a:xfrm>
            <a:prstGeom prst="bentConnector3">
              <a:avLst>
                <a:gd name="adj1" fmla="val 50000"/>
              </a:avLst>
            </a:prstGeom>
            <a:ln w="1905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81" name="Connector: Elbow 74">
              <a:extLst>
                <a:ext uri="{FF2B5EF4-FFF2-40B4-BE49-F238E27FC236}">
                  <a16:creationId xmlns:a16="http://schemas.microsoft.com/office/drawing/2014/main" id="{3E872E58-1C1B-11A7-BD01-200F2FBF1D61}"/>
                </a:ext>
              </a:extLst>
            </p:cNvPr>
            <p:cNvCxnSpPr>
              <a:cxnSpLocks/>
              <a:stCxn id="136" idx="3"/>
              <a:endCxn id="150" idx="1"/>
            </p:cNvCxnSpPr>
            <p:nvPr userDrawn="1"/>
          </p:nvCxnSpPr>
          <p:spPr>
            <a:xfrm>
              <a:off x="7830089" y="2601865"/>
              <a:ext cx="465177" cy="1947724"/>
            </a:xfrm>
            <a:prstGeom prst="bentConnector3">
              <a:avLst>
                <a:gd name="adj1" fmla="val 50000"/>
              </a:avLst>
            </a:prstGeom>
            <a:ln w="1905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84" name="Connector: Elbow 74">
              <a:extLst>
                <a:ext uri="{FF2B5EF4-FFF2-40B4-BE49-F238E27FC236}">
                  <a16:creationId xmlns:a16="http://schemas.microsoft.com/office/drawing/2014/main" id="{B2EF44E4-CB5F-CA89-600B-FE95A1E53D53}"/>
                </a:ext>
              </a:extLst>
            </p:cNvPr>
            <p:cNvCxnSpPr>
              <a:cxnSpLocks/>
              <a:stCxn id="136" idx="3"/>
              <a:endCxn id="151" idx="1"/>
            </p:cNvCxnSpPr>
            <p:nvPr userDrawn="1"/>
          </p:nvCxnSpPr>
          <p:spPr>
            <a:xfrm>
              <a:off x="7830089" y="2601865"/>
              <a:ext cx="465177" cy="2924840"/>
            </a:xfrm>
            <a:prstGeom prst="bentConnector3">
              <a:avLst>
                <a:gd name="adj1" fmla="val 50000"/>
              </a:avLst>
            </a:prstGeom>
            <a:ln w="1905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91D5AA8A-A45A-9776-A98C-B4AE24E4F0B4}"/>
                </a:ext>
                <a:ext uri="{C183D7F6-B498-43B3-948B-1728B52AA6E4}">
                  <adec:decorative xmlns:adec="http://schemas.microsoft.com/office/drawing/2017/decorative" val="1"/>
                </a:ext>
              </a:extLst>
            </p:cNvPr>
            <p:cNvCxnSpPr>
              <a:cxnSpLocks/>
            </p:cNvCxnSpPr>
            <p:nvPr userDrawn="1"/>
          </p:nvCxnSpPr>
          <p:spPr>
            <a:xfrm>
              <a:off x="3910527" y="2591227"/>
              <a:ext cx="0" cy="444867"/>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52" name="Rectangle 51">
              <a:extLst>
                <a:ext uri="{FF2B5EF4-FFF2-40B4-BE49-F238E27FC236}">
                  <a16:creationId xmlns:a16="http://schemas.microsoft.com/office/drawing/2014/main" id="{50B8FF83-E3BC-D966-D239-4D784EB2BABC}"/>
                </a:ext>
                <a:ext uri="{C183D7F6-B498-43B3-948B-1728B52AA6E4}">
                  <adec:decorative xmlns:adec="http://schemas.microsoft.com/office/drawing/2017/decorative" val="1"/>
                </a:ext>
              </a:extLst>
            </p:cNvPr>
            <p:cNvSpPr>
              <a:spLocks/>
            </p:cNvSpPr>
            <p:nvPr userDrawn="1"/>
          </p:nvSpPr>
          <p:spPr>
            <a:xfrm>
              <a:off x="433387" y="1670636"/>
              <a:ext cx="3621024" cy="910518"/>
            </a:xfrm>
            <a:prstGeom prst="rect">
              <a:avLst/>
            </a:prstGeom>
            <a:noFill/>
            <a:ln w="1905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E33B3B71-8843-CF0E-F8EF-7A1271C4AF30}"/>
                </a:ext>
                <a:ext uri="{C183D7F6-B498-43B3-948B-1728B52AA6E4}">
                  <adec:decorative xmlns:adec="http://schemas.microsoft.com/office/drawing/2017/decorative" val="1"/>
                </a:ext>
              </a:extLst>
            </p:cNvPr>
            <p:cNvSpPr>
              <a:spLocks/>
            </p:cNvSpPr>
            <p:nvPr userDrawn="1"/>
          </p:nvSpPr>
          <p:spPr>
            <a:xfrm>
              <a:off x="433386" y="3032759"/>
              <a:ext cx="3621024" cy="3044189"/>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9" name="Straight Connector 28">
              <a:extLst>
                <a:ext uri="{FF2B5EF4-FFF2-40B4-BE49-F238E27FC236}">
                  <a16:creationId xmlns:a16="http://schemas.microsoft.com/office/drawing/2014/main" id="{FC1CFEBA-F1D6-1D2F-A1B7-FDEA54DFE7CE}"/>
                </a:ext>
                <a:ext uri="{C183D7F6-B498-43B3-948B-1728B52AA6E4}">
                  <adec:decorative xmlns:adec="http://schemas.microsoft.com/office/drawing/2017/decorative" val="1"/>
                </a:ext>
              </a:extLst>
            </p:cNvPr>
            <p:cNvCxnSpPr>
              <a:cxnSpLocks/>
            </p:cNvCxnSpPr>
            <p:nvPr userDrawn="1"/>
          </p:nvCxnSpPr>
          <p:spPr>
            <a:xfrm>
              <a:off x="433388" y="3572473"/>
              <a:ext cx="157162"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804F7F1-57CD-71DB-4415-A4D688CE5315}"/>
                </a:ext>
                <a:ext uri="{C183D7F6-B498-43B3-948B-1728B52AA6E4}">
                  <adec:decorative xmlns:adec="http://schemas.microsoft.com/office/drawing/2017/decorative" val="1"/>
                </a:ext>
              </a:extLst>
            </p:cNvPr>
            <p:cNvCxnSpPr>
              <a:cxnSpLocks/>
            </p:cNvCxnSpPr>
            <p:nvPr userDrawn="1"/>
          </p:nvCxnSpPr>
          <p:spPr>
            <a:xfrm>
              <a:off x="433388" y="4549589"/>
              <a:ext cx="157162"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9AD2112C-999B-0D97-9CB0-EB81090112EB}"/>
                </a:ext>
                <a:ext uri="{C183D7F6-B498-43B3-948B-1728B52AA6E4}">
                  <adec:decorative xmlns:adec="http://schemas.microsoft.com/office/drawing/2017/decorative" val="1"/>
                </a:ext>
              </a:extLst>
            </p:cNvPr>
            <p:cNvCxnSpPr>
              <a:cxnSpLocks/>
            </p:cNvCxnSpPr>
            <p:nvPr userDrawn="1"/>
          </p:nvCxnSpPr>
          <p:spPr>
            <a:xfrm>
              <a:off x="433388" y="5526705"/>
              <a:ext cx="157162"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31" name="Rectangle 130">
              <a:extLst>
                <a:ext uri="{FF2B5EF4-FFF2-40B4-BE49-F238E27FC236}">
                  <a16:creationId xmlns:a16="http://schemas.microsoft.com/office/drawing/2014/main" id="{518C56B5-718A-AC05-D836-5229A01D8ACF}"/>
                </a:ext>
                <a:ext uri="{C183D7F6-B498-43B3-948B-1728B52AA6E4}">
                  <adec:decorative xmlns:adec="http://schemas.microsoft.com/office/drawing/2017/decorative" val="0"/>
                </a:ext>
              </a:extLst>
            </p:cNvPr>
            <p:cNvSpPr/>
            <p:nvPr userDrawn="1"/>
          </p:nvSpPr>
          <p:spPr>
            <a:xfrm>
              <a:off x="590529" y="3138133"/>
              <a:ext cx="3333771" cy="868680"/>
            </a:xfrm>
            <a:prstGeom prst="rect">
              <a:avLst/>
            </a:prstGeom>
            <a:noFill/>
            <a:ln w="635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2" name="Rectangle 131">
              <a:extLst>
                <a:ext uri="{FF2B5EF4-FFF2-40B4-BE49-F238E27FC236}">
                  <a16:creationId xmlns:a16="http://schemas.microsoft.com/office/drawing/2014/main" id="{BA4F066E-E4DC-64F0-0ECA-224686E5F720}"/>
                </a:ext>
              </a:extLst>
            </p:cNvPr>
            <p:cNvSpPr/>
            <p:nvPr userDrawn="1"/>
          </p:nvSpPr>
          <p:spPr>
            <a:xfrm>
              <a:off x="590529" y="4115249"/>
              <a:ext cx="3333771" cy="868680"/>
            </a:xfrm>
            <a:prstGeom prst="rect">
              <a:avLst/>
            </a:prstGeom>
            <a:noFill/>
            <a:ln w="635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3" name="Rectangle 132">
              <a:extLst>
                <a:ext uri="{FF2B5EF4-FFF2-40B4-BE49-F238E27FC236}">
                  <a16:creationId xmlns:a16="http://schemas.microsoft.com/office/drawing/2014/main" id="{B67BB006-7017-5178-6EE4-BB29EFC5AE69}"/>
                </a:ext>
              </a:extLst>
            </p:cNvPr>
            <p:cNvSpPr/>
            <p:nvPr userDrawn="1"/>
          </p:nvSpPr>
          <p:spPr>
            <a:xfrm>
              <a:off x="590529" y="5092365"/>
              <a:ext cx="3333771" cy="868680"/>
            </a:xfrm>
            <a:prstGeom prst="rect">
              <a:avLst/>
            </a:prstGeom>
            <a:noFill/>
            <a:ln w="635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6" name="Rectangle 135">
              <a:extLst>
                <a:ext uri="{FF2B5EF4-FFF2-40B4-BE49-F238E27FC236}">
                  <a16:creationId xmlns:a16="http://schemas.microsoft.com/office/drawing/2014/main" id="{1799FEC5-440F-DB9C-4439-820D2DDA7027}"/>
                </a:ext>
              </a:extLst>
            </p:cNvPr>
            <p:cNvSpPr/>
            <p:nvPr userDrawn="1"/>
          </p:nvSpPr>
          <p:spPr>
            <a:xfrm>
              <a:off x="4496318" y="2167525"/>
              <a:ext cx="3333771" cy="868680"/>
            </a:xfrm>
            <a:prstGeom prst="rect">
              <a:avLst/>
            </a:prstGeom>
            <a:noFill/>
            <a:ln w="635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7" name="Rectangle 136">
              <a:extLst>
                <a:ext uri="{FF2B5EF4-FFF2-40B4-BE49-F238E27FC236}">
                  <a16:creationId xmlns:a16="http://schemas.microsoft.com/office/drawing/2014/main" id="{568554AA-A886-609B-FE06-DFA1262890D7}"/>
                </a:ext>
              </a:extLst>
            </p:cNvPr>
            <p:cNvSpPr/>
            <p:nvPr userDrawn="1"/>
          </p:nvSpPr>
          <p:spPr>
            <a:xfrm>
              <a:off x="4496318" y="3138133"/>
              <a:ext cx="3333771" cy="868680"/>
            </a:xfrm>
            <a:prstGeom prst="rect">
              <a:avLst/>
            </a:prstGeom>
            <a:noFill/>
            <a:ln w="635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8" name="Rectangle 137">
              <a:extLst>
                <a:ext uri="{FF2B5EF4-FFF2-40B4-BE49-F238E27FC236}">
                  <a16:creationId xmlns:a16="http://schemas.microsoft.com/office/drawing/2014/main" id="{22E4FE78-DCAF-9601-3B2B-125348D2DA61}"/>
                </a:ext>
              </a:extLst>
            </p:cNvPr>
            <p:cNvSpPr/>
            <p:nvPr userDrawn="1"/>
          </p:nvSpPr>
          <p:spPr>
            <a:xfrm>
              <a:off x="4496318" y="4115249"/>
              <a:ext cx="3333771" cy="868680"/>
            </a:xfrm>
            <a:prstGeom prst="rect">
              <a:avLst/>
            </a:prstGeom>
            <a:noFill/>
            <a:ln w="635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9" name="Rectangle 138">
              <a:extLst>
                <a:ext uri="{FF2B5EF4-FFF2-40B4-BE49-F238E27FC236}">
                  <a16:creationId xmlns:a16="http://schemas.microsoft.com/office/drawing/2014/main" id="{9A180A1D-B2FF-91D8-8348-D241D9D99FC8}"/>
                </a:ext>
              </a:extLst>
            </p:cNvPr>
            <p:cNvSpPr/>
            <p:nvPr userDrawn="1"/>
          </p:nvSpPr>
          <p:spPr>
            <a:xfrm>
              <a:off x="4496318" y="5092365"/>
              <a:ext cx="3333771" cy="868680"/>
            </a:xfrm>
            <a:prstGeom prst="rect">
              <a:avLst/>
            </a:prstGeom>
            <a:noFill/>
            <a:ln w="635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8" name="Rectangle 147">
              <a:extLst>
                <a:ext uri="{FF2B5EF4-FFF2-40B4-BE49-F238E27FC236}">
                  <a16:creationId xmlns:a16="http://schemas.microsoft.com/office/drawing/2014/main" id="{941B5E44-D0C0-6307-13C6-34AEAEF9271B}"/>
                </a:ext>
              </a:extLst>
            </p:cNvPr>
            <p:cNvSpPr/>
            <p:nvPr userDrawn="1"/>
          </p:nvSpPr>
          <p:spPr>
            <a:xfrm>
              <a:off x="8295266" y="2167525"/>
              <a:ext cx="3333771" cy="868680"/>
            </a:xfrm>
            <a:prstGeom prst="rect">
              <a:avLst/>
            </a:prstGeom>
            <a:noFill/>
            <a:ln w="635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9" name="Rectangle 148">
              <a:extLst>
                <a:ext uri="{FF2B5EF4-FFF2-40B4-BE49-F238E27FC236}">
                  <a16:creationId xmlns:a16="http://schemas.microsoft.com/office/drawing/2014/main" id="{FCDC84B4-BF53-2DB3-2F7C-225A72A926C1}"/>
                </a:ext>
              </a:extLst>
            </p:cNvPr>
            <p:cNvSpPr/>
            <p:nvPr userDrawn="1"/>
          </p:nvSpPr>
          <p:spPr>
            <a:xfrm>
              <a:off x="8295266" y="3138133"/>
              <a:ext cx="3333771" cy="868680"/>
            </a:xfrm>
            <a:prstGeom prst="rect">
              <a:avLst/>
            </a:prstGeom>
            <a:noFill/>
            <a:ln w="635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0" name="Rectangle 149">
              <a:extLst>
                <a:ext uri="{FF2B5EF4-FFF2-40B4-BE49-F238E27FC236}">
                  <a16:creationId xmlns:a16="http://schemas.microsoft.com/office/drawing/2014/main" id="{6FC82B9C-3BFC-4FA5-606E-3E06B6613C89}"/>
                </a:ext>
              </a:extLst>
            </p:cNvPr>
            <p:cNvSpPr/>
            <p:nvPr userDrawn="1"/>
          </p:nvSpPr>
          <p:spPr>
            <a:xfrm>
              <a:off x="8295266" y="4115249"/>
              <a:ext cx="3333771" cy="868680"/>
            </a:xfrm>
            <a:prstGeom prst="rect">
              <a:avLst/>
            </a:prstGeom>
            <a:noFill/>
            <a:ln w="635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1" name="Rectangle 150">
              <a:extLst>
                <a:ext uri="{FF2B5EF4-FFF2-40B4-BE49-F238E27FC236}">
                  <a16:creationId xmlns:a16="http://schemas.microsoft.com/office/drawing/2014/main" id="{42ECE3CF-7EE8-E288-D6A7-193C21EE3916}"/>
                </a:ext>
              </a:extLst>
            </p:cNvPr>
            <p:cNvSpPr/>
            <p:nvPr userDrawn="1"/>
          </p:nvSpPr>
          <p:spPr>
            <a:xfrm>
              <a:off x="8295266" y="5092365"/>
              <a:ext cx="3333771" cy="868680"/>
            </a:xfrm>
            <a:prstGeom prst="rect">
              <a:avLst/>
            </a:prstGeom>
            <a:noFill/>
            <a:ln w="635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 name="Picture Placeholder 9">
            <a:extLst>
              <a:ext uri="{FF2B5EF4-FFF2-40B4-BE49-F238E27FC236}">
                <a16:creationId xmlns:a16="http://schemas.microsoft.com/office/drawing/2014/main" id="{7FB0BDD5-63F4-3E72-BDE3-1523CA581CEF}"/>
              </a:ext>
              <a:ext uri="{C183D7F6-B498-43B3-948B-1728B52AA6E4}">
                <adec:decorative xmlns:adec="http://schemas.microsoft.com/office/drawing/2017/decorative" val="1"/>
              </a:ext>
            </a:extLst>
          </p:cNvPr>
          <p:cNvSpPr>
            <a:spLocks noGrp="1" noChangeAspect="1"/>
          </p:cNvSpPr>
          <p:nvPr userDrawn="1">
            <p:ph type="pic" sz="quarter" idx="12"/>
          </p:nvPr>
        </p:nvSpPr>
        <p:spPr>
          <a:xfrm>
            <a:off x="517923" y="1762159"/>
            <a:ext cx="727472" cy="727472"/>
          </a:xfrm>
          <a:prstGeom prst="ellipse">
            <a:avLst/>
          </a:prstGeom>
        </p:spPr>
        <p:txBody>
          <a:bodyPr anchor="ctr"/>
          <a:lstStyle>
            <a:lvl1pPr marL="0" indent="0" algn="ctr">
              <a:buNone/>
              <a:defRPr sz="900"/>
            </a:lvl1pPr>
          </a:lstStyle>
          <a:p>
            <a:r>
              <a:rPr lang="fr-FR"/>
              <a:t>Cliquez sur l'icône pour ajouter une image</a:t>
            </a:r>
            <a:endParaRPr lang="en-US"/>
          </a:p>
        </p:txBody>
      </p:sp>
      <p:sp>
        <p:nvSpPr>
          <p:cNvPr id="22" name="Picture Placeholder 9">
            <a:extLst>
              <a:ext uri="{FF2B5EF4-FFF2-40B4-BE49-F238E27FC236}">
                <a16:creationId xmlns:a16="http://schemas.microsoft.com/office/drawing/2014/main" id="{40812BA0-53B3-D14C-4335-E16230815AA8}"/>
              </a:ext>
              <a:ext uri="{C183D7F6-B498-43B3-948B-1728B52AA6E4}">
                <adec:decorative xmlns:adec="http://schemas.microsoft.com/office/drawing/2017/decorative" val="1"/>
              </a:ext>
            </a:extLst>
          </p:cNvPr>
          <p:cNvSpPr>
            <a:spLocks noGrp="1" noChangeAspect="1"/>
          </p:cNvSpPr>
          <p:nvPr userDrawn="1">
            <p:ph type="pic" sz="quarter" idx="16"/>
          </p:nvPr>
        </p:nvSpPr>
        <p:spPr>
          <a:xfrm>
            <a:off x="661113" y="3206713"/>
            <a:ext cx="731520" cy="731520"/>
          </a:xfrm>
          <a:prstGeom prst="ellipse">
            <a:avLst/>
          </a:prstGeom>
        </p:spPr>
        <p:txBody>
          <a:bodyPr anchor="ctr"/>
          <a:lstStyle>
            <a:lvl1pPr marL="0" indent="0" algn="ctr">
              <a:buNone/>
              <a:defRPr sz="900"/>
            </a:lvl1pPr>
          </a:lstStyle>
          <a:p>
            <a:r>
              <a:rPr lang="fr-FR"/>
              <a:t>Cliquez sur l'icône pour ajouter une image</a:t>
            </a:r>
            <a:endParaRPr lang="en-US"/>
          </a:p>
        </p:txBody>
      </p:sp>
      <p:sp>
        <p:nvSpPr>
          <p:cNvPr id="35" name="Picture Placeholder 9">
            <a:extLst>
              <a:ext uri="{FF2B5EF4-FFF2-40B4-BE49-F238E27FC236}">
                <a16:creationId xmlns:a16="http://schemas.microsoft.com/office/drawing/2014/main" id="{81F1C53A-FD91-A166-8127-D11F7959B6BD}"/>
              </a:ext>
              <a:ext uri="{C183D7F6-B498-43B3-948B-1728B52AA6E4}">
                <adec:decorative xmlns:adec="http://schemas.microsoft.com/office/drawing/2017/decorative" val="1"/>
              </a:ext>
            </a:extLst>
          </p:cNvPr>
          <p:cNvSpPr>
            <a:spLocks noGrp="1" noChangeAspect="1"/>
          </p:cNvSpPr>
          <p:nvPr userDrawn="1">
            <p:ph type="pic" sz="quarter" idx="18"/>
          </p:nvPr>
        </p:nvSpPr>
        <p:spPr>
          <a:xfrm>
            <a:off x="661113" y="4183829"/>
            <a:ext cx="731520" cy="731520"/>
          </a:xfrm>
          <a:prstGeom prst="ellipse">
            <a:avLst/>
          </a:prstGeom>
        </p:spPr>
        <p:txBody>
          <a:bodyPr anchor="ctr"/>
          <a:lstStyle>
            <a:lvl1pPr marL="0" indent="0" algn="ctr">
              <a:buNone/>
              <a:defRPr sz="900"/>
            </a:lvl1pPr>
          </a:lstStyle>
          <a:p>
            <a:r>
              <a:rPr lang="fr-FR"/>
              <a:t>Cliquez sur l'icône pour ajouter une image</a:t>
            </a:r>
            <a:endParaRPr lang="en-US"/>
          </a:p>
        </p:txBody>
      </p:sp>
      <p:sp>
        <p:nvSpPr>
          <p:cNvPr id="39" name="Picture Placeholder 9">
            <a:extLst>
              <a:ext uri="{FF2B5EF4-FFF2-40B4-BE49-F238E27FC236}">
                <a16:creationId xmlns:a16="http://schemas.microsoft.com/office/drawing/2014/main" id="{EC7738B5-50FD-A42F-1BCF-CF7340F10CDD}"/>
              </a:ext>
              <a:ext uri="{C183D7F6-B498-43B3-948B-1728B52AA6E4}">
                <adec:decorative xmlns:adec="http://schemas.microsoft.com/office/drawing/2017/decorative" val="1"/>
              </a:ext>
            </a:extLst>
          </p:cNvPr>
          <p:cNvSpPr>
            <a:spLocks noGrp="1" noChangeAspect="1"/>
          </p:cNvSpPr>
          <p:nvPr userDrawn="1">
            <p:ph type="pic" sz="quarter" idx="20"/>
          </p:nvPr>
        </p:nvSpPr>
        <p:spPr>
          <a:xfrm>
            <a:off x="661113" y="5160945"/>
            <a:ext cx="731520" cy="731520"/>
          </a:xfrm>
          <a:prstGeom prst="ellipse">
            <a:avLst/>
          </a:prstGeom>
        </p:spPr>
        <p:txBody>
          <a:bodyPr anchor="ctr"/>
          <a:lstStyle>
            <a:lvl1pPr marL="0" indent="0" algn="ctr">
              <a:buNone/>
              <a:defRPr sz="900"/>
            </a:lvl1pPr>
          </a:lstStyle>
          <a:p>
            <a:r>
              <a:rPr lang="fr-FR"/>
              <a:t>Cliquez sur l'icône pour ajouter une image</a:t>
            </a:r>
            <a:endParaRPr lang="en-US"/>
          </a:p>
        </p:txBody>
      </p:sp>
      <p:sp>
        <p:nvSpPr>
          <p:cNvPr id="48" name="Picture Placeholder 9">
            <a:extLst>
              <a:ext uri="{FF2B5EF4-FFF2-40B4-BE49-F238E27FC236}">
                <a16:creationId xmlns:a16="http://schemas.microsoft.com/office/drawing/2014/main" id="{EB5AC177-7EE2-FFFB-6431-6F1ABCAE2643}"/>
              </a:ext>
              <a:ext uri="{C183D7F6-B498-43B3-948B-1728B52AA6E4}">
                <adec:decorative xmlns:adec="http://schemas.microsoft.com/office/drawing/2017/decorative" val="1"/>
              </a:ext>
            </a:extLst>
          </p:cNvPr>
          <p:cNvSpPr>
            <a:spLocks noGrp="1" noChangeAspect="1"/>
          </p:cNvSpPr>
          <p:nvPr userDrawn="1">
            <p:ph type="pic" sz="quarter" idx="23"/>
          </p:nvPr>
        </p:nvSpPr>
        <p:spPr>
          <a:xfrm>
            <a:off x="4567755" y="2236105"/>
            <a:ext cx="731520" cy="731520"/>
          </a:xfrm>
          <a:prstGeom prst="ellipse">
            <a:avLst/>
          </a:prstGeom>
        </p:spPr>
        <p:txBody>
          <a:bodyPr anchor="ctr"/>
          <a:lstStyle>
            <a:lvl1pPr marL="0" indent="0" algn="ctr">
              <a:buNone/>
              <a:defRPr sz="900"/>
            </a:lvl1pPr>
          </a:lstStyle>
          <a:p>
            <a:r>
              <a:rPr lang="fr-FR"/>
              <a:t>Cliquez sur l'icône pour ajouter une image</a:t>
            </a:r>
            <a:endParaRPr lang="en-US"/>
          </a:p>
        </p:txBody>
      </p:sp>
      <p:sp>
        <p:nvSpPr>
          <p:cNvPr id="54" name="Picture Placeholder 9">
            <a:extLst>
              <a:ext uri="{FF2B5EF4-FFF2-40B4-BE49-F238E27FC236}">
                <a16:creationId xmlns:a16="http://schemas.microsoft.com/office/drawing/2014/main" id="{3C63F2F2-F2AE-9A78-12BC-69037BFEEE8D}"/>
              </a:ext>
              <a:ext uri="{C183D7F6-B498-43B3-948B-1728B52AA6E4}">
                <adec:decorative xmlns:adec="http://schemas.microsoft.com/office/drawing/2017/decorative" val="1"/>
              </a:ext>
            </a:extLst>
          </p:cNvPr>
          <p:cNvSpPr>
            <a:spLocks noGrp="1" noChangeAspect="1"/>
          </p:cNvSpPr>
          <p:nvPr userDrawn="1">
            <p:ph type="pic" sz="quarter" idx="26"/>
          </p:nvPr>
        </p:nvSpPr>
        <p:spPr>
          <a:xfrm>
            <a:off x="4567755" y="3206713"/>
            <a:ext cx="731520" cy="731520"/>
          </a:xfrm>
          <a:prstGeom prst="ellipse">
            <a:avLst/>
          </a:prstGeom>
        </p:spPr>
        <p:txBody>
          <a:bodyPr anchor="ctr"/>
          <a:lstStyle>
            <a:lvl1pPr marL="0" indent="0" algn="ctr">
              <a:buNone/>
              <a:defRPr sz="900"/>
            </a:lvl1pPr>
          </a:lstStyle>
          <a:p>
            <a:r>
              <a:rPr lang="fr-FR"/>
              <a:t>Cliquez sur l'icône pour ajouter une image</a:t>
            </a:r>
            <a:endParaRPr lang="en-US"/>
          </a:p>
        </p:txBody>
      </p:sp>
      <p:sp>
        <p:nvSpPr>
          <p:cNvPr id="56" name="Picture Placeholder 9">
            <a:extLst>
              <a:ext uri="{FF2B5EF4-FFF2-40B4-BE49-F238E27FC236}">
                <a16:creationId xmlns:a16="http://schemas.microsoft.com/office/drawing/2014/main" id="{F862E2C9-2BEE-E10B-6297-44CC739C1D2F}"/>
              </a:ext>
              <a:ext uri="{C183D7F6-B498-43B3-948B-1728B52AA6E4}">
                <adec:decorative xmlns:adec="http://schemas.microsoft.com/office/drawing/2017/decorative" val="1"/>
              </a:ext>
            </a:extLst>
          </p:cNvPr>
          <p:cNvSpPr>
            <a:spLocks noGrp="1" noChangeAspect="1"/>
          </p:cNvSpPr>
          <p:nvPr userDrawn="1">
            <p:ph type="pic" sz="quarter" idx="28"/>
          </p:nvPr>
        </p:nvSpPr>
        <p:spPr>
          <a:xfrm>
            <a:off x="4567755" y="4183829"/>
            <a:ext cx="731520" cy="731520"/>
          </a:xfrm>
          <a:prstGeom prst="ellipse">
            <a:avLst/>
          </a:prstGeom>
        </p:spPr>
        <p:txBody>
          <a:bodyPr anchor="ctr"/>
          <a:lstStyle>
            <a:lvl1pPr marL="0" indent="0" algn="ctr">
              <a:buNone/>
              <a:defRPr sz="900"/>
            </a:lvl1pPr>
          </a:lstStyle>
          <a:p>
            <a:r>
              <a:rPr lang="fr-FR"/>
              <a:t>Cliquez sur l'icône pour ajouter une image</a:t>
            </a:r>
            <a:endParaRPr lang="en-US"/>
          </a:p>
        </p:txBody>
      </p:sp>
      <p:sp>
        <p:nvSpPr>
          <p:cNvPr id="58" name="Picture Placeholder 9">
            <a:extLst>
              <a:ext uri="{FF2B5EF4-FFF2-40B4-BE49-F238E27FC236}">
                <a16:creationId xmlns:a16="http://schemas.microsoft.com/office/drawing/2014/main" id="{594C80DB-2D50-A87B-2ED2-09183D49DD58}"/>
              </a:ext>
              <a:ext uri="{C183D7F6-B498-43B3-948B-1728B52AA6E4}">
                <adec:decorative xmlns:adec="http://schemas.microsoft.com/office/drawing/2017/decorative" val="1"/>
              </a:ext>
            </a:extLst>
          </p:cNvPr>
          <p:cNvSpPr>
            <a:spLocks noGrp="1" noChangeAspect="1"/>
          </p:cNvSpPr>
          <p:nvPr userDrawn="1">
            <p:ph type="pic" sz="quarter" idx="30"/>
          </p:nvPr>
        </p:nvSpPr>
        <p:spPr>
          <a:xfrm>
            <a:off x="4567755" y="5160945"/>
            <a:ext cx="731520" cy="731520"/>
          </a:xfrm>
          <a:prstGeom prst="ellipse">
            <a:avLst/>
          </a:prstGeom>
        </p:spPr>
        <p:txBody>
          <a:bodyPr anchor="ctr"/>
          <a:lstStyle>
            <a:lvl1pPr marL="0" indent="0" algn="ctr">
              <a:buNone/>
              <a:defRPr sz="900"/>
            </a:lvl1pPr>
          </a:lstStyle>
          <a:p>
            <a:r>
              <a:rPr lang="fr-FR"/>
              <a:t>Cliquez sur l'icône pour ajouter une image</a:t>
            </a:r>
            <a:endParaRPr lang="en-US"/>
          </a:p>
        </p:txBody>
      </p:sp>
      <p:sp>
        <p:nvSpPr>
          <p:cNvPr id="66" name="Picture Placeholder 9">
            <a:extLst>
              <a:ext uri="{FF2B5EF4-FFF2-40B4-BE49-F238E27FC236}">
                <a16:creationId xmlns:a16="http://schemas.microsoft.com/office/drawing/2014/main" id="{CD8C94D3-25E6-AC72-C43C-EC84DBCF21C3}"/>
              </a:ext>
              <a:ext uri="{C183D7F6-B498-43B3-948B-1728B52AA6E4}">
                <adec:decorative xmlns:adec="http://schemas.microsoft.com/office/drawing/2017/decorative" val="1"/>
              </a:ext>
            </a:extLst>
          </p:cNvPr>
          <p:cNvSpPr>
            <a:spLocks noGrp="1" noChangeAspect="1"/>
          </p:cNvSpPr>
          <p:nvPr userDrawn="1">
            <p:ph type="pic" sz="quarter" idx="32"/>
          </p:nvPr>
        </p:nvSpPr>
        <p:spPr>
          <a:xfrm>
            <a:off x="8385680" y="2236105"/>
            <a:ext cx="731520" cy="731520"/>
          </a:xfrm>
          <a:prstGeom prst="ellipse">
            <a:avLst/>
          </a:prstGeom>
        </p:spPr>
        <p:txBody>
          <a:bodyPr anchor="ctr"/>
          <a:lstStyle>
            <a:lvl1pPr marL="0" indent="0" algn="ctr">
              <a:buNone/>
              <a:defRPr sz="900"/>
            </a:lvl1pPr>
          </a:lstStyle>
          <a:p>
            <a:r>
              <a:rPr lang="fr-FR"/>
              <a:t>Cliquez sur l'icône pour ajouter une image</a:t>
            </a:r>
            <a:endParaRPr lang="en-US"/>
          </a:p>
        </p:txBody>
      </p:sp>
      <p:sp>
        <p:nvSpPr>
          <p:cNvPr id="68" name="Picture Placeholder 9">
            <a:extLst>
              <a:ext uri="{FF2B5EF4-FFF2-40B4-BE49-F238E27FC236}">
                <a16:creationId xmlns:a16="http://schemas.microsoft.com/office/drawing/2014/main" id="{D8A0B903-445A-04D2-9051-997BD4B78284}"/>
              </a:ext>
              <a:ext uri="{C183D7F6-B498-43B3-948B-1728B52AA6E4}">
                <adec:decorative xmlns:adec="http://schemas.microsoft.com/office/drawing/2017/decorative" val="1"/>
              </a:ext>
            </a:extLst>
          </p:cNvPr>
          <p:cNvSpPr>
            <a:spLocks noGrp="1" noChangeAspect="1"/>
          </p:cNvSpPr>
          <p:nvPr userDrawn="1">
            <p:ph type="pic" sz="quarter" idx="34"/>
          </p:nvPr>
        </p:nvSpPr>
        <p:spPr>
          <a:xfrm>
            <a:off x="8385680" y="3206713"/>
            <a:ext cx="731520" cy="731520"/>
          </a:xfrm>
          <a:prstGeom prst="ellipse">
            <a:avLst/>
          </a:prstGeom>
        </p:spPr>
        <p:txBody>
          <a:bodyPr anchor="ctr"/>
          <a:lstStyle>
            <a:lvl1pPr marL="0" indent="0" algn="ctr">
              <a:buNone/>
              <a:defRPr sz="900"/>
            </a:lvl1pPr>
          </a:lstStyle>
          <a:p>
            <a:r>
              <a:rPr lang="fr-FR"/>
              <a:t>Cliquez sur l'icône pour ajouter une image</a:t>
            </a:r>
            <a:endParaRPr lang="en-US"/>
          </a:p>
        </p:txBody>
      </p:sp>
      <p:sp>
        <p:nvSpPr>
          <p:cNvPr id="70" name="Picture Placeholder 9">
            <a:extLst>
              <a:ext uri="{FF2B5EF4-FFF2-40B4-BE49-F238E27FC236}">
                <a16:creationId xmlns:a16="http://schemas.microsoft.com/office/drawing/2014/main" id="{AE20F12B-3F12-CE55-A442-7C33547A74D3}"/>
              </a:ext>
              <a:ext uri="{C183D7F6-B498-43B3-948B-1728B52AA6E4}">
                <adec:decorative xmlns:adec="http://schemas.microsoft.com/office/drawing/2017/decorative" val="1"/>
              </a:ext>
            </a:extLst>
          </p:cNvPr>
          <p:cNvSpPr>
            <a:spLocks noGrp="1" noChangeAspect="1"/>
          </p:cNvSpPr>
          <p:nvPr userDrawn="1">
            <p:ph type="pic" sz="quarter" idx="36"/>
          </p:nvPr>
        </p:nvSpPr>
        <p:spPr>
          <a:xfrm>
            <a:off x="8385680" y="4183829"/>
            <a:ext cx="731520" cy="731520"/>
          </a:xfrm>
          <a:prstGeom prst="ellipse">
            <a:avLst/>
          </a:prstGeom>
        </p:spPr>
        <p:txBody>
          <a:bodyPr anchor="ctr"/>
          <a:lstStyle>
            <a:lvl1pPr marL="0" indent="0" algn="ctr">
              <a:buNone/>
              <a:defRPr sz="900"/>
            </a:lvl1pPr>
          </a:lstStyle>
          <a:p>
            <a:r>
              <a:rPr lang="fr-FR"/>
              <a:t>Cliquez sur l'icône pour ajouter une image</a:t>
            </a:r>
            <a:endParaRPr lang="en-US"/>
          </a:p>
        </p:txBody>
      </p:sp>
      <p:sp>
        <p:nvSpPr>
          <p:cNvPr id="72" name="Picture Placeholder 9">
            <a:extLst>
              <a:ext uri="{FF2B5EF4-FFF2-40B4-BE49-F238E27FC236}">
                <a16:creationId xmlns:a16="http://schemas.microsoft.com/office/drawing/2014/main" id="{A8339BD8-8A5D-A7E3-3FA9-9B8F33AF6880}"/>
              </a:ext>
              <a:ext uri="{C183D7F6-B498-43B3-948B-1728B52AA6E4}">
                <adec:decorative xmlns:adec="http://schemas.microsoft.com/office/drawing/2017/decorative" val="1"/>
              </a:ext>
            </a:extLst>
          </p:cNvPr>
          <p:cNvSpPr>
            <a:spLocks noGrp="1" noChangeAspect="1"/>
          </p:cNvSpPr>
          <p:nvPr userDrawn="1">
            <p:ph type="pic" sz="quarter" idx="38"/>
          </p:nvPr>
        </p:nvSpPr>
        <p:spPr>
          <a:xfrm>
            <a:off x="8385680" y="5160945"/>
            <a:ext cx="731520" cy="731520"/>
          </a:xfrm>
          <a:prstGeom prst="ellipse">
            <a:avLst/>
          </a:prstGeom>
        </p:spPr>
        <p:txBody>
          <a:bodyPr anchor="ctr"/>
          <a:lstStyle>
            <a:lvl1pPr marL="0" indent="0" algn="ctr">
              <a:buNone/>
              <a:defRPr sz="900"/>
            </a:lvl1pPr>
          </a:lstStyle>
          <a:p>
            <a:r>
              <a:rPr lang="fr-FR"/>
              <a:t>Cliquez sur l'icône pour ajouter une image</a:t>
            </a:r>
            <a:endParaRPr lang="en-US"/>
          </a:p>
        </p:txBody>
      </p:sp>
      <p:sp>
        <p:nvSpPr>
          <p:cNvPr id="3" name="TextBox 2">
            <a:extLst>
              <a:ext uri="{FF2B5EF4-FFF2-40B4-BE49-F238E27FC236}">
                <a16:creationId xmlns:a16="http://schemas.microsoft.com/office/drawing/2014/main" id="{1AACC200-DB22-16D3-3E61-CDC27B2BBA12}"/>
              </a:ext>
              <a:ext uri="{C183D7F6-B498-43B3-948B-1728B52AA6E4}">
                <adec:decorative xmlns:adec="http://schemas.microsoft.com/office/drawing/2017/decorative" val="0"/>
              </a:ext>
            </a:extLst>
          </p:cNvPr>
          <p:cNvSpPr txBox="1"/>
          <p:nvPr userDrawn="1"/>
        </p:nvSpPr>
        <p:spPr>
          <a:xfrm>
            <a:off x="12377339" y="4453708"/>
            <a:ext cx="2519761" cy="954107"/>
          </a:xfrm>
          <a:prstGeom prst="rect">
            <a:avLst/>
          </a:prstGeom>
          <a:solidFill>
            <a:srgbClr val="FFFF00"/>
          </a:solidFill>
        </p:spPr>
        <p:txBody>
          <a:bodyPr wrap="square" rtlCol="0">
            <a:spAutoFit/>
          </a:bodyPr>
          <a:lstStyle/>
          <a:p>
            <a:pPr algn="l"/>
            <a:r>
              <a:rPr lang="en-US" sz="1400">
                <a:solidFill>
                  <a:schemeClr val="accent3"/>
                </a:solidFill>
              </a:rPr>
              <a:t>To customize the Org-Chart Layout to your individual needs, edits have to be done in the Slide Master.</a:t>
            </a:r>
          </a:p>
        </p:txBody>
      </p:sp>
    </p:spTree>
    <p:extLst>
      <p:ext uri="{BB962C8B-B14F-4D97-AF65-F5344CB8AC3E}">
        <p14:creationId xmlns:p14="http://schemas.microsoft.com/office/powerpoint/2010/main" val="1910830139"/>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Chapter 1">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9F1980C0-6A48-0964-29D9-8CE2BAC63544}"/>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334000" y="0"/>
            <a:ext cx="6858000" cy="6858000"/>
          </a:xfrm>
          <a:prstGeom prst="rect">
            <a:avLst/>
          </a:prstGeom>
        </p:spPr>
      </p:pic>
      <p:sp>
        <p:nvSpPr>
          <p:cNvPr id="2" name="Title 4">
            <a:extLst>
              <a:ext uri="{FF2B5EF4-FFF2-40B4-BE49-F238E27FC236}">
                <a16:creationId xmlns:a16="http://schemas.microsoft.com/office/drawing/2014/main" id="{C2E9A8E4-56D0-8BA2-6294-9611E2381FE2}"/>
              </a:ext>
            </a:extLst>
          </p:cNvPr>
          <p:cNvSpPr>
            <a:spLocks noGrp="1"/>
          </p:cNvSpPr>
          <p:nvPr>
            <p:ph type="title" hasCustomPrompt="1"/>
          </p:nvPr>
        </p:nvSpPr>
        <p:spPr>
          <a:xfrm>
            <a:off x="1786976" y="1866946"/>
            <a:ext cx="7095744" cy="1929384"/>
          </a:xfrm>
        </p:spPr>
        <p:txBody>
          <a:bodyPr/>
          <a:lstStyle>
            <a:lvl1pPr>
              <a:spcAft>
                <a:spcPts val="300"/>
              </a:spcAft>
              <a:defRPr lang="en-US" sz="5400" kern="1200" dirty="0">
                <a:solidFill>
                  <a:schemeClr val="accent3"/>
                </a:solidFill>
                <a:latin typeface="+mj-lt"/>
                <a:ea typeface="+mn-ea"/>
                <a:cs typeface="+mn-cs"/>
              </a:defRPr>
            </a:lvl1pPr>
          </a:lstStyle>
          <a:p>
            <a:pPr lvl="0"/>
            <a:r>
              <a:rPr lang="en-US"/>
              <a:t>Chapter title</a:t>
            </a:r>
            <a:br>
              <a:rPr lang="en-US"/>
            </a:br>
            <a:r>
              <a:rPr lang="en-US"/>
              <a:t>two lines</a:t>
            </a:r>
          </a:p>
        </p:txBody>
      </p:sp>
      <p:sp>
        <p:nvSpPr>
          <p:cNvPr id="3" name="Text Placeholder 8">
            <a:extLst>
              <a:ext uri="{FF2B5EF4-FFF2-40B4-BE49-F238E27FC236}">
                <a16:creationId xmlns:a16="http://schemas.microsoft.com/office/drawing/2014/main" id="{61A45F6D-44ED-7655-1FF0-4BD4658B4918}"/>
              </a:ext>
            </a:extLst>
          </p:cNvPr>
          <p:cNvSpPr>
            <a:spLocks noGrp="1"/>
          </p:cNvSpPr>
          <p:nvPr>
            <p:ph type="body" sz="quarter" idx="13" hasCustomPrompt="1"/>
          </p:nvPr>
        </p:nvSpPr>
        <p:spPr>
          <a:xfrm>
            <a:off x="390098" y="389618"/>
            <a:ext cx="1376980" cy="1477328"/>
          </a:xfrm>
        </p:spPr>
        <p:txBody>
          <a:bodyPr wrap="none">
            <a:spAutoFit/>
          </a:bodyPr>
          <a:lstStyle>
            <a:lvl1pPr marL="0" indent="0" algn="l" defTabSz="914400" rtl="0" eaLnBrk="1" latinLnBrk="0" hangingPunct="1">
              <a:lnSpc>
                <a:spcPct val="100000"/>
              </a:lnSpc>
              <a:spcBef>
                <a:spcPct val="0"/>
              </a:spcBef>
              <a:buNone/>
              <a:defRPr lang="en-US" sz="9600" kern="1200" dirty="0">
                <a:solidFill>
                  <a:schemeClr val="accent3"/>
                </a:solidFill>
                <a:latin typeface="+mj-lt"/>
                <a:ea typeface="+mj-ea"/>
                <a:cs typeface="+mj-cs"/>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a:t>01</a:t>
            </a:r>
          </a:p>
        </p:txBody>
      </p:sp>
      <p:sp>
        <p:nvSpPr>
          <p:cNvPr id="7" name="Graphique 10" descr="Atos logo">
            <a:extLst>
              <a:ext uri="{FF2B5EF4-FFF2-40B4-BE49-F238E27FC236}">
                <a16:creationId xmlns:a16="http://schemas.microsoft.com/office/drawing/2014/main" id="{5AE5FC5D-9FC3-FFFD-D4D3-5589BB12B008}"/>
              </a:ext>
            </a:extLst>
          </p:cNvPr>
          <p:cNvSpPr>
            <a:spLocks noChangeAspect="1"/>
          </p:cNvSpPr>
          <p:nvPr userDrawn="1"/>
        </p:nvSpPr>
        <p:spPr>
          <a:xfrm>
            <a:off x="10944224" y="6309897"/>
            <a:ext cx="819151" cy="250488"/>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accent1"/>
          </a:solidFill>
          <a:ln w="5690" cap="flat">
            <a:noFill/>
            <a:prstDash val="solid"/>
            <a:miter/>
          </a:ln>
        </p:spPr>
        <p:txBody>
          <a:bodyPr rtlCol="0" anchor="ctr"/>
          <a:lstStyle/>
          <a:p>
            <a:endParaRPr lang="fr-FR"/>
          </a:p>
        </p:txBody>
      </p:sp>
    </p:spTree>
    <p:extLst>
      <p:ext uri="{BB962C8B-B14F-4D97-AF65-F5344CB8AC3E}">
        <p14:creationId xmlns:p14="http://schemas.microsoft.com/office/powerpoint/2010/main" val="2986023221"/>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userDrawn="1">
  <p:cSld name="Chapter 2">
    <p:bg>
      <p:bgPr>
        <a:solidFill>
          <a:schemeClr val="accent2"/>
        </a:solidFill>
        <a:effectLst/>
      </p:bgPr>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9F1980C0-6A48-0964-29D9-8CE2BAC63544}"/>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334000" y="0"/>
            <a:ext cx="6858000" cy="6858000"/>
          </a:xfrm>
          <a:prstGeom prst="rect">
            <a:avLst/>
          </a:prstGeom>
        </p:spPr>
      </p:pic>
      <p:sp>
        <p:nvSpPr>
          <p:cNvPr id="2" name="Title 4">
            <a:extLst>
              <a:ext uri="{FF2B5EF4-FFF2-40B4-BE49-F238E27FC236}">
                <a16:creationId xmlns:a16="http://schemas.microsoft.com/office/drawing/2014/main" id="{92683593-22E8-3263-2712-45C2A9D997C7}"/>
              </a:ext>
            </a:extLst>
          </p:cNvPr>
          <p:cNvSpPr>
            <a:spLocks noGrp="1"/>
          </p:cNvSpPr>
          <p:nvPr>
            <p:ph type="title" hasCustomPrompt="1"/>
          </p:nvPr>
        </p:nvSpPr>
        <p:spPr>
          <a:xfrm>
            <a:off x="1786976" y="1866946"/>
            <a:ext cx="7095744" cy="1929384"/>
          </a:xfrm>
        </p:spPr>
        <p:txBody>
          <a:bodyPr/>
          <a:lstStyle>
            <a:lvl1pPr>
              <a:spcAft>
                <a:spcPts val="300"/>
              </a:spcAft>
              <a:defRPr lang="en-US" sz="5400" kern="1200" dirty="0">
                <a:solidFill>
                  <a:schemeClr val="accent3"/>
                </a:solidFill>
                <a:latin typeface="+mj-lt"/>
                <a:ea typeface="+mn-ea"/>
                <a:cs typeface="+mn-cs"/>
              </a:defRPr>
            </a:lvl1pPr>
          </a:lstStyle>
          <a:p>
            <a:pPr lvl="0"/>
            <a:r>
              <a:rPr lang="en-US"/>
              <a:t>Chapter title</a:t>
            </a:r>
            <a:br>
              <a:rPr lang="en-US"/>
            </a:br>
            <a:r>
              <a:rPr lang="en-US"/>
              <a:t>two lines</a:t>
            </a:r>
          </a:p>
        </p:txBody>
      </p:sp>
      <p:sp>
        <p:nvSpPr>
          <p:cNvPr id="3" name="Text Placeholder 8">
            <a:extLst>
              <a:ext uri="{FF2B5EF4-FFF2-40B4-BE49-F238E27FC236}">
                <a16:creationId xmlns:a16="http://schemas.microsoft.com/office/drawing/2014/main" id="{F9F0D4EE-1621-8A5D-46B2-3D77C6F3DB86}"/>
              </a:ext>
            </a:extLst>
          </p:cNvPr>
          <p:cNvSpPr>
            <a:spLocks noGrp="1"/>
          </p:cNvSpPr>
          <p:nvPr>
            <p:ph type="body" sz="quarter" idx="13" hasCustomPrompt="1"/>
          </p:nvPr>
        </p:nvSpPr>
        <p:spPr>
          <a:xfrm>
            <a:off x="390098" y="389618"/>
            <a:ext cx="1583767" cy="1477328"/>
          </a:xfrm>
        </p:spPr>
        <p:txBody>
          <a:bodyPr wrap="none">
            <a:spAutoFit/>
          </a:bodyPr>
          <a:lstStyle>
            <a:lvl1pPr marL="0" indent="0" algn="l" defTabSz="914400" rtl="0" eaLnBrk="1" latinLnBrk="0" hangingPunct="1">
              <a:lnSpc>
                <a:spcPct val="100000"/>
              </a:lnSpc>
              <a:spcBef>
                <a:spcPct val="0"/>
              </a:spcBef>
              <a:buNone/>
              <a:defRPr lang="en-US" sz="9600" kern="1200" dirty="0">
                <a:solidFill>
                  <a:schemeClr val="accent3"/>
                </a:solidFill>
                <a:latin typeface="+mj-lt"/>
                <a:ea typeface="+mj-ea"/>
                <a:cs typeface="+mj-cs"/>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a:t>02</a:t>
            </a:r>
          </a:p>
        </p:txBody>
      </p:sp>
      <p:sp>
        <p:nvSpPr>
          <p:cNvPr id="7" name="Graphique 10" descr="Atos logo">
            <a:extLst>
              <a:ext uri="{FF2B5EF4-FFF2-40B4-BE49-F238E27FC236}">
                <a16:creationId xmlns:a16="http://schemas.microsoft.com/office/drawing/2014/main" id="{5AE5FC5D-9FC3-FFFD-D4D3-5589BB12B008}"/>
              </a:ext>
            </a:extLst>
          </p:cNvPr>
          <p:cNvSpPr>
            <a:spLocks noChangeAspect="1"/>
          </p:cNvSpPr>
          <p:nvPr userDrawn="1"/>
        </p:nvSpPr>
        <p:spPr>
          <a:xfrm>
            <a:off x="10944224" y="6309897"/>
            <a:ext cx="819151" cy="250488"/>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a:p>
        </p:txBody>
      </p:sp>
    </p:spTree>
    <p:extLst>
      <p:ext uri="{BB962C8B-B14F-4D97-AF65-F5344CB8AC3E}">
        <p14:creationId xmlns:p14="http://schemas.microsoft.com/office/powerpoint/2010/main" val="3324259103"/>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preserve="1" userDrawn="1">
  <p:cSld name="Chapter 3">
    <p:bg>
      <p:bgPr>
        <a:solidFill>
          <a:schemeClr val="accent1"/>
        </a:solidFill>
        <a:effectLst/>
      </p:bgPr>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9F1980C0-6A48-0964-29D9-8CE2BAC63544}"/>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334000" y="0"/>
            <a:ext cx="6858000" cy="6858000"/>
          </a:xfrm>
          <a:prstGeom prst="rect">
            <a:avLst/>
          </a:prstGeom>
        </p:spPr>
      </p:pic>
      <p:sp>
        <p:nvSpPr>
          <p:cNvPr id="2" name="Title 4">
            <a:extLst>
              <a:ext uri="{FF2B5EF4-FFF2-40B4-BE49-F238E27FC236}">
                <a16:creationId xmlns:a16="http://schemas.microsoft.com/office/drawing/2014/main" id="{CB2993BA-81B4-4C7B-B5D4-6F3A84230FD2}"/>
              </a:ext>
            </a:extLst>
          </p:cNvPr>
          <p:cNvSpPr>
            <a:spLocks noGrp="1"/>
          </p:cNvSpPr>
          <p:nvPr>
            <p:ph type="title" hasCustomPrompt="1"/>
          </p:nvPr>
        </p:nvSpPr>
        <p:spPr>
          <a:xfrm>
            <a:off x="1786976" y="1866946"/>
            <a:ext cx="7095744" cy="1929384"/>
          </a:xfrm>
        </p:spPr>
        <p:txBody>
          <a:bodyPr/>
          <a:lstStyle>
            <a:lvl1pPr>
              <a:spcAft>
                <a:spcPts val="300"/>
              </a:spcAft>
              <a:defRPr lang="en-US" sz="5400" kern="1200" dirty="0">
                <a:solidFill>
                  <a:schemeClr val="bg1"/>
                </a:solidFill>
                <a:latin typeface="+mj-lt"/>
                <a:ea typeface="+mn-ea"/>
                <a:cs typeface="+mn-cs"/>
              </a:defRPr>
            </a:lvl1pPr>
          </a:lstStyle>
          <a:p>
            <a:pPr lvl="0"/>
            <a:r>
              <a:rPr lang="en-US"/>
              <a:t>Chapter title</a:t>
            </a:r>
            <a:br>
              <a:rPr lang="en-US"/>
            </a:br>
            <a:r>
              <a:rPr lang="en-US"/>
              <a:t>two lines</a:t>
            </a:r>
          </a:p>
        </p:txBody>
      </p:sp>
      <p:sp>
        <p:nvSpPr>
          <p:cNvPr id="3" name="Text Placeholder 8">
            <a:extLst>
              <a:ext uri="{FF2B5EF4-FFF2-40B4-BE49-F238E27FC236}">
                <a16:creationId xmlns:a16="http://schemas.microsoft.com/office/drawing/2014/main" id="{ADC44308-D4B4-C78F-0AA7-3CE513D88738}"/>
              </a:ext>
            </a:extLst>
          </p:cNvPr>
          <p:cNvSpPr>
            <a:spLocks noGrp="1"/>
          </p:cNvSpPr>
          <p:nvPr>
            <p:ph type="body" sz="quarter" idx="13" hasCustomPrompt="1"/>
          </p:nvPr>
        </p:nvSpPr>
        <p:spPr>
          <a:xfrm>
            <a:off x="390098" y="389618"/>
            <a:ext cx="1590179" cy="1477328"/>
          </a:xfrm>
        </p:spPr>
        <p:txBody>
          <a:bodyPr wrap="none">
            <a:spAutoFit/>
          </a:bodyPr>
          <a:lstStyle>
            <a:lvl1pPr marL="0" indent="0" algn="l" defTabSz="914400" rtl="0" eaLnBrk="1" latinLnBrk="0" hangingPunct="1">
              <a:lnSpc>
                <a:spcPct val="100000"/>
              </a:lnSpc>
              <a:spcBef>
                <a:spcPct val="0"/>
              </a:spcBef>
              <a:buNone/>
              <a:defRPr lang="en-US" sz="9600" kern="1200" dirty="0">
                <a:solidFill>
                  <a:schemeClr val="bg1"/>
                </a:solidFill>
                <a:latin typeface="+mj-lt"/>
                <a:ea typeface="+mj-ea"/>
                <a:cs typeface="+mj-cs"/>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a:t>03</a:t>
            </a:r>
          </a:p>
        </p:txBody>
      </p:sp>
      <p:sp>
        <p:nvSpPr>
          <p:cNvPr id="7" name="Graphique 10" descr="Atos logo">
            <a:extLst>
              <a:ext uri="{FF2B5EF4-FFF2-40B4-BE49-F238E27FC236}">
                <a16:creationId xmlns:a16="http://schemas.microsoft.com/office/drawing/2014/main" id="{5AE5FC5D-9FC3-FFFD-D4D3-5589BB12B008}"/>
              </a:ext>
            </a:extLst>
          </p:cNvPr>
          <p:cNvSpPr>
            <a:spLocks noChangeAspect="1"/>
          </p:cNvSpPr>
          <p:nvPr userDrawn="1"/>
        </p:nvSpPr>
        <p:spPr>
          <a:xfrm>
            <a:off x="10944224" y="6309897"/>
            <a:ext cx="819151" cy="250488"/>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a:p>
        </p:txBody>
      </p:sp>
    </p:spTree>
    <p:extLst>
      <p:ext uri="{BB962C8B-B14F-4D97-AF65-F5344CB8AC3E}">
        <p14:creationId xmlns:p14="http://schemas.microsoft.com/office/powerpoint/2010/main" val="1603944306"/>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preserve="1" userDrawn="1">
  <p:cSld name="Chapter 4">
    <p:bg>
      <p:bgPr>
        <a:solidFill>
          <a:schemeClr val="accent3"/>
        </a:solidFill>
        <a:effectLst/>
      </p:bgPr>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9F1980C0-6A48-0964-29D9-8CE2BAC63544}"/>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334000" y="0"/>
            <a:ext cx="6858000" cy="6858000"/>
          </a:xfrm>
          <a:prstGeom prst="rect">
            <a:avLst/>
          </a:prstGeom>
        </p:spPr>
      </p:pic>
      <p:sp>
        <p:nvSpPr>
          <p:cNvPr id="2" name="Title 4">
            <a:extLst>
              <a:ext uri="{FF2B5EF4-FFF2-40B4-BE49-F238E27FC236}">
                <a16:creationId xmlns:a16="http://schemas.microsoft.com/office/drawing/2014/main" id="{51C3D4EA-8ADF-9D91-6576-7CC6D63311BB}"/>
              </a:ext>
            </a:extLst>
          </p:cNvPr>
          <p:cNvSpPr>
            <a:spLocks noGrp="1"/>
          </p:cNvSpPr>
          <p:nvPr>
            <p:ph type="title" hasCustomPrompt="1"/>
          </p:nvPr>
        </p:nvSpPr>
        <p:spPr>
          <a:xfrm>
            <a:off x="1786976" y="1866946"/>
            <a:ext cx="7095744" cy="1929384"/>
          </a:xfrm>
        </p:spPr>
        <p:txBody>
          <a:bodyPr/>
          <a:lstStyle>
            <a:lvl1pPr>
              <a:spcAft>
                <a:spcPts val="300"/>
              </a:spcAft>
              <a:defRPr lang="en-US" sz="5400" kern="1200" dirty="0">
                <a:solidFill>
                  <a:schemeClr val="bg1"/>
                </a:solidFill>
                <a:latin typeface="+mj-lt"/>
                <a:ea typeface="+mn-ea"/>
                <a:cs typeface="+mn-cs"/>
              </a:defRPr>
            </a:lvl1pPr>
          </a:lstStyle>
          <a:p>
            <a:pPr lvl="0"/>
            <a:r>
              <a:rPr lang="en-US"/>
              <a:t>Chapter title</a:t>
            </a:r>
            <a:br>
              <a:rPr lang="en-US"/>
            </a:br>
            <a:r>
              <a:rPr lang="en-US"/>
              <a:t>two lines</a:t>
            </a:r>
          </a:p>
        </p:txBody>
      </p:sp>
      <p:sp>
        <p:nvSpPr>
          <p:cNvPr id="3" name="Text Placeholder 8">
            <a:extLst>
              <a:ext uri="{FF2B5EF4-FFF2-40B4-BE49-F238E27FC236}">
                <a16:creationId xmlns:a16="http://schemas.microsoft.com/office/drawing/2014/main" id="{F0B70B6B-96EE-A86E-6097-04A102D4038F}"/>
              </a:ext>
            </a:extLst>
          </p:cNvPr>
          <p:cNvSpPr>
            <a:spLocks noGrp="1"/>
          </p:cNvSpPr>
          <p:nvPr>
            <p:ph type="body" sz="quarter" idx="13" hasCustomPrompt="1"/>
          </p:nvPr>
        </p:nvSpPr>
        <p:spPr>
          <a:xfrm>
            <a:off x="390098" y="389618"/>
            <a:ext cx="1617430" cy="1477328"/>
          </a:xfrm>
        </p:spPr>
        <p:txBody>
          <a:bodyPr wrap="none">
            <a:spAutoFit/>
          </a:bodyPr>
          <a:lstStyle>
            <a:lvl1pPr marL="0" indent="0" algn="l" defTabSz="914400" rtl="0" eaLnBrk="1" latinLnBrk="0" hangingPunct="1">
              <a:lnSpc>
                <a:spcPct val="100000"/>
              </a:lnSpc>
              <a:spcBef>
                <a:spcPct val="0"/>
              </a:spcBef>
              <a:buNone/>
              <a:defRPr lang="en-US" sz="9600" kern="1200" dirty="0">
                <a:solidFill>
                  <a:schemeClr val="bg1"/>
                </a:solidFill>
                <a:latin typeface="+mj-lt"/>
                <a:ea typeface="+mj-ea"/>
                <a:cs typeface="+mj-cs"/>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a:t>04</a:t>
            </a:r>
          </a:p>
        </p:txBody>
      </p:sp>
      <p:sp>
        <p:nvSpPr>
          <p:cNvPr id="7" name="Graphique 10" descr="Atos logo">
            <a:extLst>
              <a:ext uri="{FF2B5EF4-FFF2-40B4-BE49-F238E27FC236}">
                <a16:creationId xmlns:a16="http://schemas.microsoft.com/office/drawing/2014/main" id="{5AE5FC5D-9FC3-FFFD-D4D3-5589BB12B008}"/>
              </a:ext>
            </a:extLst>
          </p:cNvPr>
          <p:cNvSpPr>
            <a:spLocks noChangeAspect="1"/>
          </p:cNvSpPr>
          <p:nvPr userDrawn="1"/>
        </p:nvSpPr>
        <p:spPr>
          <a:xfrm>
            <a:off x="10944224" y="6309897"/>
            <a:ext cx="819151" cy="250488"/>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a:p>
        </p:txBody>
      </p:sp>
    </p:spTree>
    <p:extLst>
      <p:ext uri="{BB962C8B-B14F-4D97-AF65-F5344CB8AC3E}">
        <p14:creationId xmlns:p14="http://schemas.microsoft.com/office/powerpoint/2010/main" val="2556356155"/>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preserve="1" userDrawn="1">
  <p:cSld name="Chapter 5">
    <p:spTree>
      <p:nvGrpSpPr>
        <p:cNvPr id="1" name=""/>
        <p:cNvGrpSpPr/>
        <p:nvPr/>
      </p:nvGrpSpPr>
      <p:grpSpPr>
        <a:xfrm>
          <a:off x="0" y="0"/>
          <a:ext cx="0" cy="0"/>
          <a:chOff x="0" y="0"/>
          <a:chExt cx="0" cy="0"/>
        </a:xfrm>
      </p:grpSpPr>
      <p:sp>
        <p:nvSpPr>
          <p:cNvPr id="4" name="Title 4">
            <a:extLst>
              <a:ext uri="{FF2B5EF4-FFF2-40B4-BE49-F238E27FC236}">
                <a16:creationId xmlns:a16="http://schemas.microsoft.com/office/drawing/2014/main" id="{1E2B2CFE-4909-414D-0919-C72426343E09}"/>
              </a:ext>
            </a:extLst>
          </p:cNvPr>
          <p:cNvSpPr>
            <a:spLocks noGrp="1"/>
          </p:cNvSpPr>
          <p:nvPr>
            <p:ph type="title" hasCustomPrompt="1"/>
          </p:nvPr>
        </p:nvSpPr>
        <p:spPr>
          <a:xfrm>
            <a:off x="6528122" y="2669997"/>
            <a:ext cx="5239512" cy="1929384"/>
          </a:xfrm>
        </p:spPr>
        <p:txBody>
          <a:bodyPr/>
          <a:lstStyle>
            <a:lvl1pPr>
              <a:spcAft>
                <a:spcPts val="300"/>
              </a:spcAft>
              <a:defRPr lang="en-US" sz="5400" kern="1200" dirty="0">
                <a:solidFill>
                  <a:schemeClr val="accent3"/>
                </a:solidFill>
                <a:latin typeface="+mj-lt"/>
                <a:ea typeface="+mn-ea"/>
                <a:cs typeface="+mn-cs"/>
              </a:defRPr>
            </a:lvl1pPr>
          </a:lstStyle>
          <a:p>
            <a:pPr lvl="0"/>
            <a:r>
              <a:rPr lang="en-US"/>
              <a:t>Chapter title</a:t>
            </a:r>
            <a:br>
              <a:rPr lang="en-US"/>
            </a:br>
            <a:r>
              <a:rPr lang="en-US"/>
              <a:t>two lines</a:t>
            </a:r>
          </a:p>
        </p:txBody>
      </p:sp>
      <p:sp>
        <p:nvSpPr>
          <p:cNvPr id="3" name="Text Placeholder 8">
            <a:extLst>
              <a:ext uri="{FF2B5EF4-FFF2-40B4-BE49-F238E27FC236}">
                <a16:creationId xmlns:a16="http://schemas.microsoft.com/office/drawing/2014/main" id="{4920FE09-D53D-58F2-14F2-F828E88C2F01}"/>
              </a:ext>
            </a:extLst>
          </p:cNvPr>
          <p:cNvSpPr>
            <a:spLocks noGrp="1"/>
          </p:cNvSpPr>
          <p:nvPr>
            <p:ph type="body" sz="quarter" idx="14" hasCustomPrompt="1"/>
          </p:nvPr>
        </p:nvSpPr>
        <p:spPr>
          <a:xfrm>
            <a:off x="390098" y="389618"/>
            <a:ext cx="1574149" cy="1477328"/>
          </a:xfrm>
        </p:spPr>
        <p:txBody>
          <a:bodyPr wrap="none">
            <a:spAutoFit/>
          </a:bodyPr>
          <a:lstStyle>
            <a:lvl1pPr marL="0" indent="0" algn="l" defTabSz="914400" rtl="0" eaLnBrk="1" latinLnBrk="0" hangingPunct="1">
              <a:lnSpc>
                <a:spcPct val="100000"/>
              </a:lnSpc>
              <a:spcBef>
                <a:spcPct val="0"/>
              </a:spcBef>
              <a:buNone/>
              <a:defRPr lang="en-US" sz="9600" kern="1200" dirty="0">
                <a:solidFill>
                  <a:schemeClr val="accent3"/>
                </a:solidFill>
                <a:latin typeface="+mj-lt"/>
                <a:ea typeface="+mj-ea"/>
                <a:cs typeface="+mj-cs"/>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a:t>05</a:t>
            </a:r>
          </a:p>
        </p:txBody>
      </p:sp>
      <p:sp>
        <p:nvSpPr>
          <p:cNvPr id="7" name="Graphique 10" descr="Atos logo">
            <a:extLst>
              <a:ext uri="{FF2B5EF4-FFF2-40B4-BE49-F238E27FC236}">
                <a16:creationId xmlns:a16="http://schemas.microsoft.com/office/drawing/2014/main" id="{5AE5FC5D-9FC3-FFFD-D4D3-5589BB12B008}"/>
              </a:ext>
            </a:extLst>
          </p:cNvPr>
          <p:cNvSpPr>
            <a:spLocks noChangeAspect="1"/>
          </p:cNvSpPr>
          <p:nvPr userDrawn="1"/>
        </p:nvSpPr>
        <p:spPr>
          <a:xfrm>
            <a:off x="10944224" y="6309897"/>
            <a:ext cx="819151" cy="250488"/>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accent1"/>
          </a:solidFill>
          <a:ln w="5690" cap="flat">
            <a:noFill/>
            <a:prstDash val="solid"/>
            <a:miter/>
          </a:ln>
        </p:spPr>
        <p:txBody>
          <a:bodyPr rtlCol="0" anchor="ctr"/>
          <a:lstStyle/>
          <a:p>
            <a:endParaRPr lang="fr-FR"/>
          </a:p>
        </p:txBody>
      </p:sp>
      <p:pic>
        <p:nvPicPr>
          <p:cNvPr id="2" name="Graphic 1">
            <a:extLst>
              <a:ext uri="{FF2B5EF4-FFF2-40B4-BE49-F238E27FC236}">
                <a16:creationId xmlns:a16="http://schemas.microsoft.com/office/drawing/2014/main" id="{E31A63B0-F56F-4FFC-27C3-566A79317B9A}"/>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flipH="1" flipV="1">
            <a:off x="0" y="0"/>
            <a:ext cx="6858000" cy="6858000"/>
          </a:xfrm>
          <a:prstGeom prst="rect">
            <a:avLst/>
          </a:prstGeom>
        </p:spPr>
      </p:pic>
    </p:spTree>
    <p:extLst>
      <p:ext uri="{BB962C8B-B14F-4D97-AF65-F5344CB8AC3E}">
        <p14:creationId xmlns:p14="http://schemas.microsoft.com/office/powerpoint/2010/main" val="4267020256"/>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preserve="1" userDrawn="1">
  <p:cSld name="Chapter 6">
    <p:bg>
      <p:bgPr>
        <a:solidFill>
          <a:schemeClr val="accent2"/>
        </a:solidFill>
        <a:effectLst/>
      </p:bgPr>
    </p:bg>
    <p:spTree>
      <p:nvGrpSpPr>
        <p:cNvPr id="1" name=""/>
        <p:cNvGrpSpPr/>
        <p:nvPr/>
      </p:nvGrpSpPr>
      <p:grpSpPr>
        <a:xfrm>
          <a:off x="0" y="0"/>
          <a:ext cx="0" cy="0"/>
          <a:chOff x="0" y="0"/>
          <a:chExt cx="0" cy="0"/>
        </a:xfrm>
      </p:grpSpPr>
      <p:sp>
        <p:nvSpPr>
          <p:cNvPr id="3" name="Title 4">
            <a:extLst>
              <a:ext uri="{FF2B5EF4-FFF2-40B4-BE49-F238E27FC236}">
                <a16:creationId xmlns:a16="http://schemas.microsoft.com/office/drawing/2014/main" id="{3EDA4A70-09D2-81E9-6BDE-760FB49226DD}"/>
              </a:ext>
            </a:extLst>
          </p:cNvPr>
          <p:cNvSpPr>
            <a:spLocks noGrp="1"/>
          </p:cNvSpPr>
          <p:nvPr>
            <p:ph type="title" hasCustomPrompt="1"/>
          </p:nvPr>
        </p:nvSpPr>
        <p:spPr>
          <a:xfrm>
            <a:off x="6528122" y="2669997"/>
            <a:ext cx="5239512" cy="1929384"/>
          </a:xfrm>
        </p:spPr>
        <p:txBody>
          <a:bodyPr/>
          <a:lstStyle>
            <a:lvl1pPr>
              <a:spcAft>
                <a:spcPts val="300"/>
              </a:spcAft>
              <a:defRPr lang="en-US" sz="5400" kern="1200" dirty="0">
                <a:solidFill>
                  <a:schemeClr val="accent3"/>
                </a:solidFill>
                <a:latin typeface="+mj-lt"/>
                <a:ea typeface="+mn-ea"/>
                <a:cs typeface="+mn-cs"/>
              </a:defRPr>
            </a:lvl1pPr>
          </a:lstStyle>
          <a:p>
            <a:pPr lvl="0"/>
            <a:r>
              <a:rPr lang="en-US"/>
              <a:t>Chapter title</a:t>
            </a:r>
            <a:br>
              <a:rPr lang="en-US"/>
            </a:br>
            <a:r>
              <a:rPr lang="en-US"/>
              <a:t>two lines</a:t>
            </a:r>
          </a:p>
        </p:txBody>
      </p:sp>
      <p:sp>
        <p:nvSpPr>
          <p:cNvPr id="4" name="Text Placeholder 8">
            <a:extLst>
              <a:ext uri="{FF2B5EF4-FFF2-40B4-BE49-F238E27FC236}">
                <a16:creationId xmlns:a16="http://schemas.microsoft.com/office/drawing/2014/main" id="{F6922402-EF68-49F2-4A3F-B5653B6E20DB}"/>
              </a:ext>
            </a:extLst>
          </p:cNvPr>
          <p:cNvSpPr>
            <a:spLocks noGrp="1"/>
          </p:cNvSpPr>
          <p:nvPr>
            <p:ph type="body" sz="quarter" idx="14" hasCustomPrompt="1"/>
          </p:nvPr>
        </p:nvSpPr>
        <p:spPr>
          <a:xfrm>
            <a:off x="390098" y="389618"/>
            <a:ext cx="1596591" cy="1477328"/>
          </a:xfrm>
        </p:spPr>
        <p:txBody>
          <a:bodyPr wrap="none">
            <a:spAutoFit/>
          </a:bodyPr>
          <a:lstStyle>
            <a:lvl1pPr marL="0" indent="0" algn="l" defTabSz="914400" rtl="0" eaLnBrk="1" latinLnBrk="0" hangingPunct="1">
              <a:lnSpc>
                <a:spcPct val="100000"/>
              </a:lnSpc>
              <a:spcBef>
                <a:spcPct val="0"/>
              </a:spcBef>
              <a:buNone/>
              <a:defRPr lang="en-US" sz="9600" kern="1200" dirty="0">
                <a:solidFill>
                  <a:schemeClr val="accent3"/>
                </a:solidFill>
                <a:latin typeface="+mj-lt"/>
                <a:ea typeface="+mj-ea"/>
                <a:cs typeface="+mj-cs"/>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a:t>06</a:t>
            </a:r>
          </a:p>
        </p:txBody>
      </p:sp>
      <p:sp>
        <p:nvSpPr>
          <p:cNvPr id="7" name="Graphique 10" descr="Atos logo">
            <a:extLst>
              <a:ext uri="{FF2B5EF4-FFF2-40B4-BE49-F238E27FC236}">
                <a16:creationId xmlns:a16="http://schemas.microsoft.com/office/drawing/2014/main" id="{5AE5FC5D-9FC3-FFFD-D4D3-5589BB12B008}"/>
              </a:ext>
            </a:extLst>
          </p:cNvPr>
          <p:cNvSpPr>
            <a:spLocks noChangeAspect="1"/>
          </p:cNvSpPr>
          <p:nvPr userDrawn="1"/>
        </p:nvSpPr>
        <p:spPr>
          <a:xfrm>
            <a:off x="10944224" y="6309897"/>
            <a:ext cx="819151" cy="250488"/>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a:p>
        </p:txBody>
      </p:sp>
      <p:pic>
        <p:nvPicPr>
          <p:cNvPr id="2" name="Graphic 1">
            <a:extLst>
              <a:ext uri="{FF2B5EF4-FFF2-40B4-BE49-F238E27FC236}">
                <a16:creationId xmlns:a16="http://schemas.microsoft.com/office/drawing/2014/main" id="{E4E14169-5DA2-05CD-4E0B-FFA9D622AA70}"/>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flipH="1" flipV="1">
            <a:off x="0" y="0"/>
            <a:ext cx="6858000" cy="6858000"/>
          </a:xfrm>
          <a:prstGeom prst="rect">
            <a:avLst/>
          </a:prstGeom>
        </p:spPr>
      </p:pic>
    </p:spTree>
    <p:extLst>
      <p:ext uri="{BB962C8B-B14F-4D97-AF65-F5344CB8AC3E}">
        <p14:creationId xmlns:p14="http://schemas.microsoft.com/office/powerpoint/2010/main" val="9143776"/>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showMasterSp="0" preserve="1" userDrawn="1">
  <p:cSld name="Chapter 7">
    <p:bg>
      <p:bgPr>
        <a:solidFill>
          <a:schemeClr val="accent1"/>
        </a:solidFill>
        <a:effectLst/>
      </p:bgPr>
    </p:bg>
    <p:spTree>
      <p:nvGrpSpPr>
        <p:cNvPr id="1" name=""/>
        <p:cNvGrpSpPr/>
        <p:nvPr/>
      </p:nvGrpSpPr>
      <p:grpSpPr>
        <a:xfrm>
          <a:off x="0" y="0"/>
          <a:ext cx="0" cy="0"/>
          <a:chOff x="0" y="0"/>
          <a:chExt cx="0" cy="0"/>
        </a:xfrm>
      </p:grpSpPr>
      <p:sp>
        <p:nvSpPr>
          <p:cNvPr id="3" name="Title 4">
            <a:extLst>
              <a:ext uri="{FF2B5EF4-FFF2-40B4-BE49-F238E27FC236}">
                <a16:creationId xmlns:a16="http://schemas.microsoft.com/office/drawing/2014/main" id="{7E8F55A3-EE25-9B7F-476D-2683FD6653C6}"/>
              </a:ext>
            </a:extLst>
          </p:cNvPr>
          <p:cNvSpPr>
            <a:spLocks noGrp="1"/>
          </p:cNvSpPr>
          <p:nvPr>
            <p:ph type="title" hasCustomPrompt="1"/>
          </p:nvPr>
        </p:nvSpPr>
        <p:spPr>
          <a:xfrm>
            <a:off x="6528122" y="2669997"/>
            <a:ext cx="5239512" cy="1929384"/>
          </a:xfrm>
        </p:spPr>
        <p:txBody>
          <a:bodyPr/>
          <a:lstStyle>
            <a:lvl1pPr>
              <a:spcAft>
                <a:spcPts val="300"/>
              </a:spcAft>
              <a:defRPr lang="en-US" sz="5400" kern="1200" dirty="0">
                <a:solidFill>
                  <a:schemeClr val="bg1"/>
                </a:solidFill>
                <a:latin typeface="+mj-lt"/>
                <a:ea typeface="+mn-ea"/>
                <a:cs typeface="+mn-cs"/>
              </a:defRPr>
            </a:lvl1pPr>
          </a:lstStyle>
          <a:p>
            <a:pPr lvl="0"/>
            <a:r>
              <a:rPr lang="en-US"/>
              <a:t>Chapter title</a:t>
            </a:r>
            <a:br>
              <a:rPr lang="en-US"/>
            </a:br>
            <a:r>
              <a:rPr lang="en-US"/>
              <a:t>two lines</a:t>
            </a:r>
          </a:p>
        </p:txBody>
      </p:sp>
      <p:sp>
        <p:nvSpPr>
          <p:cNvPr id="4" name="Text Placeholder 8">
            <a:extLst>
              <a:ext uri="{FF2B5EF4-FFF2-40B4-BE49-F238E27FC236}">
                <a16:creationId xmlns:a16="http://schemas.microsoft.com/office/drawing/2014/main" id="{156E34D6-D000-E6B8-A74F-ABBE92A126F4}"/>
              </a:ext>
            </a:extLst>
          </p:cNvPr>
          <p:cNvSpPr>
            <a:spLocks noGrp="1"/>
          </p:cNvSpPr>
          <p:nvPr>
            <p:ph type="body" sz="quarter" idx="14" hasCustomPrompt="1"/>
          </p:nvPr>
        </p:nvSpPr>
        <p:spPr>
          <a:xfrm>
            <a:off x="390098" y="389618"/>
            <a:ext cx="1497205" cy="1477328"/>
          </a:xfrm>
        </p:spPr>
        <p:txBody>
          <a:bodyPr wrap="none">
            <a:spAutoFit/>
          </a:bodyPr>
          <a:lstStyle>
            <a:lvl1pPr marL="0" indent="0" algn="l" defTabSz="914400" rtl="0" eaLnBrk="1" latinLnBrk="0" hangingPunct="1">
              <a:lnSpc>
                <a:spcPct val="100000"/>
              </a:lnSpc>
              <a:spcBef>
                <a:spcPct val="0"/>
              </a:spcBef>
              <a:buNone/>
              <a:defRPr lang="en-US" sz="9600" kern="1200" dirty="0">
                <a:solidFill>
                  <a:schemeClr val="bg1"/>
                </a:solidFill>
                <a:latin typeface="+mj-lt"/>
                <a:ea typeface="+mj-ea"/>
                <a:cs typeface="+mj-cs"/>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a:t>07</a:t>
            </a:r>
          </a:p>
        </p:txBody>
      </p:sp>
      <p:sp>
        <p:nvSpPr>
          <p:cNvPr id="7" name="Graphique 10" descr="Atos logo">
            <a:extLst>
              <a:ext uri="{FF2B5EF4-FFF2-40B4-BE49-F238E27FC236}">
                <a16:creationId xmlns:a16="http://schemas.microsoft.com/office/drawing/2014/main" id="{5AE5FC5D-9FC3-FFFD-D4D3-5589BB12B008}"/>
              </a:ext>
            </a:extLst>
          </p:cNvPr>
          <p:cNvSpPr>
            <a:spLocks noChangeAspect="1"/>
          </p:cNvSpPr>
          <p:nvPr userDrawn="1"/>
        </p:nvSpPr>
        <p:spPr>
          <a:xfrm>
            <a:off x="10944224" y="6309897"/>
            <a:ext cx="819151" cy="250488"/>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a:p>
        </p:txBody>
      </p:sp>
      <p:pic>
        <p:nvPicPr>
          <p:cNvPr id="2" name="Graphic 1">
            <a:extLst>
              <a:ext uri="{FF2B5EF4-FFF2-40B4-BE49-F238E27FC236}">
                <a16:creationId xmlns:a16="http://schemas.microsoft.com/office/drawing/2014/main" id="{6E4E7D65-52B3-610C-1413-747405523C11}"/>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flipH="1" flipV="1">
            <a:off x="0" y="0"/>
            <a:ext cx="6858000" cy="6858000"/>
          </a:xfrm>
          <a:prstGeom prst="rect">
            <a:avLst/>
          </a:prstGeom>
        </p:spPr>
      </p:pic>
    </p:spTree>
    <p:extLst>
      <p:ext uri="{BB962C8B-B14F-4D97-AF65-F5344CB8AC3E}">
        <p14:creationId xmlns:p14="http://schemas.microsoft.com/office/powerpoint/2010/main" val="2130937490"/>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showMasterSp="0" preserve="1" userDrawn="1">
  <p:cSld name="Chapter 8">
    <p:bg>
      <p:bgPr>
        <a:solidFill>
          <a:schemeClr val="accent3"/>
        </a:solidFill>
        <a:effectLst/>
      </p:bgPr>
    </p:bg>
    <p:spTree>
      <p:nvGrpSpPr>
        <p:cNvPr id="1" name=""/>
        <p:cNvGrpSpPr/>
        <p:nvPr/>
      </p:nvGrpSpPr>
      <p:grpSpPr>
        <a:xfrm>
          <a:off x="0" y="0"/>
          <a:ext cx="0" cy="0"/>
          <a:chOff x="0" y="0"/>
          <a:chExt cx="0" cy="0"/>
        </a:xfrm>
      </p:grpSpPr>
      <p:sp>
        <p:nvSpPr>
          <p:cNvPr id="3" name="Title 4">
            <a:extLst>
              <a:ext uri="{FF2B5EF4-FFF2-40B4-BE49-F238E27FC236}">
                <a16:creationId xmlns:a16="http://schemas.microsoft.com/office/drawing/2014/main" id="{2BFDF0E7-1C79-FBA3-FBFE-0F62B0F09A2A}"/>
              </a:ext>
            </a:extLst>
          </p:cNvPr>
          <p:cNvSpPr>
            <a:spLocks noGrp="1"/>
          </p:cNvSpPr>
          <p:nvPr>
            <p:ph type="title" hasCustomPrompt="1"/>
          </p:nvPr>
        </p:nvSpPr>
        <p:spPr>
          <a:xfrm>
            <a:off x="6528122" y="2669997"/>
            <a:ext cx="5239512" cy="1929384"/>
          </a:xfrm>
        </p:spPr>
        <p:txBody>
          <a:bodyPr/>
          <a:lstStyle>
            <a:lvl1pPr>
              <a:spcAft>
                <a:spcPts val="300"/>
              </a:spcAft>
              <a:defRPr lang="en-US" sz="5400" kern="1200" dirty="0">
                <a:solidFill>
                  <a:schemeClr val="bg1"/>
                </a:solidFill>
                <a:latin typeface="+mj-lt"/>
                <a:ea typeface="+mn-ea"/>
                <a:cs typeface="+mn-cs"/>
              </a:defRPr>
            </a:lvl1pPr>
          </a:lstStyle>
          <a:p>
            <a:pPr lvl="0"/>
            <a:r>
              <a:rPr lang="en-US"/>
              <a:t>Chapter title</a:t>
            </a:r>
            <a:br>
              <a:rPr lang="en-US"/>
            </a:br>
            <a:r>
              <a:rPr lang="en-US"/>
              <a:t>two lines</a:t>
            </a:r>
          </a:p>
        </p:txBody>
      </p:sp>
      <p:sp>
        <p:nvSpPr>
          <p:cNvPr id="4" name="Text Placeholder 8">
            <a:extLst>
              <a:ext uri="{FF2B5EF4-FFF2-40B4-BE49-F238E27FC236}">
                <a16:creationId xmlns:a16="http://schemas.microsoft.com/office/drawing/2014/main" id="{247EB606-D6A4-CC4D-DEF3-67E1E635A3C8}"/>
              </a:ext>
            </a:extLst>
          </p:cNvPr>
          <p:cNvSpPr>
            <a:spLocks noGrp="1"/>
          </p:cNvSpPr>
          <p:nvPr>
            <p:ph type="body" sz="quarter" idx="14" hasCustomPrompt="1"/>
          </p:nvPr>
        </p:nvSpPr>
        <p:spPr>
          <a:xfrm>
            <a:off x="390098" y="389618"/>
            <a:ext cx="1596591" cy="1477328"/>
          </a:xfrm>
        </p:spPr>
        <p:txBody>
          <a:bodyPr wrap="none">
            <a:spAutoFit/>
          </a:bodyPr>
          <a:lstStyle>
            <a:lvl1pPr marL="0" indent="0" algn="l" defTabSz="914400" rtl="0" eaLnBrk="1" latinLnBrk="0" hangingPunct="1">
              <a:lnSpc>
                <a:spcPct val="100000"/>
              </a:lnSpc>
              <a:spcBef>
                <a:spcPct val="0"/>
              </a:spcBef>
              <a:buNone/>
              <a:defRPr lang="en-US" sz="9600" kern="1200" dirty="0">
                <a:solidFill>
                  <a:schemeClr val="bg1"/>
                </a:solidFill>
                <a:latin typeface="+mj-lt"/>
                <a:ea typeface="+mj-ea"/>
                <a:cs typeface="+mj-cs"/>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a:t>08</a:t>
            </a:r>
          </a:p>
        </p:txBody>
      </p:sp>
      <p:sp>
        <p:nvSpPr>
          <p:cNvPr id="7" name="Graphique 10" descr="Atos logo">
            <a:extLst>
              <a:ext uri="{FF2B5EF4-FFF2-40B4-BE49-F238E27FC236}">
                <a16:creationId xmlns:a16="http://schemas.microsoft.com/office/drawing/2014/main" id="{5AE5FC5D-9FC3-FFFD-D4D3-5589BB12B008}"/>
              </a:ext>
            </a:extLst>
          </p:cNvPr>
          <p:cNvSpPr>
            <a:spLocks noChangeAspect="1"/>
          </p:cNvSpPr>
          <p:nvPr userDrawn="1"/>
        </p:nvSpPr>
        <p:spPr>
          <a:xfrm>
            <a:off x="10944224" y="6309897"/>
            <a:ext cx="819151" cy="250488"/>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a:p>
        </p:txBody>
      </p:sp>
      <p:pic>
        <p:nvPicPr>
          <p:cNvPr id="2" name="Graphic 1">
            <a:extLst>
              <a:ext uri="{FF2B5EF4-FFF2-40B4-BE49-F238E27FC236}">
                <a16:creationId xmlns:a16="http://schemas.microsoft.com/office/drawing/2014/main" id="{74490CF5-6E1C-B670-6877-0573039B7C02}"/>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flipH="1" flipV="1">
            <a:off x="0" y="0"/>
            <a:ext cx="6858000" cy="6858000"/>
          </a:xfrm>
          <a:prstGeom prst="rect">
            <a:avLst/>
          </a:prstGeom>
        </p:spPr>
      </p:pic>
    </p:spTree>
    <p:extLst>
      <p:ext uri="{BB962C8B-B14F-4D97-AF65-F5344CB8AC3E}">
        <p14:creationId xmlns:p14="http://schemas.microsoft.com/office/powerpoint/2010/main" val="3316841011"/>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showMasterSp="0" preserve="1" userDrawn="1">
  <p:cSld name="Chapter 9">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7647457B-1BAA-07D6-5533-5602F3764C3F}"/>
              </a:ext>
              <a:ext uri="{C183D7F6-B498-43B3-948B-1728B52AA6E4}">
                <adec:decorative xmlns:adec="http://schemas.microsoft.com/office/drawing/2017/decorative" val="1"/>
              </a:ext>
            </a:extLst>
          </p:cNvPr>
          <p:cNvGrpSpPr/>
          <p:nvPr userDrawn="1"/>
        </p:nvGrpSpPr>
        <p:grpSpPr>
          <a:xfrm>
            <a:off x="5334000" y="0"/>
            <a:ext cx="6858000" cy="6858000"/>
            <a:chOff x="5334000" y="0"/>
            <a:chExt cx="6858000" cy="6858000"/>
          </a:xfrm>
        </p:grpSpPr>
        <p:pic>
          <p:nvPicPr>
            <p:cNvPr id="2" name="Graphic 1">
              <a:extLst>
                <a:ext uri="{FF2B5EF4-FFF2-40B4-BE49-F238E27FC236}">
                  <a16:creationId xmlns:a16="http://schemas.microsoft.com/office/drawing/2014/main" id="{6E971FD5-44A1-DFD7-5CAE-AE2F9A67A085}"/>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334000" y="3429000"/>
              <a:ext cx="3429000" cy="3429000"/>
            </a:xfrm>
            <a:prstGeom prst="rect">
              <a:avLst/>
            </a:prstGeom>
          </p:spPr>
        </p:pic>
        <p:pic>
          <p:nvPicPr>
            <p:cNvPr id="3" name="Graphic 2">
              <a:extLst>
                <a:ext uri="{FF2B5EF4-FFF2-40B4-BE49-F238E27FC236}">
                  <a16:creationId xmlns:a16="http://schemas.microsoft.com/office/drawing/2014/main" id="{CE8FF695-DA70-72B7-7FCB-B03764695CB6}"/>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5400000" flipH="1">
              <a:off x="8763000" y="0"/>
              <a:ext cx="3429000" cy="3429000"/>
            </a:xfrm>
            <a:prstGeom prst="rect">
              <a:avLst/>
            </a:prstGeom>
          </p:spPr>
        </p:pic>
      </p:grpSp>
      <p:sp>
        <p:nvSpPr>
          <p:cNvPr id="5" name="Title 4">
            <a:extLst>
              <a:ext uri="{FF2B5EF4-FFF2-40B4-BE49-F238E27FC236}">
                <a16:creationId xmlns:a16="http://schemas.microsoft.com/office/drawing/2014/main" id="{8AA0434C-987B-C3BE-1B1A-37A1792CCEB5}"/>
              </a:ext>
            </a:extLst>
          </p:cNvPr>
          <p:cNvSpPr>
            <a:spLocks noGrp="1"/>
          </p:cNvSpPr>
          <p:nvPr>
            <p:ph type="title" hasCustomPrompt="1"/>
          </p:nvPr>
        </p:nvSpPr>
        <p:spPr>
          <a:xfrm>
            <a:off x="1786976" y="1866946"/>
            <a:ext cx="6858000" cy="1929384"/>
          </a:xfrm>
        </p:spPr>
        <p:txBody>
          <a:bodyPr/>
          <a:lstStyle>
            <a:lvl1pPr>
              <a:spcAft>
                <a:spcPts val="300"/>
              </a:spcAft>
              <a:defRPr lang="en-US" sz="5400" kern="1200" dirty="0">
                <a:solidFill>
                  <a:schemeClr val="accent3"/>
                </a:solidFill>
                <a:latin typeface="+mj-lt"/>
                <a:ea typeface="+mn-ea"/>
                <a:cs typeface="+mn-cs"/>
              </a:defRPr>
            </a:lvl1pPr>
          </a:lstStyle>
          <a:p>
            <a:pPr lvl="0"/>
            <a:r>
              <a:rPr lang="en-US"/>
              <a:t>Chapter title</a:t>
            </a:r>
            <a:br>
              <a:rPr lang="en-US"/>
            </a:br>
            <a:r>
              <a:rPr lang="en-US"/>
              <a:t>two lines</a:t>
            </a:r>
          </a:p>
        </p:txBody>
      </p:sp>
      <p:sp>
        <p:nvSpPr>
          <p:cNvPr id="6" name="Text Placeholder 8">
            <a:extLst>
              <a:ext uri="{FF2B5EF4-FFF2-40B4-BE49-F238E27FC236}">
                <a16:creationId xmlns:a16="http://schemas.microsoft.com/office/drawing/2014/main" id="{F9DD7213-40BA-724D-890D-5EC783B05964}"/>
              </a:ext>
            </a:extLst>
          </p:cNvPr>
          <p:cNvSpPr>
            <a:spLocks noGrp="1"/>
          </p:cNvSpPr>
          <p:nvPr>
            <p:ph type="body" sz="quarter" idx="13" hasCustomPrompt="1"/>
          </p:nvPr>
        </p:nvSpPr>
        <p:spPr>
          <a:xfrm>
            <a:off x="390098" y="389618"/>
            <a:ext cx="1594988" cy="1477328"/>
          </a:xfrm>
        </p:spPr>
        <p:txBody>
          <a:bodyPr wrap="none">
            <a:spAutoFit/>
          </a:bodyPr>
          <a:lstStyle>
            <a:lvl1pPr marL="0" indent="0" algn="l" defTabSz="914400" rtl="0" eaLnBrk="1" latinLnBrk="0" hangingPunct="1">
              <a:lnSpc>
                <a:spcPct val="100000"/>
              </a:lnSpc>
              <a:spcBef>
                <a:spcPct val="0"/>
              </a:spcBef>
              <a:buNone/>
              <a:defRPr lang="en-US" sz="9600" kern="1200" dirty="0">
                <a:solidFill>
                  <a:schemeClr val="accent3"/>
                </a:solidFill>
                <a:latin typeface="+mj-lt"/>
                <a:ea typeface="+mj-ea"/>
                <a:cs typeface="+mj-cs"/>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a:t>09</a:t>
            </a:r>
          </a:p>
        </p:txBody>
      </p:sp>
      <p:sp>
        <p:nvSpPr>
          <p:cNvPr id="7" name="Graphique 10" descr="Atos logo">
            <a:extLst>
              <a:ext uri="{FF2B5EF4-FFF2-40B4-BE49-F238E27FC236}">
                <a16:creationId xmlns:a16="http://schemas.microsoft.com/office/drawing/2014/main" id="{5AE5FC5D-9FC3-FFFD-D4D3-5589BB12B008}"/>
              </a:ext>
            </a:extLst>
          </p:cNvPr>
          <p:cNvSpPr>
            <a:spLocks noChangeAspect="1"/>
          </p:cNvSpPr>
          <p:nvPr userDrawn="1"/>
        </p:nvSpPr>
        <p:spPr>
          <a:xfrm>
            <a:off x="10944224" y="6309897"/>
            <a:ext cx="819151" cy="250488"/>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accent1"/>
          </a:solidFill>
          <a:ln w="5690" cap="flat">
            <a:noFill/>
            <a:prstDash val="solid"/>
            <a:miter/>
          </a:ln>
        </p:spPr>
        <p:txBody>
          <a:bodyPr rtlCol="0" anchor="ctr"/>
          <a:lstStyle/>
          <a:p>
            <a:endParaRPr lang="fr-FR"/>
          </a:p>
        </p:txBody>
      </p:sp>
    </p:spTree>
    <p:extLst>
      <p:ext uri="{BB962C8B-B14F-4D97-AF65-F5344CB8AC3E}">
        <p14:creationId xmlns:p14="http://schemas.microsoft.com/office/powerpoint/2010/main" val="1395714237"/>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preserve="1" userDrawn="1">
  <p:cSld name="Chapter 10">
    <p:bg>
      <p:bgPr>
        <a:solidFill>
          <a:schemeClr val="accent2"/>
        </a:solidFill>
        <a:effectLst/>
      </p:bgPr>
    </p:bg>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F2F82A12-00BD-E5BC-6150-78237533B4AD}"/>
              </a:ext>
              <a:ext uri="{C183D7F6-B498-43B3-948B-1728B52AA6E4}">
                <adec:decorative xmlns:adec="http://schemas.microsoft.com/office/drawing/2017/decorative" val="1"/>
              </a:ext>
            </a:extLst>
          </p:cNvPr>
          <p:cNvGrpSpPr/>
          <p:nvPr userDrawn="1"/>
        </p:nvGrpSpPr>
        <p:grpSpPr>
          <a:xfrm>
            <a:off x="5334000" y="0"/>
            <a:ext cx="6858000" cy="6858000"/>
            <a:chOff x="5334000" y="0"/>
            <a:chExt cx="6858000" cy="6858000"/>
          </a:xfrm>
        </p:grpSpPr>
        <p:pic>
          <p:nvPicPr>
            <p:cNvPr id="2" name="Graphic 1">
              <a:extLst>
                <a:ext uri="{FF2B5EF4-FFF2-40B4-BE49-F238E27FC236}">
                  <a16:creationId xmlns:a16="http://schemas.microsoft.com/office/drawing/2014/main" id="{875FE9B1-776A-FD80-F50D-0BC55D3E4183}"/>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334000" y="3429000"/>
              <a:ext cx="3429000" cy="3429000"/>
            </a:xfrm>
            <a:prstGeom prst="rect">
              <a:avLst/>
            </a:prstGeom>
          </p:spPr>
        </p:pic>
        <p:pic>
          <p:nvPicPr>
            <p:cNvPr id="3" name="Graphic 2">
              <a:extLst>
                <a:ext uri="{FF2B5EF4-FFF2-40B4-BE49-F238E27FC236}">
                  <a16:creationId xmlns:a16="http://schemas.microsoft.com/office/drawing/2014/main" id="{D35F74F3-7759-C46C-C97D-B71F33E53E93}"/>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5400000" flipH="1">
              <a:off x="8763000" y="0"/>
              <a:ext cx="3429000" cy="3429000"/>
            </a:xfrm>
            <a:prstGeom prst="rect">
              <a:avLst/>
            </a:prstGeom>
          </p:spPr>
        </p:pic>
      </p:grpSp>
      <p:sp>
        <p:nvSpPr>
          <p:cNvPr id="5" name="Title 4">
            <a:extLst>
              <a:ext uri="{FF2B5EF4-FFF2-40B4-BE49-F238E27FC236}">
                <a16:creationId xmlns:a16="http://schemas.microsoft.com/office/drawing/2014/main" id="{D5904DAA-DB4E-9C5F-F3BE-6360D735200C}"/>
              </a:ext>
            </a:extLst>
          </p:cNvPr>
          <p:cNvSpPr>
            <a:spLocks noGrp="1"/>
          </p:cNvSpPr>
          <p:nvPr>
            <p:ph type="title" hasCustomPrompt="1"/>
          </p:nvPr>
        </p:nvSpPr>
        <p:spPr>
          <a:xfrm>
            <a:off x="1786976" y="1866946"/>
            <a:ext cx="6858000" cy="1929384"/>
          </a:xfrm>
        </p:spPr>
        <p:txBody>
          <a:bodyPr/>
          <a:lstStyle>
            <a:lvl1pPr>
              <a:spcAft>
                <a:spcPts val="300"/>
              </a:spcAft>
              <a:defRPr lang="en-US" sz="5400" kern="1200" dirty="0">
                <a:solidFill>
                  <a:schemeClr val="accent3"/>
                </a:solidFill>
                <a:latin typeface="+mj-lt"/>
                <a:ea typeface="+mn-ea"/>
                <a:cs typeface="+mn-cs"/>
              </a:defRPr>
            </a:lvl1pPr>
          </a:lstStyle>
          <a:p>
            <a:pPr lvl="0"/>
            <a:r>
              <a:rPr lang="en-US"/>
              <a:t>Chapter title</a:t>
            </a:r>
            <a:br>
              <a:rPr lang="en-US"/>
            </a:br>
            <a:r>
              <a:rPr lang="en-US"/>
              <a:t>two lines</a:t>
            </a:r>
          </a:p>
        </p:txBody>
      </p:sp>
      <p:sp>
        <p:nvSpPr>
          <p:cNvPr id="6" name="Text Placeholder 8">
            <a:extLst>
              <a:ext uri="{FF2B5EF4-FFF2-40B4-BE49-F238E27FC236}">
                <a16:creationId xmlns:a16="http://schemas.microsoft.com/office/drawing/2014/main" id="{B0A99158-310E-72C4-D4ED-6A7AEC2E68A5}"/>
              </a:ext>
            </a:extLst>
          </p:cNvPr>
          <p:cNvSpPr>
            <a:spLocks noGrp="1"/>
          </p:cNvSpPr>
          <p:nvPr>
            <p:ph type="body" sz="quarter" idx="13" hasCustomPrompt="1"/>
          </p:nvPr>
        </p:nvSpPr>
        <p:spPr>
          <a:xfrm>
            <a:off x="390098" y="389618"/>
            <a:ext cx="1376980" cy="1477328"/>
          </a:xfrm>
        </p:spPr>
        <p:txBody>
          <a:bodyPr wrap="none">
            <a:spAutoFit/>
          </a:bodyPr>
          <a:lstStyle>
            <a:lvl1pPr marL="0" indent="0" algn="l" defTabSz="914400" rtl="0" eaLnBrk="1" latinLnBrk="0" hangingPunct="1">
              <a:lnSpc>
                <a:spcPct val="100000"/>
              </a:lnSpc>
              <a:spcBef>
                <a:spcPct val="0"/>
              </a:spcBef>
              <a:buNone/>
              <a:defRPr lang="en-US" sz="9600" kern="1200" dirty="0">
                <a:solidFill>
                  <a:schemeClr val="accent3"/>
                </a:solidFill>
                <a:latin typeface="+mj-lt"/>
                <a:ea typeface="+mj-ea"/>
                <a:cs typeface="+mj-cs"/>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a:t>10</a:t>
            </a:r>
          </a:p>
        </p:txBody>
      </p:sp>
      <p:sp>
        <p:nvSpPr>
          <p:cNvPr id="7" name="Graphique 10" descr="Atos logo">
            <a:extLst>
              <a:ext uri="{FF2B5EF4-FFF2-40B4-BE49-F238E27FC236}">
                <a16:creationId xmlns:a16="http://schemas.microsoft.com/office/drawing/2014/main" id="{5AE5FC5D-9FC3-FFFD-D4D3-5589BB12B008}"/>
              </a:ext>
            </a:extLst>
          </p:cNvPr>
          <p:cNvSpPr>
            <a:spLocks noChangeAspect="1"/>
          </p:cNvSpPr>
          <p:nvPr userDrawn="1"/>
        </p:nvSpPr>
        <p:spPr>
          <a:xfrm>
            <a:off x="10944224" y="6309897"/>
            <a:ext cx="819151" cy="250488"/>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a:p>
        </p:txBody>
      </p:sp>
    </p:spTree>
    <p:extLst>
      <p:ext uri="{BB962C8B-B14F-4D97-AF65-F5344CB8AC3E}">
        <p14:creationId xmlns:p14="http://schemas.microsoft.com/office/powerpoint/2010/main" val="1455623845"/>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showMasterSp="0" preserve="1" userDrawn="1">
  <p:cSld name="Chapter 11">
    <p:bg>
      <p:bgPr>
        <a:solidFill>
          <a:schemeClr val="accent1"/>
        </a:solidFill>
        <a:effectLst/>
      </p:bgPr>
    </p:bg>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8BCDB6E9-7750-80C4-3499-B30263BF1500}"/>
              </a:ext>
              <a:ext uri="{C183D7F6-B498-43B3-948B-1728B52AA6E4}">
                <adec:decorative xmlns:adec="http://schemas.microsoft.com/office/drawing/2017/decorative" val="1"/>
              </a:ext>
            </a:extLst>
          </p:cNvPr>
          <p:cNvGrpSpPr/>
          <p:nvPr userDrawn="1"/>
        </p:nvGrpSpPr>
        <p:grpSpPr>
          <a:xfrm>
            <a:off x="5334000" y="0"/>
            <a:ext cx="6858000" cy="6858000"/>
            <a:chOff x="5334000" y="0"/>
            <a:chExt cx="6858000" cy="6858000"/>
          </a:xfrm>
        </p:grpSpPr>
        <p:pic>
          <p:nvPicPr>
            <p:cNvPr id="2" name="Graphic 1">
              <a:extLst>
                <a:ext uri="{FF2B5EF4-FFF2-40B4-BE49-F238E27FC236}">
                  <a16:creationId xmlns:a16="http://schemas.microsoft.com/office/drawing/2014/main" id="{83B106FD-F518-D49F-A7FE-01216452D836}"/>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334000" y="3429000"/>
              <a:ext cx="3429000" cy="3429000"/>
            </a:xfrm>
            <a:prstGeom prst="rect">
              <a:avLst/>
            </a:prstGeom>
          </p:spPr>
        </p:pic>
        <p:pic>
          <p:nvPicPr>
            <p:cNvPr id="3" name="Graphic 2">
              <a:extLst>
                <a:ext uri="{FF2B5EF4-FFF2-40B4-BE49-F238E27FC236}">
                  <a16:creationId xmlns:a16="http://schemas.microsoft.com/office/drawing/2014/main" id="{68E8A64C-3291-2AC4-6FED-865DB127F1F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5400000" flipH="1">
              <a:off x="8763000" y="0"/>
              <a:ext cx="3429000" cy="3429000"/>
            </a:xfrm>
            <a:prstGeom prst="rect">
              <a:avLst/>
            </a:prstGeom>
          </p:spPr>
        </p:pic>
      </p:grpSp>
      <p:sp>
        <p:nvSpPr>
          <p:cNvPr id="5" name="Title 4">
            <a:extLst>
              <a:ext uri="{FF2B5EF4-FFF2-40B4-BE49-F238E27FC236}">
                <a16:creationId xmlns:a16="http://schemas.microsoft.com/office/drawing/2014/main" id="{91CDEE5D-8443-4D8D-83C5-66407D3EADFB}"/>
              </a:ext>
            </a:extLst>
          </p:cNvPr>
          <p:cNvSpPr>
            <a:spLocks noGrp="1"/>
          </p:cNvSpPr>
          <p:nvPr>
            <p:ph type="title" hasCustomPrompt="1"/>
          </p:nvPr>
        </p:nvSpPr>
        <p:spPr>
          <a:xfrm>
            <a:off x="1786976" y="1866946"/>
            <a:ext cx="6858000" cy="1929384"/>
          </a:xfrm>
        </p:spPr>
        <p:txBody>
          <a:bodyPr/>
          <a:lstStyle>
            <a:lvl1pPr>
              <a:spcAft>
                <a:spcPts val="300"/>
              </a:spcAft>
              <a:defRPr lang="en-US" sz="5400" kern="1200" dirty="0">
                <a:solidFill>
                  <a:schemeClr val="bg1"/>
                </a:solidFill>
                <a:latin typeface="+mj-lt"/>
                <a:ea typeface="+mn-ea"/>
                <a:cs typeface="+mn-cs"/>
              </a:defRPr>
            </a:lvl1pPr>
          </a:lstStyle>
          <a:p>
            <a:pPr lvl="0"/>
            <a:r>
              <a:rPr lang="en-US"/>
              <a:t>Chapter title</a:t>
            </a:r>
            <a:br>
              <a:rPr lang="en-US"/>
            </a:br>
            <a:r>
              <a:rPr lang="en-US"/>
              <a:t>two lines</a:t>
            </a:r>
          </a:p>
        </p:txBody>
      </p:sp>
      <p:sp>
        <p:nvSpPr>
          <p:cNvPr id="6" name="Text Placeholder 8">
            <a:extLst>
              <a:ext uri="{FF2B5EF4-FFF2-40B4-BE49-F238E27FC236}">
                <a16:creationId xmlns:a16="http://schemas.microsoft.com/office/drawing/2014/main" id="{ADB93994-D828-56A8-BED0-EF84265FC1B0}"/>
              </a:ext>
            </a:extLst>
          </p:cNvPr>
          <p:cNvSpPr>
            <a:spLocks noGrp="1"/>
          </p:cNvSpPr>
          <p:nvPr>
            <p:ph type="body" sz="quarter" idx="13" hasCustomPrompt="1"/>
          </p:nvPr>
        </p:nvSpPr>
        <p:spPr>
          <a:xfrm>
            <a:off x="390098" y="389618"/>
            <a:ext cx="1019510" cy="1477328"/>
          </a:xfrm>
        </p:spPr>
        <p:txBody>
          <a:bodyPr wrap="none">
            <a:spAutoFit/>
          </a:bodyPr>
          <a:lstStyle>
            <a:lvl1pPr marL="0" indent="0" algn="l" defTabSz="914400" rtl="0" eaLnBrk="1" latinLnBrk="0" hangingPunct="1">
              <a:lnSpc>
                <a:spcPct val="100000"/>
              </a:lnSpc>
              <a:spcBef>
                <a:spcPct val="0"/>
              </a:spcBef>
              <a:buNone/>
              <a:defRPr lang="en-US" sz="9600" kern="1200" dirty="0">
                <a:solidFill>
                  <a:schemeClr val="bg1"/>
                </a:solidFill>
                <a:latin typeface="+mj-lt"/>
                <a:ea typeface="+mj-ea"/>
                <a:cs typeface="+mj-cs"/>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a:t>11</a:t>
            </a:r>
          </a:p>
        </p:txBody>
      </p:sp>
      <p:sp>
        <p:nvSpPr>
          <p:cNvPr id="7" name="Graphique 10" descr="Atos logo">
            <a:extLst>
              <a:ext uri="{FF2B5EF4-FFF2-40B4-BE49-F238E27FC236}">
                <a16:creationId xmlns:a16="http://schemas.microsoft.com/office/drawing/2014/main" id="{5AE5FC5D-9FC3-FFFD-D4D3-5589BB12B008}"/>
              </a:ext>
            </a:extLst>
          </p:cNvPr>
          <p:cNvSpPr>
            <a:spLocks noChangeAspect="1"/>
          </p:cNvSpPr>
          <p:nvPr userDrawn="1"/>
        </p:nvSpPr>
        <p:spPr>
          <a:xfrm>
            <a:off x="10944224" y="6309897"/>
            <a:ext cx="819151" cy="250488"/>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a:p>
        </p:txBody>
      </p:sp>
    </p:spTree>
    <p:extLst>
      <p:ext uri="{BB962C8B-B14F-4D97-AF65-F5344CB8AC3E}">
        <p14:creationId xmlns:p14="http://schemas.microsoft.com/office/powerpoint/2010/main" val="2851174456"/>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showMasterSp="0" preserve="1" userDrawn="1">
  <p:cSld name="Chapter 12">
    <p:bg>
      <p:bgPr>
        <a:solidFill>
          <a:schemeClr val="accent3"/>
        </a:solidFill>
        <a:effectLst/>
      </p:bgPr>
    </p:bg>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A767D5C2-9986-CD8F-00AE-75139A4AF826}"/>
              </a:ext>
              <a:ext uri="{C183D7F6-B498-43B3-948B-1728B52AA6E4}">
                <adec:decorative xmlns:adec="http://schemas.microsoft.com/office/drawing/2017/decorative" val="1"/>
              </a:ext>
            </a:extLst>
          </p:cNvPr>
          <p:cNvGrpSpPr/>
          <p:nvPr userDrawn="1"/>
        </p:nvGrpSpPr>
        <p:grpSpPr>
          <a:xfrm>
            <a:off x="5334000" y="0"/>
            <a:ext cx="6858000" cy="6858000"/>
            <a:chOff x="5334000" y="0"/>
            <a:chExt cx="6858000" cy="6858000"/>
          </a:xfrm>
        </p:grpSpPr>
        <p:pic>
          <p:nvPicPr>
            <p:cNvPr id="2" name="Graphic 1">
              <a:extLst>
                <a:ext uri="{FF2B5EF4-FFF2-40B4-BE49-F238E27FC236}">
                  <a16:creationId xmlns:a16="http://schemas.microsoft.com/office/drawing/2014/main" id="{2CA64CC4-4124-A2D6-1C55-8136B44A8943}"/>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334000" y="3429000"/>
              <a:ext cx="3429000" cy="3429000"/>
            </a:xfrm>
            <a:prstGeom prst="rect">
              <a:avLst/>
            </a:prstGeom>
          </p:spPr>
        </p:pic>
        <p:pic>
          <p:nvPicPr>
            <p:cNvPr id="3" name="Graphic 2">
              <a:extLst>
                <a:ext uri="{FF2B5EF4-FFF2-40B4-BE49-F238E27FC236}">
                  <a16:creationId xmlns:a16="http://schemas.microsoft.com/office/drawing/2014/main" id="{AC106A42-60D3-8E3F-CCE8-EE6AEEE4962A}"/>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5400000" flipH="1">
              <a:off x="8763000" y="0"/>
              <a:ext cx="3429000" cy="3429000"/>
            </a:xfrm>
            <a:prstGeom prst="rect">
              <a:avLst/>
            </a:prstGeom>
          </p:spPr>
        </p:pic>
      </p:grpSp>
      <p:sp>
        <p:nvSpPr>
          <p:cNvPr id="5" name="Title 4">
            <a:extLst>
              <a:ext uri="{FF2B5EF4-FFF2-40B4-BE49-F238E27FC236}">
                <a16:creationId xmlns:a16="http://schemas.microsoft.com/office/drawing/2014/main" id="{8B96D442-CD53-D8A3-2AD5-89D2E6F3396F}"/>
              </a:ext>
            </a:extLst>
          </p:cNvPr>
          <p:cNvSpPr>
            <a:spLocks noGrp="1"/>
          </p:cNvSpPr>
          <p:nvPr>
            <p:ph type="title" hasCustomPrompt="1"/>
          </p:nvPr>
        </p:nvSpPr>
        <p:spPr>
          <a:xfrm>
            <a:off x="1786976" y="1866946"/>
            <a:ext cx="6858000" cy="1929384"/>
          </a:xfrm>
        </p:spPr>
        <p:txBody>
          <a:bodyPr/>
          <a:lstStyle>
            <a:lvl1pPr>
              <a:spcAft>
                <a:spcPts val="300"/>
              </a:spcAft>
              <a:defRPr lang="en-US" sz="5400" kern="1200" dirty="0">
                <a:solidFill>
                  <a:schemeClr val="bg1"/>
                </a:solidFill>
                <a:latin typeface="+mj-lt"/>
                <a:ea typeface="+mn-ea"/>
                <a:cs typeface="+mn-cs"/>
              </a:defRPr>
            </a:lvl1pPr>
          </a:lstStyle>
          <a:p>
            <a:pPr lvl="0"/>
            <a:r>
              <a:rPr lang="en-US"/>
              <a:t>Chapter title</a:t>
            </a:r>
            <a:br>
              <a:rPr lang="en-US"/>
            </a:br>
            <a:r>
              <a:rPr lang="en-US"/>
              <a:t>two lines</a:t>
            </a:r>
          </a:p>
        </p:txBody>
      </p:sp>
      <p:sp>
        <p:nvSpPr>
          <p:cNvPr id="6" name="Text Placeholder 8">
            <a:extLst>
              <a:ext uri="{FF2B5EF4-FFF2-40B4-BE49-F238E27FC236}">
                <a16:creationId xmlns:a16="http://schemas.microsoft.com/office/drawing/2014/main" id="{7BF3B5C5-5158-C007-0F54-FED60550C187}"/>
              </a:ext>
            </a:extLst>
          </p:cNvPr>
          <p:cNvSpPr>
            <a:spLocks noGrp="1"/>
          </p:cNvSpPr>
          <p:nvPr>
            <p:ph type="body" sz="quarter" idx="13" hasCustomPrompt="1"/>
          </p:nvPr>
        </p:nvSpPr>
        <p:spPr>
          <a:xfrm>
            <a:off x="390098" y="389618"/>
            <a:ext cx="1226298" cy="1477328"/>
          </a:xfrm>
        </p:spPr>
        <p:txBody>
          <a:bodyPr wrap="none">
            <a:spAutoFit/>
          </a:bodyPr>
          <a:lstStyle>
            <a:lvl1pPr marL="0" indent="0" algn="l" defTabSz="914400" rtl="0" eaLnBrk="1" latinLnBrk="0" hangingPunct="1">
              <a:lnSpc>
                <a:spcPct val="100000"/>
              </a:lnSpc>
              <a:spcBef>
                <a:spcPct val="0"/>
              </a:spcBef>
              <a:buNone/>
              <a:defRPr lang="en-US" sz="9600" kern="1200" dirty="0">
                <a:solidFill>
                  <a:schemeClr val="bg1"/>
                </a:solidFill>
                <a:latin typeface="+mj-lt"/>
                <a:ea typeface="+mj-ea"/>
                <a:cs typeface="+mj-cs"/>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a:t>12</a:t>
            </a:r>
          </a:p>
        </p:txBody>
      </p:sp>
      <p:sp>
        <p:nvSpPr>
          <p:cNvPr id="7" name="Graphique 10" descr="Atos logo">
            <a:extLst>
              <a:ext uri="{FF2B5EF4-FFF2-40B4-BE49-F238E27FC236}">
                <a16:creationId xmlns:a16="http://schemas.microsoft.com/office/drawing/2014/main" id="{5AE5FC5D-9FC3-FFFD-D4D3-5589BB12B008}"/>
              </a:ext>
            </a:extLst>
          </p:cNvPr>
          <p:cNvSpPr>
            <a:spLocks noChangeAspect="1"/>
          </p:cNvSpPr>
          <p:nvPr userDrawn="1"/>
        </p:nvSpPr>
        <p:spPr>
          <a:xfrm>
            <a:off x="10944224" y="6309897"/>
            <a:ext cx="819151" cy="250488"/>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a:p>
        </p:txBody>
      </p:sp>
    </p:spTree>
    <p:extLst>
      <p:ext uri="{BB962C8B-B14F-4D97-AF65-F5344CB8AC3E}">
        <p14:creationId xmlns:p14="http://schemas.microsoft.com/office/powerpoint/2010/main" val="3069204421"/>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showMasterSp="0" preserve="1" userDrawn="1">
  <p:cSld name="Chapter 13">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8FBCF81C-1DA3-24A3-8E55-9CA5BC839F76}"/>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5400000">
            <a:off x="0" y="3916907"/>
            <a:ext cx="2941093" cy="2941093"/>
          </a:xfrm>
          <a:prstGeom prst="rect">
            <a:avLst/>
          </a:prstGeom>
        </p:spPr>
      </p:pic>
      <p:sp>
        <p:nvSpPr>
          <p:cNvPr id="6" name="Title 4">
            <a:extLst>
              <a:ext uri="{FF2B5EF4-FFF2-40B4-BE49-F238E27FC236}">
                <a16:creationId xmlns:a16="http://schemas.microsoft.com/office/drawing/2014/main" id="{485E392D-70EC-31BF-DDFC-2F3DAA4B3577}"/>
              </a:ext>
            </a:extLst>
          </p:cNvPr>
          <p:cNvSpPr>
            <a:spLocks noGrp="1"/>
          </p:cNvSpPr>
          <p:nvPr>
            <p:ph type="title" hasCustomPrompt="1"/>
          </p:nvPr>
        </p:nvSpPr>
        <p:spPr>
          <a:xfrm>
            <a:off x="413247" y="1895312"/>
            <a:ext cx="5422392" cy="1929384"/>
          </a:xfrm>
        </p:spPr>
        <p:txBody>
          <a:bodyPr/>
          <a:lstStyle>
            <a:lvl1pPr>
              <a:spcAft>
                <a:spcPts val="300"/>
              </a:spcAft>
              <a:defRPr lang="en-US" sz="4800" kern="1200" dirty="0">
                <a:solidFill>
                  <a:schemeClr val="accent3"/>
                </a:solidFill>
                <a:latin typeface="+mj-lt"/>
                <a:ea typeface="+mn-ea"/>
                <a:cs typeface="+mn-cs"/>
              </a:defRPr>
            </a:lvl1pPr>
          </a:lstStyle>
          <a:p>
            <a:pPr lvl="0"/>
            <a:r>
              <a:rPr lang="en-US"/>
              <a:t>Chapter title</a:t>
            </a:r>
            <a:br>
              <a:rPr lang="en-US"/>
            </a:br>
            <a:r>
              <a:rPr lang="en-US"/>
              <a:t>two lines</a:t>
            </a:r>
          </a:p>
        </p:txBody>
      </p:sp>
      <p:sp>
        <p:nvSpPr>
          <p:cNvPr id="4" name="Text Placeholder 8">
            <a:extLst>
              <a:ext uri="{FF2B5EF4-FFF2-40B4-BE49-F238E27FC236}">
                <a16:creationId xmlns:a16="http://schemas.microsoft.com/office/drawing/2014/main" id="{7DB40ADA-EF2C-3637-5278-E0BFE62AB21A}"/>
              </a:ext>
            </a:extLst>
          </p:cNvPr>
          <p:cNvSpPr>
            <a:spLocks noGrp="1"/>
          </p:cNvSpPr>
          <p:nvPr>
            <p:ph type="body" sz="quarter" idx="13" hasCustomPrompt="1"/>
          </p:nvPr>
        </p:nvSpPr>
        <p:spPr>
          <a:xfrm>
            <a:off x="390098" y="389618"/>
            <a:ext cx="1225296" cy="1481328"/>
          </a:xfrm>
        </p:spPr>
        <p:txBody>
          <a:bodyPr wrap="none">
            <a:spAutoFit/>
          </a:bodyPr>
          <a:lstStyle>
            <a:lvl1pPr marL="0" indent="0" algn="l" defTabSz="914400" rtl="0" eaLnBrk="1" latinLnBrk="0" hangingPunct="1">
              <a:lnSpc>
                <a:spcPct val="100000"/>
              </a:lnSpc>
              <a:spcBef>
                <a:spcPct val="0"/>
              </a:spcBef>
              <a:buNone/>
              <a:defRPr lang="en-US" sz="9600" kern="1200" dirty="0">
                <a:solidFill>
                  <a:schemeClr val="accent3"/>
                </a:solidFill>
                <a:latin typeface="+mj-lt"/>
                <a:ea typeface="+mj-ea"/>
                <a:cs typeface="+mj-cs"/>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a:t>13</a:t>
            </a:r>
          </a:p>
        </p:txBody>
      </p:sp>
      <p:sp>
        <p:nvSpPr>
          <p:cNvPr id="7" name="Picture Placeholder 6">
            <a:extLst>
              <a:ext uri="{FF2B5EF4-FFF2-40B4-BE49-F238E27FC236}">
                <a16:creationId xmlns:a16="http://schemas.microsoft.com/office/drawing/2014/main" id="{8A5AEFA2-DD77-7344-3047-A0816989267B}"/>
              </a:ext>
              <a:ext uri="{C183D7F6-B498-43B3-948B-1728B52AA6E4}">
                <adec:decorative xmlns:adec="http://schemas.microsoft.com/office/drawing/2017/decorative" val="1"/>
              </a:ext>
            </a:extLst>
          </p:cNvPr>
          <p:cNvSpPr>
            <a:spLocks noGrp="1"/>
          </p:cNvSpPr>
          <p:nvPr>
            <p:ph type="pic" sz="quarter" idx="11"/>
          </p:nvPr>
        </p:nvSpPr>
        <p:spPr>
          <a:xfrm>
            <a:off x="6092952" y="0"/>
            <a:ext cx="6099048" cy="6858000"/>
          </a:xfrm>
        </p:spPr>
        <p:txBody>
          <a:bodyPr tIns="822960" bIns="0" anchor="ctr"/>
          <a:lstStyle>
            <a:lvl1pPr marL="0" indent="0" algn="ctr">
              <a:buNone/>
              <a:defRPr>
                <a:solidFill>
                  <a:schemeClr val="accent3"/>
                </a:solidFill>
              </a:defRPr>
            </a:lvl1pPr>
          </a:lstStyle>
          <a:p>
            <a:r>
              <a:rPr lang="fr-FR"/>
              <a:t>Cliquez sur l'icône pour ajouter une image</a:t>
            </a:r>
            <a:endParaRPr lang="en-US"/>
          </a:p>
        </p:txBody>
      </p:sp>
      <p:sp>
        <p:nvSpPr>
          <p:cNvPr id="3" name="Graphique 10" descr="Atos logo">
            <a:extLst>
              <a:ext uri="{FF2B5EF4-FFF2-40B4-BE49-F238E27FC236}">
                <a16:creationId xmlns:a16="http://schemas.microsoft.com/office/drawing/2014/main" id="{33E0A80D-3C82-E23B-A40B-C1BC24590A1F}"/>
              </a:ext>
            </a:extLst>
          </p:cNvPr>
          <p:cNvSpPr>
            <a:spLocks noChangeAspect="1"/>
          </p:cNvSpPr>
          <p:nvPr userDrawn="1"/>
        </p:nvSpPr>
        <p:spPr>
          <a:xfrm>
            <a:off x="10944224" y="6309897"/>
            <a:ext cx="819151" cy="250488"/>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a:p>
        </p:txBody>
      </p:sp>
    </p:spTree>
    <p:extLst>
      <p:ext uri="{BB962C8B-B14F-4D97-AF65-F5344CB8AC3E}">
        <p14:creationId xmlns:p14="http://schemas.microsoft.com/office/powerpoint/2010/main" val="2494835693"/>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showMasterSp="0" preserve="1" userDrawn="1">
  <p:cSld name="Chapter 14">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8FBCF81C-1DA3-24A3-8E55-9CA5BC839F76}"/>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5400000">
            <a:off x="0" y="3916907"/>
            <a:ext cx="2941093" cy="2941093"/>
          </a:xfrm>
          <a:prstGeom prst="rect">
            <a:avLst/>
          </a:prstGeom>
        </p:spPr>
      </p:pic>
      <p:sp>
        <p:nvSpPr>
          <p:cNvPr id="3" name="Title 4">
            <a:extLst>
              <a:ext uri="{FF2B5EF4-FFF2-40B4-BE49-F238E27FC236}">
                <a16:creationId xmlns:a16="http://schemas.microsoft.com/office/drawing/2014/main" id="{93A188F9-28B6-6720-476D-8C87303C23AC}"/>
              </a:ext>
            </a:extLst>
          </p:cNvPr>
          <p:cNvSpPr>
            <a:spLocks noGrp="1"/>
          </p:cNvSpPr>
          <p:nvPr>
            <p:ph type="title" hasCustomPrompt="1"/>
          </p:nvPr>
        </p:nvSpPr>
        <p:spPr>
          <a:xfrm>
            <a:off x="413247" y="1895312"/>
            <a:ext cx="5422392" cy="1929384"/>
          </a:xfrm>
        </p:spPr>
        <p:txBody>
          <a:bodyPr/>
          <a:lstStyle>
            <a:lvl1pPr>
              <a:spcAft>
                <a:spcPts val="300"/>
              </a:spcAft>
              <a:defRPr lang="en-US" sz="4800" kern="1200" dirty="0">
                <a:solidFill>
                  <a:schemeClr val="accent3"/>
                </a:solidFill>
                <a:latin typeface="+mj-lt"/>
                <a:ea typeface="+mn-ea"/>
                <a:cs typeface="+mn-cs"/>
              </a:defRPr>
            </a:lvl1pPr>
          </a:lstStyle>
          <a:p>
            <a:pPr lvl="0"/>
            <a:r>
              <a:rPr lang="en-US"/>
              <a:t>Chapter title</a:t>
            </a:r>
            <a:br>
              <a:rPr lang="en-US"/>
            </a:br>
            <a:r>
              <a:rPr lang="en-US"/>
              <a:t>two lines</a:t>
            </a:r>
          </a:p>
        </p:txBody>
      </p:sp>
      <p:sp>
        <p:nvSpPr>
          <p:cNvPr id="4" name="Text Placeholder 8">
            <a:extLst>
              <a:ext uri="{FF2B5EF4-FFF2-40B4-BE49-F238E27FC236}">
                <a16:creationId xmlns:a16="http://schemas.microsoft.com/office/drawing/2014/main" id="{DD13CC53-47E0-9BC4-759F-A69CE1B7E3C2}"/>
              </a:ext>
            </a:extLst>
          </p:cNvPr>
          <p:cNvSpPr>
            <a:spLocks noGrp="1"/>
          </p:cNvSpPr>
          <p:nvPr>
            <p:ph type="body" sz="quarter" idx="13" hasCustomPrompt="1"/>
          </p:nvPr>
        </p:nvSpPr>
        <p:spPr>
          <a:xfrm>
            <a:off x="390098" y="389618"/>
            <a:ext cx="1259960" cy="1477328"/>
          </a:xfrm>
        </p:spPr>
        <p:txBody>
          <a:bodyPr wrap="none">
            <a:spAutoFit/>
          </a:bodyPr>
          <a:lstStyle>
            <a:lvl1pPr marL="0" indent="0" algn="l" defTabSz="914400" rtl="0" eaLnBrk="1" latinLnBrk="0" hangingPunct="1">
              <a:lnSpc>
                <a:spcPct val="100000"/>
              </a:lnSpc>
              <a:spcBef>
                <a:spcPct val="0"/>
              </a:spcBef>
              <a:buNone/>
              <a:defRPr lang="en-US" sz="9600" kern="1200" dirty="0">
                <a:solidFill>
                  <a:schemeClr val="accent3"/>
                </a:solidFill>
                <a:latin typeface="+mj-lt"/>
                <a:ea typeface="+mj-ea"/>
                <a:cs typeface="+mj-cs"/>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a:t>14</a:t>
            </a:r>
          </a:p>
        </p:txBody>
      </p:sp>
      <p:sp>
        <p:nvSpPr>
          <p:cNvPr id="7" name="Picture Placeholder 6">
            <a:extLst>
              <a:ext uri="{FF2B5EF4-FFF2-40B4-BE49-F238E27FC236}">
                <a16:creationId xmlns:a16="http://schemas.microsoft.com/office/drawing/2014/main" id="{8A5AEFA2-DD77-7344-3047-A0816989267B}"/>
              </a:ext>
              <a:ext uri="{C183D7F6-B498-43B3-948B-1728B52AA6E4}">
                <adec:decorative xmlns:adec="http://schemas.microsoft.com/office/drawing/2017/decorative" val="1"/>
              </a:ext>
            </a:extLst>
          </p:cNvPr>
          <p:cNvSpPr>
            <a:spLocks noGrp="1"/>
          </p:cNvSpPr>
          <p:nvPr>
            <p:ph type="pic" sz="quarter" idx="11"/>
          </p:nvPr>
        </p:nvSpPr>
        <p:spPr>
          <a:xfrm>
            <a:off x="6092952" y="0"/>
            <a:ext cx="6099048" cy="6858000"/>
          </a:xfrm>
        </p:spPr>
        <p:txBody>
          <a:bodyPr tIns="822960" bIns="0" anchor="ctr"/>
          <a:lstStyle>
            <a:lvl1pPr marL="0" indent="0" algn="ctr">
              <a:buNone/>
              <a:defRPr>
                <a:solidFill>
                  <a:schemeClr val="accent3"/>
                </a:solidFill>
              </a:defRPr>
            </a:lvl1pPr>
          </a:lstStyle>
          <a:p>
            <a:r>
              <a:rPr lang="fr-FR"/>
              <a:t>Cliquez sur l'icône pour ajouter une image</a:t>
            </a:r>
            <a:endParaRPr lang="en-US"/>
          </a:p>
        </p:txBody>
      </p:sp>
      <p:sp>
        <p:nvSpPr>
          <p:cNvPr id="5" name="Graphique 10" descr="Atos logo">
            <a:extLst>
              <a:ext uri="{FF2B5EF4-FFF2-40B4-BE49-F238E27FC236}">
                <a16:creationId xmlns:a16="http://schemas.microsoft.com/office/drawing/2014/main" id="{9FD2792D-1EDF-572F-7DB5-2961A28257AC}"/>
              </a:ext>
            </a:extLst>
          </p:cNvPr>
          <p:cNvSpPr>
            <a:spLocks noChangeAspect="1"/>
          </p:cNvSpPr>
          <p:nvPr userDrawn="1"/>
        </p:nvSpPr>
        <p:spPr>
          <a:xfrm>
            <a:off x="10944224" y="6309897"/>
            <a:ext cx="819151" cy="250488"/>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a:p>
        </p:txBody>
      </p:sp>
    </p:spTree>
    <p:extLst>
      <p:ext uri="{BB962C8B-B14F-4D97-AF65-F5344CB8AC3E}">
        <p14:creationId xmlns:p14="http://schemas.microsoft.com/office/powerpoint/2010/main" val="1836979815"/>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showMasterSp="0" preserve="1" userDrawn="1">
  <p:cSld name="Chapter 15">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8FBCF81C-1DA3-24A3-8E55-9CA5BC839F76}"/>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5400000">
            <a:off x="0" y="3916907"/>
            <a:ext cx="2941093" cy="2941093"/>
          </a:xfrm>
          <a:prstGeom prst="rect">
            <a:avLst/>
          </a:prstGeom>
        </p:spPr>
      </p:pic>
      <p:sp>
        <p:nvSpPr>
          <p:cNvPr id="3" name="Title 4">
            <a:extLst>
              <a:ext uri="{FF2B5EF4-FFF2-40B4-BE49-F238E27FC236}">
                <a16:creationId xmlns:a16="http://schemas.microsoft.com/office/drawing/2014/main" id="{3B76FB1E-D1C2-E659-4AC9-670E76886580}"/>
              </a:ext>
            </a:extLst>
          </p:cNvPr>
          <p:cNvSpPr>
            <a:spLocks noGrp="1"/>
          </p:cNvSpPr>
          <p:nvPr>
            <p:ph type="title" hasCustomPrompt="1"/>
          </p:nvPr>
        </p:nvSpPr>
        <p:spPr>
          <a:xfrm>
            <a:off x="413247" y="1895312"/>
            <a:ext cx="5422392" cy="1929384"/>
          </a:xfrm>
        </p:spPr>
        <p:txBody>
          <a:bodyPr/>
          <a:lstStyle>
            <a:lvl1pPr>
              <a:spcAft>
                <a:spcPts val="300"/>
              </a:spcAft>
              <a:defRPr lang="en-US" sz="4800" kern="1200" dirty="0">
                <a:solidFill>
                  <a:schemeClr val="accent3"/>
                </a:solidFill>
                <a:latin typeface="+mj-lt"/>
                <a:ea typeface="+mn-ea"/>
                <a:cs typeface="+mn-cs"/>
              </a:defRPr>
            </a:lvl1pPr>
          </a:lstStyle>
          <a:p>
            <a:pPr lvl="0"/>
            <a:r>
              <a:rPr lang="en-US"/>
              <a:t>Chapter title</a:t>
            </a:r>
            <a:br>
              <a:rPr lang="en-US"/>
            </a:br>
            <a:r>
              <a:rPr lang="en-US"/>
              <a:t>two lines</a:t>
            </a:r>
          </a:p>
        </p:txBody>
      </p:sp>
      <p:sp>
        <p:nvSpPr>
          <p:cNvPr id="6" name="Text Placeholder 8">
            <a:extLst>
              <a:ext uri="{FF2B5EF4-FFF2-40B4-BE49-F238E27FC236}">
                <a16:creationId xmlns:a16="http://schemas.microsoft.com/office/drawing/2014/main" id="{7953EA74-8A8A-F8C5-FA23-BFBB4951AF74}"/>
              </a:ext>
            </a:extLst>
          </p:cNvPr>
          <p:cNvSpPr>
            <a:spLocks noGrp="1"/>
          </p:cNvSpPr>
          <p:nvPr>
            <p:ph type="body" sz="quarter" idx="13" hasCustomPrompt="1"/>
          </p:nvPr>
        </p:nvSpPr>
        <p:spPr>
          <a:xfrm>
            <a:off x="390098" y="389618"/>
            <a:ext cx="1216680" cy="1477328"/>
          </a:xfrm>
        </p:spPr>
        <p:txBody>
          <a:bodyPr wrap="none">
            <a:spAutoFit/>
          </a:bodyPr>
          <a:lstStyle>
            <a:lvl1pPr marL="0" indent="0" algn="l" defTabSz="914400" rtl="0" eaLnBrk="1" latinLnBrk="0" hangingPunct="1">
              <a:lnSpc>
                <a:spcPct val="100000"/>
              </a:lnSpc>
              <a:spcBef>
                <a:spcPct val="0"/>
              </a:spcBef>
              <a:buNone/>
              <a:defRPr lang="en-US" sz="9600" kern="1200" dirty="0">
                <a:solidFill>
                  <a:schemeClr val="accent3"/>
                </a:solidFill>
                <a:latin typeface="+mj-lt"/>
                <a:ea typeface="+mj-ea"/>
                <a:cs typeface="+mj-cs"/>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a:t>15</a:t>
            </a:r>
          </a:p>
        </p:txBody>
      </p:sp>
      <p:sp>
        <p:nvSpPr>
          <p:cNvPr id="7" name="Picture Placeholder 6">
            <a:extLst>
              <a:ext uri="{FF2B5EF4-FFF2-40B4-BE49-F238E27FC236}">
                <a16:creationId xmlns:a16="http://schemas.microsoft.com/office/drawing/2014/main" id="{8A5AEFA2-DD77-7344-3047-A0816989267B}"/>
              </a:ext>
              <a:ext uri="{C183D7F6-B498-43B3-948B-1728B52AA6E4}">
                <adec:decorative xmlns:adec="http://schemas.microsoft.com/office/drawing/2017/decorative" val="1"/>
              </a:ext>
            </a:extLst>
          </p:cNvPr>
          <p:cNvSpPr>
            <a:spLocks noGrp="1"/>
          </p:cNvSpPr>
          <p:nvPr>
            <p:ph type="pic" sz="quarter" idx="11"/>
          </p:nvPr>
        </p:nvSpPr>
        <p:spPr>
          <a:xfrm>
            <a:off x="6092952" y="0"/>
            <a:ext cx="6099048" cy="6858000"/>
          </a:xfrm>
        </p:spPr>
        <p:txBody>
          <a:bodyPr tIns="822960" bIns="0" anchor="ctr"/>
          <a:lstStyle>
            <a:lvl1pPr marL="0" indent="0" algn="ctr">
              <a:buNone/>
              <a:defRPr>
                <a:solidFill>
                  <a:schemeClr val="accent3"/>
                </a:solidFill>
              </a:defRPr>
            </a:lvl1pPr>
          </a:lstStyle>
          <a:p>
            <a:r>
              <a:rPr lang="fr-FR"/>
              <a:t>Cliquez sur l'icône pour ajouter une image</a:t>
            </a:r>
            <a:endParaRPr lang="en-US"/>
          </a:p>
        </p:txBody>
      </p:sp>
      <p:sp>
        <p:nvSpPr>
          <p:cNvPr id="4" name="Graphique 10" descr="Atos logo">
            <a:extLst>
              <a:ext uri="{FF2B5EF4-FFF2-40B4-BE49-F238E27FC236}">
                <a16:creationId xmlns:a16="http://schemas.microsoft.com/office/drawing/2014/main" id="{95AC25AD-A3BC-AA9F-33C3-7F462A68D25D}"/>
              </a:ext>
            </a:extLst>
          </p:cNvPr>
          <p:cNvSpPr>
            <a:spLocks noChangeAspect="1"/>
          </p:cNvSpPr>
          <p:nvPr userDrawn="1"/>
        </p:nvSpPr>
        <p:spPr>
          <a:xfrm>
            <a:off x="10944224" y="6309897"/>
            <a:ext cx="819151" cy="250488"/>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a:p>
        </p:txBody>
      </p:sp>
    </p:spTree>
    <p:extLst>
      <p:ext uri="{BB962C8B-B14F-4D97-AF65-F5344CB8AC3E}">
        <p14:creationId xmlns:p14="http://schemas.microsoft.com/office/powerpoint/2010/main" val="3746443254"/>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showMasterSp="0" preserve="1" userDrawn="1">
  <p:cSld name="Chapter 16">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88DE8FE7-7100-76F5-9120-BC8169D59E4B}"/>
              </a:ext>
              <a:ext uri="{C183D7F6-B498-43B3-948B-1728B52AA6E4}">
                <adec:decorative xmlns:adec="http://schemas.microsoft.com/office/drawing/2017/decorative" val="1"/>
              </a:ext>
            </a:extLst>
          </p:cNvPr>
          <p:cNvGrpSpPr/>
          <p:nvPr userDrawn="1"/>
        </p:nvGrpSpPr>
        <p:grpSpPr>
          <a:xfrm>
            <a:off x="4200521" y="-2381"/>
            <a:ext cx="7991480" cy="6860381"/>
            <a:chOff x="4200521" y="-2381"/>
            <a:chExt cx="7991480" cy="6860381"/>
          </a:xfrm>
        </p:grpSpPr>
        <p:pic>
          <p:nvPicPr>
            <p:cNvPr id="5" name="Graphic 4">
              <a:extLst>
                <a:ext uri="{FF2B5EF4-FFF2-40B4-BE49-F238E27FC236}">
                  <a16:creationId xmlns:a16="http://schemas.microsoft.com/office/drawing/2014/main" id="{CDA6CBF3-7602-B5B1-8FCA-80503408D4F6}"/>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22406"/>
            <a:stretch>
              <a:fillRect/>
            </a:stretch>
          </p:blipFill>
          <p:spPr>
            <a:xfrm rot="16200000">
              <a:off x="4666295" y="3166109"/>
              <a:ext cx="3226117" cy="4157665"/>
            </a:xfrm>
            <a:custGeom>
              <a:avLst/>
              <a:gdLst>
                <a:gd name="connsiteX0" fmla="*/ 3226117 w 3226117"/>
                <a:gd name="connsiteY0" fmla="*/ 0 h 4157665"/>
                <a:gd name="connsiteX1" fmla="*/ 3226117 w 3226117"/>
                <a:gd name="connsiteY1" fmla="*/ 4157665 h 4157665"/>
                <a:gd name="connsiteX2" fmla="*/ 0 w 3226117"/>
                <a:gd name="connsiteY2" fmla="*/ 4157665 h 4157665"/>
                <a:gd name="connsiteX3" fmla="*/ 0 w 3226117"/>
                <a:gd name="connsiteY3" fmla="*/ 0 h 4157665"/>
              </a:gdLst>
              <a:ahLst/>
              <a:cxnLst>
                <a:cxn ang="0">
                  <a:pos x="connsiteX0" y="connsiteY0"/>
                </a:cxn>
                <a:cxn ang="0">
                  <a:pos x="connsiteX1" y="connsiteY1"/>
                </a:cxn>
                <a:cxn ang="0">
                  <a:pos x="connsiteX2" y="connsiteY2"/>
                </a:cxn>
                <a:cxn ang="0">
                  <a:pos x="connsiteX3" y="connsiteY3"/>
                </a:cxn>
              </a:cxnLst>
              <a:rect l="l" t="t" r="r" b="b"/>
              <a:pathLst>
                <a:path w="3226117" h="4157665">
                  <a:moveTo>
                    <a:pt x="3226117" y="0"/>
                  </a:moveTo>
                  <a:lnTo>
                    <a:pt x="3226117" y="4157665"/>
                  </a:lnTo>
                  <a:lnTo>
                    <a:pt x="0" y="4157665"/>
                  </a:lnTo>
                  <a:lnTo>
                    <a:pt x="0" y="0"/>
                  </a:lnTo>
                  <a:close/>
                </a:path>
              </a:pathLst>
            </a:custGeom>
          </p:spPr>
        </p:pic>
        <p:pic>
          <p:nvPicPr>
            <p:cNvPr id="6" name="Graphic 5">
              <a:extLst>
                <a:ext uri="{FF2B5EF4-FFF2-40B4-BE49-F238E27FC236}">
                  <a16:creationId xmlns:a16="http://schemas.microsoft.com/office/drawing/2014/main" id="{0DA6D067-2DE0-C942-E1E6-049D761FACEF}"/>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7789" t="12589"/>
            <a:stretch>
              <a:fillRect/>
            </a:stretch>
          </p:blipFill>
          <p:spPr>
            <a:xfrm flipH="1">
              <a:off x="8358186" y="-2381"/>
              <a:ext cx="3833815" cy="3634264"/>
            </a:xfrm>
            <a:custGeom>
              <a:avLst/>
              <a:gdLst>
                <a:gd name="connsiteX0" fmla="*/ 3833815 w 3833815"/>
                <a:gd name="connsiteY0" fmla="*/ 0 h 3634264"/>
                <a:gd name="connsiteX1" fmla="*/ 0 w 3833815"/>
                <a:gd name="connsiteY1" fmla="*/ 0 h 3634264"/>
                <a:gd name="connsiteX2" fmla="*/ 0 w 3833815"/>
                <a:gd name="connsiteY2" fmla="*/ 3634264 h 3634264"/>
                <a:gd name="connsiteX3" fmla="*/ 3833815 w 3833815"/>
                <a:gd name="connsiteY3" fmla="*/ 3634264 h 3634264"/>
              </a:gdLst>
              <a:ahLst/>
              <a:cxnLst>
                <a:cxn ang="0">
                  <a:pos x="connsiteX0" y="connsiteY0"/>
                </a:cxn>
                <a:cxn ang="0">
                  <a:pos x="connsiteX1" y="connsiteY1"/>
                </a:cxn>
                <a:cxn ang="0">
                  <a:pos x="connsiteX2" y="connsiteY2"/>
                </a:cxn>
                <a:cxn ang="0">
                  <a:pos x="connsiteX3" y="connsiteY3"/>
                </a:cxn>
              </a:cxnLst>
              <a:rect l="l" t="t" r="r" b="b"/>
              <a:pathLst>
                <a:path w="3833815" h="3634264">
                  <a:moveTo>
                    <a:pt x="3833815" y="0"/>
                  </a:moveTo>
                  <a:lnTo>
                    <a:pt x="0" y="0"/>
                  </a:lnTo>
                  <a:lnTo>
                    <a:pt x="0" y="3634264"/>
                  </a:lnTo>
                  <a:lnTo>
                    <a:pt x="3833815" y="3634264"/>
                  </a:lnTo>
                  <a:close/>
                </a:path>
              </a:pathLst>
            </a:custGeom>
          </p:spPr>
        </p:pic>
      </p:grpSp>
      <p:sp>
        <p:nvSpPr>
          <p:cNvPr id="3" name="Title 4">
            <a:extLst>
              <a:ext uri="{FF2B5EF4-FFF2-40B4-BE49-F238E27FC236}">
                <a16:creationId xmlns:a16="http://schemas.microsoft.com/office/drawing/2014/main" id="{C429E332-0C45-27B0-68DB-585384ABC8DC}"/>
              </a:ext>
            </a:extLst>
          </p:cNvPr>
          <p:cNvSpPr>
            <a:spLocks noGrp="1"/>
          </p:cNvSpPr>
          <p:nvPr>
            <p:ph type="title" hasCustomPrompt="1"/>
          </p:nvPr>
        </p:nvSpPr>
        <p:spPr>
          <a:xfrm>
            <a:off x="413247" y="1895312"/>
            <a:ext cx="5303520" cy="1645920"/>
          </a:xfrm>
        </p:spPr>
        <p:txBody>
          <a:bodyPr/>
          <a:lstStyle>
            <a:lvl1pPr>
              <a:spcAft>
                <a:spcPts val="300"/>
              </a:spcAft>
              <a:defRPr lang="en-US" sz="4800" kern="1200" dirty="0">
                <a:solidFill>
                  <a:schemeClr val="accent3"/>
                </a:solidFill>
                <a:latin typeface="+mj-lt"/>
                <a:ea typeface="+mn-ea"/>
                <a:cs typeface="+mn-cs"/>
              </a:defRPr>
            </a:lvl1pPr>
          </a:lstStyle>
          <a:p>
            <a:pPr lvl="0"/>
            <a:r>
              <a:rPr lang="en-US"/>
              <a:t>Chapter title</a:t>
            </a:r>
            <a:br>
              <a:rPr lang="en-US"/>
            </a:br>
            <a:r>
              <a:rPr lang="en-US"/>
              <a:t>two lines</a:t>
            </a:r>
          </a:p>
        </p:txBody>
      </p:sp>
      <p:sp>
        <p:nvSpPr>
          <p:cNvPr id="4" name="Text Placeholder 8">
            <a:extLst>
              <a:ext uri="{FF2B5EF4-FFF2-40B4-BE49-F238E27FC236}">
                <a16:creationId xmlns:a16="http://schemas.microsoft.com/office/drawing/2014/main" id="{BE675D1B-83BC-E7E0-1E53-2B07142D9366}"/>
              </a:ext>
            </a:extLst>
          </p:cNvPr>
          <p:cNvSpPr>
            <a:spLocks noGrp="1"/>
          </p:cNvSpPr>
          <p:nvPr>
            <p:ph type="body" sz="quarter" idx="13" hasCustomPrompt="1"/>
          </p:nvPr>
        </p:nvSpPr>
        <p:spPr>
          <a:xfrm>
            <a:off x="390098" y="389618"/>
            <a:ext cx="1239122" cy="1477328"/>
          </a:xfrm>
        </p:spPr>
        <p:txBody>
          <a:bodyPr wrap="none">
            <a:spAutoFit/>
          </a:bodyPr>
          <a:lstStyle>
            <a:lvl1pPr marL="0" indent="0" algn="l" defTabSz="914400" rtl="0" eaLnBrk="1" latinLnBrk="0" hangingPunct="1">
              <a:lnSpc>
                <a:spcPct val="100000"/>
              </a:lnSpc>
              <a:spcBef>
                <a:spcPct val="0"/>
              </a:spcBef>
              <a:buNone/>
              <a:defRPr lang="en-US" sz="9600" kern="1200" dirty="0">
                <a:solidFill>
                  <a:schemeClr val="accent3"/>
                </a:solidFill>
                <a:latin typeface="+mj-lt"/>
                <a:ea typeface="+mj-ea"/>
                <a:cs typeface="+mj-cs"/>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a:t>16</a:t>
            </a:r>
          </a:p>
        </p:txBody>
      </p:sp>
      <p:sp>
        <p:nvSpPr>
          <p:cNvPr id="9" name="Graphique 10" descr="Atos logo">
            <a:extLst>
              <a:ext uri="{FF2B5EF4-FFF2-40B4-BE49-F238E27FC236}">
                <a16:creationId xmlns:a16="http://schemas.microsoft.com/office/drawing/2014/main" id="{85F73F1A-DD6D-8A99-3BE3-33BEC9E07EBE}"/>
              </a:ext>
              <a:ext uri="{C183D7F6-B498-43B3-948B-1728B52AA6E4}">
                <adec:decorative xmlns:adec="http://schemas.microsoft.com/office/drawing/2017/decorative" val="0"/>
              </a:ext>
            </a:extLst>
          </p:cNvPr>
          <p:cNvSpPr>
            <a:spLocks noChangeAspect="1"/>
          </p:cNvSpPr>
          <p:nvPr userDrawn="1"/>
        </p:nvSpPr>
        <p:spPr>
          <a:xfrm>
            <a:off x="10944224" y="6309897"/>
            <a:ext cx="819151" cy="250488"/>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accent1"/>
          </a:solidFill>
          <a:ln w="5690" cap="flat">
            <a:noFill/>
            <a:prstDash val="solid"/>
            <a:miter/>
          </a:ln>
        </p:spPr>
        <p:txBody>
          <a:bodyPr rtlCol="0" anchor="ctr"/>
          <a:lstStyle/>
          <a:p>
            <a:endParaRPr lang="fr-FR"/>
          </a:p>
        </p:txBody>
      </p:sp>
      <p:sp>
        <p:nvSpPr>
          <p:cNvPr id="8" name="Picture Placeholder 8">
            <a:extLst>
              <a:ext uri="{FF2B5EF4-FFF2-40B4-BE49-F238E27FC236}">
                <a16:creationId xmlns:a16="http://schemas.microsoft.com/office/drawing/2014/main" id="{46A8A744-A160-60B3-78F8-D34443F2EFCC}"/>
              </a:ext>
              <a:ext uri="{C183D7F6-B498-43B3-948B-1728B52AA6E4}">
                <adec:decorative xmlns:adec="http://schemas.microsoft.com/office/drawing/2017/decorative" val="1"/>
              </a:ext>
            </a:extLst>
          </p:cNvPr>
          <p:cNvSpPr>
            <a:spLocks noGrp="1" noChangeAspect="1"/>
          </p:cNvSpPr>
          <p:nvPr>
            <p:ph type="pic" sz="quarter" idx="11"/>
          </p:nvPr>
        </p:nvSpPr>
        <p:spPr>
          <a:xfrm>
            <a:off x="5881682" y="1155380"/>
            <a:ext cx="4953006" cy="4953006"/>
          </a:xfrm>
          <a:custGeom>
            <a:avLst/>
            <a:gdLst>
              <a:gd name="connsiteX0" fmla="*/ 2476503 w 4953006"/>
              <a:gd name="connsiteY0" fmla="*/ 0 h 4953006"/>
              <a:gd name="connsiteX1" fmla="*/ 4953006 w 4953006"/>
              <a:gd name="connsiteY1" fmla="*/ 2476503 h 4953006"/>
              <a:gd name="connsiteX2" fmla="*/ 2476503 w 4953006"/>
              <a:gd name="connsiteY2" fmla="*/ 4953006 h 4953006"/>
              <a:gd name="connsiteX3" fmla="*/ 0 w 4953006"/>
              <a:gd name="connsiteY3" fmla="*/ 2476503 h 4953006"/>
              <a:gd name="connsiteX4" fmla="*/ 2476503 w 4953006"/>
              <a:gd name="connsiteY4" fmla="*/ 0 h 49530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53006" h="4953006">
                <a:moveTo>
                  <a:pt x="2476503" y="0"/>
                </a:moveTo>
                <a:cubicBezTo>
                  <a:pt x="3844238" y="0"/>
                  <a:pt x="4953006" y="1108768"/>
                  <a:pt x="4953006" y="2476503"/>
                </a:cubicBezTo>
                <a:cubicBezTo>
                  <a:pt x="4953006" y="3844238"/>
                  <a:pt x="3844238" y="4953006"/>
                  <a:pt x="2476503" y="4953006"/>
                </a:cubicBezTo>
                <a:cubicBezTo>
                  <a:pt x="1108768" y="4953006"/>
                  <a:pt x="0" y="3844238"/>
                  <a:pt x="0" y="2476503"/>
                </a:cubicBezTo>
                <a:cubicBezTo>
                  <a:pt x="0" y="1108768"/>
                  <a:pt x="1108768" y="0"/>
                  <a:pt x="2476503" y="0"/>
                </a:cubicBezTo>
                <a:close/>
              </a:path>
            </a:pathLst>
          </a:custGeom>
        </p:spPr>
        <p:txBody>
          <a:bodyPr wrap="square" tIns="822960" bIns="0" anchor="ctr">
            <a:noAutofit/>
          </a:bodyPr>
          <a:lstStyle>
            <a:lvl1pPr marL="0" indent="0" algn="ctr">
              <a:buNone/>
              <a:defRPr>
                <a:solidFill>
                  <a:schemeClr val="accent3"/>
                </a:solidFill>
              </a:defRPr>
            </a:lvl1pPr>
          </a:lstStyle>
          <a:p>
            <a:r>
              <a:rPr lang="fr-FR"/>
              <a:t>Cliquez sur l'icône pour ajouter une image</a:t>
            </a:r>
            <a:endParaRPr lang="en-US"/>
          </a:p>
        </p:txBody>
      </p:sp>
    </p:spTree>
    <p:extLst>
      <p:ext uri="{BB962C8B-B14F-4D97-AF65-F5344CB8AC3E}">
        <p14:creationId xmlns:p14="http://schemas.microsoft.com/office/powerpoint/2010/main" val="2589919995"/>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showMasterSp="0" preserve="1" userDrawn="1">
  <p:cSld name="Chapter 17">
    <p:bg>
      <p:bgPr>
        <a:solidFill>
          <a:schemeClr val="accent2"/>
        </a:solidFill>
        <a:effectLst/>
      </p:bgPr>
    </p:bg>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89337D3C-6EE3-DFF9-3593-E73BB9D9C93E}"/>
              </a:ext>
              <a:ext uri="{C183D7F6-B498-43B3-948B-1728B52AA6E4}">
                <adec:decorative xmlns:adec="http://schemas.microsoft.com/office/drawing/2017/decorative" val="1"/>
              </a:ext>
            </a:extLst>
          </p:cNvPr>
          <p:cNvGrpSpPr/>
          <p:nvPr userDrawn="1"/>
        </p:nvGrpSpPr>
        <p:grpSpPr>
          <a:xfrm>
            <a:off x="4200521" y="-2381"/>
            <a:ext cx="7991480" cy="6860381"/>
            <a:chOff x="4200521" y="-2381"/>
            <a:chExt cx="7991480" cy="6860381"/>
          </a:xfrm>
        </p:grpSpPr>
        <p:pic>
          <p:nvPicPr>
            <p:cNvPr id="5" name="Graphic 4">
              <a:extLst>
                <a:ext uri="{FF2B5EF4-FFF2-40B4-BE49-F238E27FC236}">
                  <a16:creationId xmlns:a16="http://schemas.microsoft.com/office/drawing/2014/main" id="{CDA6CBF3-7602-B5B1-8FCA-80503408D4F6}"/>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22406"/>
            <a:stretch>
              <a:fillRect/>
            </a:stretch>
          </p:blipFill>
          <p:spPr>
            <a:xfrm rot="16200000">
              <a:off x="4666295" y="3166109"/>
              <a:ext cx="3226117" cy="4157665"/>
            </a:xfrm>
            <a:custGeom>
              <a:avLst/>
              <a:gdLst>
                <a:gd name="connsiteX0" fmla="*/ 3226117 w 3226117"/>
                <a:gd name="connsiteY0" fmla="*/ 0 h 4157665"/>
                <a:gd name="connsiteX1" fmla="*/ 3226117 w 3226117"/>
                <a:gd name="connsiteY1" fmla="*/ 4157665 h 4157665"/>
                <a:gd name="connsiteX2" fmla="*/ 0 w 3226117"/>
                <a:gd name="connsiteY2" fmla="*/ 4157665 h 4157665"/>
                <a:gd name="connsiteX3" fmla="*/ 0 w 3226117"/>
                <a:gd name="connsiteY3" fmla="*/ 0 h 4157665"/>
              </a:gdLst>
              <a:ahLst/>
              <a:cxnLst>
                <a:cxn ang="0">
                  <a:pos x="connsiteX0" y="connsiteY0"/>
                </a:cxn>
                <a:cxn ang="0">
                  <a:pos x="connsiteX1" y="connsiteY1"/>
                </a:cxn>
                <a:cxn ang="0">
                  <a:pos x="connsiteX2" y="connsiteY2"/>
                </a:cxn>
                <a:cxn ang="0">
                  <a:pos x="connsiteX3" y="connsiteY3"/>
                </a:cxn>
              </a:cxnLst>
              <a:rect l="l" t="t" r="r" b="b"/>
              <a:pathLst>
                <a:path w="3226117" h="4157665">
                  <a:moveTo>
                    <a:pt x="3226117" y="0"/>
                  </a:moveTo>
                  <a:lnTo>
                    <a:pt x="3226117" y="4157665"/>
                  </a:lnTo>
                  <a:lnTo>
                    <a:pt x="0" y="4157665"/>
                  </a:lnTo>
                  <a:lnTo>
                    <a:pt x="0" y="0"/>
                  </a:lnTo>
                  <a:close/>
                </a:path>
              </a:pathLst>
            </a:custGeom>
          </p:spPr>
        </p:pic>
        <p:pic>
          <p:nvPicPr>
            <p:cNvPr id="6" name="Graphic 5">
              <a:extLst>
                <a:ext uri="{FF2B5EF4-FFF2-40B4-BE49-F238E27FC236}">
                  <a16:creationId xmlns:a16="http://schemas.microsoft.com/office/drawing/2014/main" id="{0DA6D067-2DE0-C942-E1E6-049D761FACEF}"/>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7789" t="12589"/>
            <a:stretch>
              <a:fillRect/>
            </a:stretch>
          </p:blipFill>
          <p:spPr>
            <a:xfrm flipH="1">
              <a:off x="8358186" y="-2381"/>
              <a:ext cx="3833815" cy="3634264"/>
            </a:xfrm>
            <a:custGeom>
              <a:avLst/>
              <a:gdLst>
                <a:gd name="connsiteX0" fmla="*/ 3833815 w 3833815"/>
                <a:gd name="connsiteY0" fmla="*/ 0 h 3634264"/>
                <a:gd name="connsiteX1" fmla="*/ 0 w 3833815"/>
                <a:gd name="connsiteY1" fmla="*/ 0 h 3634264"/>
                <a:gd name="connsiteX2" fmla="*/ 0 w 3833815"/>
                <a:gd name="connsiteY2" fmla="*/ 3634264 h 3634264"/>
                <a:gd name="connsiteX3" fmla="*/ 3833815 w 3833815"/>
                <a:gd name="connsiteY3" fmla="*/ 3634264 h 3634264"/>
              </a:gdLst>
              <a:ahLst/>
              <a:cxnLst>
                <a:cxn ang="0">
                  <a:pos x="connsiteX0" y="connsiteY0"/>
                </a:cxn>
                <a:cxn ang="0">
                  <a:pos x="connsiteX1" y="connsiteY1"/>
                </a:cxn>
                <a:cxn ang="0">
                  <a:pos x="connsiteX2" y="connsiteY2"/>
                </a:cxn>
                <a:cxn ang="0">
                  <a:pos x="connsiteX3" y="connsiteY3"/>
                </a:cxn>
              </a:cxnLst>
              <a:rect l="l" t="t" r="r" b="b"/>
              <a:pathLst>
                <a:path w="3833815" h="3634264">
                  <a:moveTo>
                    <a:pt x="3833815" y="0"/>
                  </a:moveTo>
                  <a:lnTo>
                    <a:pt x="0" y="0"/>
                  </a:lnTo>
                  <a:lnTo>
                    <a:pt x="0" y="3634264"/>
                  </a:lnTo>
                  <a:lnTo>
                    <a:pt x="3833815" y="3634264"/>
                  </a:lnTo>
                  <a:close/>
                </a:path>
              </a:pathLst>
            </a:custGeom>
          </p:spPr>
        </p:pic>
      </p:grpSp>
      <p:sp>
        <p:nvSpPr>
          <p:cNvPr id="3" name="Title 4">
            <a:extLst>
              <a:ext uri="{FF2B5EF4-FFF2-40B4-BE49-F238E27FC236}">
                <a16:creationId xmlns:a16="http://schemas.microsoft.com/office/drawing/2014/main" id="{8A65E7CC-08F0-C4B0-F2BB-DB3DF4345688}"/>
              </a:ext>
            </a:extLst>
          </p:cNvPr>
          <p:cNvSpPr>
            <a:spLocks noGrp="1"/>
          </p:cNvSpPr>
          <p:nvPr>
            <p:ph type="title" hasCustomPrompt="1"/>
          </p:nvPr>
        </p:nvSpPr>
        <p:spPr>
          <a:xfrm>
            <a:off x="413247" y="1895312"/>
            <a:ext cx="5303520" cy="1645920"/>
          </a:xfrm>
        </p:spPr>
        <p:txBody>
          <a:bodyPr/>
          <a:lstStyle>
            <a:lvl1pPr>
              <a:spcAft>
                <a:spcPts val="300"/>
              </a:spcAft>
              <a:defRPr lang="en-US" sz="4800" kern="1200" dirty="0">
                <a:solidFill>
                  <a:schemeClr val="accent3"/>
                </a:solidFill>
                <a:latin typeface="+mj-lt"/>
                <a:ea typeface="+mn-ea"/>
                <a:cs typeface="+mn-cs"/>
              </a:defRPr>
            </a:lvl1pPr>
          </a:lstStyle>
          <a:p>
            <a:pPr lvl="0"/>
            <a:r>
              <a:rPr lang="en-US"/>
              <a:t>Chapter title</a:t>
            </a:r>
            <a:br>
              <a:rPr lang="en-US"/>
            </a:br>
            <a:r>
              <a:rPr lang="en-US"/>
              <a:t>two lines</a:t>
            </a:r>
          </a:p>
        </p:txBody>
      </p:sp>
      <p:sp>
        <p:nvSpPr>
          <p:cNvPr id="10" name="Text Placeholder 8">
            <a:extLst>
              <a:ext uri="{FF2B5EF4-FFF2-40B4-BE49-F238E27FC236}">
                <a16:creationId xmlns:a16="http://schemas.microsoft.com/office/drawing/2014/main" id="{CC9DB672-DE0F-6DFC-88E9-FA4AABF53073}"/>
              </a:ext>
            </a:extLst>
          </p:cNvPr>
          <p:cNvSpPr>
            <a:spLocks noGrp="1"/>
          </p:cNvSpPr>
          <p:nvPr>
            <p:ph type="body" sz="quarter" idx="13" hasCustomPrompt="1"/>
          </p:nvPr>
        </p:nvSpPr>
        <p:spPr>
          <a:xfrm>
            <a:off x="390098" y="389618"/>
            <a:ext cx="1139736" cy="1477328"/>
          </a:xfrm>
        </p:spPr>
        <p:txBody>
          <a:bodyPr wrap="none">
            <a:spAutoFit/>
          </a:bodyPr>
          <a:lstStyle>
            <a:lvl1pPr marL="0" indent="0" algn="l" defTabSz="914400" rtl="0" eaLnBrk="1" latinLnBrk="0" hangingPunct="1">
              <a:lnSpc>
                <a:spcPct val="100000"/>
              </a:lnSpc>
              <a:spcBef>
                <a:spcPct val="0"/>
              </a:spcBef>
              <a:buNone/>
              <a:defRPr lang="en-US" sz="9600" kern="1200" dirty="0">
                <a:solidFill>
                  <a:schemeClr val="accent3"/>
                </a:solidFill>
                <a:latin typeface="+mj-lt"/>
                <a:ea typeface="+mj-ea"/>
                <a:cs typeface="+mj-cs"/>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a:t>17</a:t>
            </a:r>
          </a:p>
        </p:txBody>
      </p:sp>
      <p:sp>
        <p:nvSpPr>
          <p:cNvPr id="9" name="Graphique 10" descr="Atos logo">
            <a:extLst>
              <a:ext uri="{FF2B5EF4-FFF2-40B4-BE49-F238E27FC236}">
                <a16:creationId xmlns:a16="http://schemas.microsoft.com/office/drawing/2014/main" id="{85F73F1A-DD6D-8A99-3BE3-33BEC9E07EBE}"/>
              </a:ext>
            </a:extLst>
          </p:cNvPr>
          <p:cNvSpPr>
            <a:spLocks noChangeAspect="1"/>
          </p:cNvSpPr>
          <p:nvPr userDrawn="1"/>
        </p:nvSpPr>
        <p:spPr>
          <a:xfrm>
            <a:off x="10944224" y="6309897"/>
            <a:ext cx="819151" cy="250488"/>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a:p>
        </p:txBody>
      </p:sp>
      <p:sp>
        <p:nvSpPr>
          <p:cNvPr id="8" name="Picture Placeholder 8">
            <a:extLst>
              <a:ext uri="{FF2B5EF4-FFF2-40B4-BE49-F238E27FC236}">
                <a16:creationId xmlns:a16="http://schemas.microsoft.com/office/drawing/2014/main" id="{46A8A744-A160-60B3-78F8-D34443F2EFCC}"/>
              </a:ext>
              <a:ext uri="{C183D7F6-B498-43B3-948B-1728B52AA6E4}">
                <adec:decorative xmlns:adec="http://schemas.microsoft.com/office/drawing/2017/decorative" val="1"/>
              </a:ext>
            </a:extLst>
          </p:cNvPr>
          <p:cNvSpPr>
            <a:spLocks noGrp="1" noChangeAspect="1"/>
          </p:cNvSpPr>
          <p:nvPr>
            <p:ph type="pic" sz="quarter" idx="11"/>
          </p:nvPr>
        </p:nvSpPr>
        <p:spPr>
          <a:xfrm>
            <a:off x="5881682" y="1155380"/>
            <a:ext cx="4953006" cy="4953006"/>
          </a:xfrm>
          <a:custGeom>
            <a:avLst/>
            <a:gdLst>
              <a:gd name="connsiteX0" fmla="*/ 2476503 w 4953006"/>
              <a:gd name="connsiteY0" fmla="*/ 0 h 4953006"/>
              <a:gd name="connsiteX1" fmla="*/ 4953006 w 4953006"/>
              <a:gd name="connsiteY1" fmla="*/ 2476503 h 4953006"/>
              <a:gd name="connsiteX2" fmla="*/ 2476503 w 4953006"/>
              <a:gd name="connsiteY2" fmla="*/ 4953006 h 4953006"/>
              <a:gd name="connsiteX3" fmla="*/ 0 w 4953006"/>
              <a:gd name="connsiteY3" fmla="*/ 2476503 h 4953006"/>
              <a:gd name="connsiteX4" fmla="*/ 2476503 w 4953006"/>
              <a:gd name="connsiteY4" fmla="*/ 0 h 49530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53006" h="4953006">
                <a:moveTo>
                  <a:pt x="2476503" y="0"/>
                </a:moveTo>
                <a:cubicBezTo>
                  <a:pt x="3844238" y="0"/>
                  <a:pt x="4953006" y="1108768"/>
                  <a:pt x="4953006" y="2476503"/>
                </a:cubicBezTo>
                <a:cubicBezTo>
                  <a:pt x="4953006" y="3844238"/>
                  <a:pt x="3844238" y="4953006"/>
                  <a:pt x="2476503" y="4953006"/>
                </a:cubicBezTo>
                <a:cubicBezTo>
                  <a:pt x="1108768" y="4953006"/>
                  <a:pt x="0" y="3844238"/>
                  <a:pt x="0" y="2476503"/>
                </a:cubicBezTo>
                <a:cubicBezTo>
                  <a:pt x="0" y="1108768"/>
                  <a:pt x="1108768" y="0"/>
                  <a:pt x="2476503" y="0"/>
                </a:cubicBezTo>
                <a:close/>
              </a:path>
            </a:pathLst>
          </a:custGeom>
        </p:spPr>
        <p:txBody>
          <a:bodyPr wrap="square" tIns="822960" bIns="0" anchor="ctr">
            <a:noAutofit/>
          </a:bodyPr>
          <a:lstStyle>
            <a:lvl1pPr marL="0" indent="0" algn="ctr">
              <a:buNone/>
              <a:defRPr>
                <a:solidFill>
                  <a:schemeClr val="accent3"/>
                </a:solidFill>
              </a:defRPr>
            </a:lvl1pPr>
          </a:lstStyle>
          <a:p>
            <a:r>
              <a:rPr lang="fr-FR"/>
              <a:t>Cliquez sur l'icône pour ajouter une image</a:t>
            </a:r>
            <a:endParaRPr lang="en-US"/>
          </a:p>
        </p:txBody>
      </p:sp>
    </p:spTree>
    <p:extLst>
      <p:ext uri="{BB962C8B-B14F-4D97-AF65-F5344CB8AC3E}">
        <p14:creationId xmlns:p14="http://schemas.microsoft.com/office/powerpoint/2010/main" val="3371487578"/>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showMasterSp="0" preserve="1" userDrawn="1">
  <p:cSld name="Chapter 18">
    <p:bg>
      <p:bgPr>
        <a:solidFill>
          <a:schemeClr val="accent1"/>
        </a:solidFill>
        <a:effectLst/>
      </p:bgPr>
    </p:bg>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35A83F88-05FA-AF34-DCE0-A312CE87D328}"/>
              </a:ext>
              <a:ext uri="{C183D7F6-B498-43B3-948B-1728B52AA6E4}">
                <adec:decorative xmlns:adec="http://schemas.microsoft.com/office/drawing/2017/decorative" val="1"/>
              </a:ext>
            </a:extLst>
          </p:cNvPr>
          <p:cNvGrpSpPr/>
          <p:nvPr userDrawn="1"/>
        </p:nvGrpSpPr>
        <p:grpSpPr>
          <a:xfrm>
            <a:off x="4200521" y="-2381"/>
            <a:ext cx="7991480" cy="6860381"/>
            <a:chOff x="4200521" y="-2381"/>
            <a:chExt cx="7991480" cy="6860381"/>
          </a:xfrm>
        </p:grpSpPr>
        <p:pic>
          <p:nvPicPr>
            <p:cNvPr id="5" name="Graphic 4">
              <a:extLst>
                <a:ext uri="{FF2B5EF4-FFF2-40B4-BE49-F238E27FC236}">
                  <a16:creationId xmlns:a16="http://schemas.microsoft.com/office/drawing/2014/main" id="{CDA6CBF3-7602-B5B1-8FCA-80503408D4F6}"/>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22406"/>
            <a:stretch>
              <a:fillRect/>
            </a:stretch>
          </p:blipFill>
          <p:spPr>
            <a:xfrm rot="16200000">
              <a:off x="4666295" y="3166109"/>
              <a:ext cx="3226117" cy="4157665"/>
            </a:xfrm>
            <a:custGeom>
              <a:avLst/>
              <a:gdLst>
                <a:gd name="connsiteX0" fmla="*/ 3226117 w 3226117"/>
                <a:gd name="connsiteY0" fmla="*/ 0 h 4157665"/>
                <a:gd name="connsiteX1" fmla="*/ 3226117 w 3226117"/>
                <a:gd name="connsiteY1" fmla="*/ 4157665 h 4157665"/>
                <a:gd name="connsiteX2" fmla="*/ 0 w 3226117"/>
                <a:gd name="connsiteY2" fmla="*/ 4157665 h 4157665"/>
                <a:gd name="connsiteX3" fmla="*/ 0 w 3226117"/>
                <a:gd name="connsiteY3" fmla="*/ 0 h 4157665"/>
              </a:gdLst>
              <a:ahLst/>
              <a:cxnLst>
                <a:cxn ang="0">
                  <a:pos x="connsiteX0" y="connsiteY0"/>
                </a:cxn>
                <a:cxn ang="0">
                  <a:pos x="connsiteX1" y="connsiteY1"/>
                </a:cxn>
                <a:cxn ang="0">
                  <a:pos x="connsiteX2" y="connsiteY2"/>
                </a:cxn>
                <a:cxn ang="0">
                  <a:pos x="connsiteX3" y="connsiteY3"/>
                </a:cxn>
              </a:cxnLst>
              <a:rect l="l" t="t" r="r" b="b"/>
              <a:pathLst>
                <a:path w="3226117" h="4157665">
                  <a:moveTo>
                    <a:pt x="3226117" y="0"/>
                  </a:moveTo>
                  <a:lnTo>
                    <a:pt x="3226117" y="4157665"/>
                  </a:lnTo>
                  <a:lnTo>
                    <a:pt x="0" y="4157665"/>
                  </a:lnTo>
                  <a:lnTo>
                    <a:pt x="0" y="0"/>
                  </a:lnTo>
                  <a:close/>
                </a:path>
              </a:pathLst>
            </a:custGeom>
          </p:spPr>
        </p:pic>
        <p:pic>
          <p:nvPicPr>
            <p:cNvPr id="6" name="Graphic 5">
              <a:extLst>
                <a:ext uri="{FF2B5EF4-FFF2-40B4-BE49-F238E27FC236}">
                  <a16:creationId xmlns:a16="http://schemas.microsoft.com/office/drawing/2014/main" id="{0DA6D067-2DE0-C942-E1E6-049D761FACEF}"/>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7789" t="12589"/>
            <a:stretch>
              <a:fillRect/>
            </a:stretch>
          </p:blipFill>
          <p:spPr>
            <a:xfrm flipH="1">
              <a:off x="8358186" y="-2381"/>
              <a:ext cx="3833815" cy="3634264"/>
            </a:xfrm>
            <a:custGeom>
              <a:avLst/>
              <a:gdLst>
                <a:gd name="connsiteX0" fmla="*/ 3833815 w 3833815"/>
                <a:gd name="connsiteY0" fmla="*/ 0 h 3634264"/>
                <a:gd name="connsiteX1" fmla="*/ 0 w 3833815"/>
                <a:gd name="connsiteY1" fmla="*/ 0 h 3634264"/>
                <a:gd name="connsiteX2" fmla="*/ 0 w 3833815"/>
                <a:gd name="connsiteY2" fmla="*/ 3634264 h 3634264"/>
                <a:gd name="connsiteX3" fmla="*/ 3833815 w 3833815"/>
                <a:gd name="connsiteY3" fmla="*/ 3634264 h 3634264"/>
              </a:gdLst>
              <a:ahLst/>
              <a:cxnLst>
                <a:cxn ang="0">
                  <a:pos x="connsiteX0" y="connsiteY0"/>
                </a:cxn>
                <a:cxn ang="0">
                  <a:pos x="connsiteX1" y="connsiteY1"/>
                </a:cxn>
                <a:cxn ang="0">
                  <a:pos x="connsiteX2" y="connsiteY2"/>
                </a:cxn>
                <a:cxn ang="0">
                  <a:pos x="connsiteX3" y="connsiteY3"/>
                </a:cxn>
              </a:cxnLst>
              <a:rect l="l" t="t" r="r" b="b"/>
              <a:pathLst>
                <a:path w="3833815" h="3634264">
                  <a:moveTo>
                    <a:pt x="3833815" y="0"/>
                  </a:moveTo>
                  <a:lnTo>
                    <a:pt x="0" y="0"/>
                  </a:lnTo>
                  <a:lnTo>
                    <a:pt x="0" y="3634264"/>
                  </a:lnTo>
                  <a:lnTo>
                    <a:pt x="3833815" y="3634264"/>
                  </a:lnTo>
                  <a:close/>
                </a:path>
              </a:pathLst>
            </a:custGeom>
          </p:spPr>
        </p:pic>
      </p:grpSp>
      <p:sp>
        <p:nvSpPr>
          <p:cNvPr id="3" name="Title 4">
            <a:extLst>
              <a:ext uri="{FF2B5EF4-FFF2-40B4-BE49-F238E27FC236}">
                <a16:creationId xmlns:a16="http://schemas.microsoft.com/office/drawing/2014/main" id="{33E154DC-8BCE-9D1C-D10A-AFFD726767B0}"/>
              </a:ext>
            </a:extLst>
          </p:cNvPr>
          <p:cNvSpPr>
            <a:spLocks noGrp="1"/>
          </p:cNvSpPr>
          <p:nvPr>
            <p:ph type="title" hasCustomPrompt="1"/>
          </p:nvPr>
        </p:nvSpPr>
        <p:spPr>
          <a:xfrm>
            <a:off x="413247" y="1895312"/>
            <a:ext cx="5303520" cy="1645920"/>
          </a:xfrm>
        </p:spPr>
        <p:txBody>
          <a:bodyPr/>
          <a:lstStyle>
            <a:lvl1pPr>
              <a:spcAft>
                <a:spcPts val="300"/>
              </a:spcAft>
              <a:defRPr lang="en-US" sz="4800" kern="1200" dirty="0">
                <a:solidFill>
                  <a:schemeClr val="bg1"/>
                </a:solidFill>
                <a:latin typeface="+mj-lt"/>
                <a:ea typeface="+mn-ea"/>
                <a:cs typeface="+mn-cs"/>
              </a:defRPr>
            </a:lvl1pPr>
          </a:lstStyle>
          <a:p>
            <a:pPr lvl="0"/>
            <a:r>
              <a:rPr lang="en-US"/>
              <a:t>Chapter title</a:t>
            </a:r>
            <a:br>
              <a:rPr lang="en-US"/>
            </a:br>
            <a:r>
              <a:rPr lang="en-US"/>
              <a:t>two lines</a:t>
            </a:r>
          </a:p>
        </p:txBody>
      </p:sp>
      <p:sp>
        <p:nvSpPr>
          <p:cNvPr id="10" name="Text Placeholder 8">
            <a:extLst>
              <a:ext uri="{FF2B5EF4-FFF2-40B4-BE49-F238E27FC236}">
                <a16:creationId xmlns:a16="http://schemas.microsoft.com/office/drawing/2014/main" id="{78041AAF-1E78-0F21-4AE5-20C76BCD5741}"/>
              </a:ext>
            </a:extLst>
          </p:cNvPr>
          <p:cNvSpPr>
            <a:spLocks noGrp="1"/>
          </p:cNvSpPr>
          <p:nvPr>
            <p:ph type="body" sz="quarter" idx="13" hasCustomPrompt="1"/>
          </p:nvPr>
        </p:nvSpPr>
        <p:spPr>
          <a:xfrm>
            <a:off x="390098" y="389618"/>
            <a:ext cx="1239122" cy="1477328"/>
          </a:xfrm>
        </p:spPr>
        <p:txBody>
          <a:bodyPr wrap="none">
            <a:spAutoFit/>
          </a:bodyPr>
          <a:lstStyle>
            <a:lvl1pPr marL="0" indent="0" algn="l" defTabSz="914400" rtl="0" eaLnBrk="1" latinLnBrk="0" hangingPunct="1">
              <a:lnSpc>
                <a:spcPct val="100000"/>
              </a:lnSpc>
              <a:spcBef>
                <a:spcPct val="0"/>
              </a:spcBef>
              <a:buNone/>
              <a:defRPr lang="en-US" sz="9600" kern="1200" dirty="0">
                <a:solidFill>
                  <a:schemeClr val="bg1"/>
                </a:solidFill>
                <a:latin typeface="+mj-lt"/>
                <a:ea typeface="+mj-ea"/>
                <a:cs typeface="+mj-cs"/>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a:t>18</a:t>
            </a:r>
          </a:p>
        </p:txBody>
      </p:sp>
      <p:sp>
        <p:nvSpPr>
          <p:cNvPr id="9" name="Graphique 10" descr="Atos logo">
            <a:extLst>
              <a:ext uri="{FF2B5EF4-FFF2-40B4-BE49-F238E27FC236}">
                <a16:creationId xmlns:a16="http://schemas.microsoft.com/office/drawing/2014/main" id="{85F73F1A-DD6D-8A99-3BE3-33BEC9E07EBE}"/>
              </a:ext>
            </a:extLst>
          </p:cNvPr>
          <p:cNvSpPr>
            <a:spLocks noChangeAspect="1"/>
          </p:cNvSpPr>
          <p:nvPr userDrawn="1"/>
        </p:nvSpPr>
        <p:spPr>
          <a:xfrm>
            <a:off x="10944224" y="6309897"/>
            <a:ext cx="819151" cy="250488"/>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a:p>
        </p:txBody>
      </p:sp>
      <p:sp>
        <p:nvSpPr>
          <p:cNvPr id="8" name="Picture Placeholder 8">
            <a:extLst>
              <a:ext uri="{FF2B5EF4-FFF2-40B4-BE49-F238E27FC236}">
                <a16:creationId xmlns:a16="http://schemas.microsoft.com/office/drawing/2014/main" id="{46A8A744-A160-60B3-78F8-D34443F2EFCC}"/>
              </a:ext>
              <a:ext uri="{C183D7F6-B498-43B3-948B-1728B52AA6E4}">
                <adec:decorative xmlns:adec="http://schemas.microsoft.com/office/drawing/2017/decorative" val="1"/>
              </a:ext>
            </a:extLst>
          </p:cNvPr>
          <p:cNvSpPr>
            <a:spLocks noGrp="1" noChangeAspect="1"/>
          </p:cNvSpPr>
          <p:nvPr>
            <p:ph type="pic" sz="quarter" idx="11"/>
          </p:nvPr>
        </p:nvSpPr>
        <p:spPr>
          <a:xfrm>
            <a:off x="5881682" y="1155380"/>
            <a:ext cx="4953006" cy="4953006"/>
          </a:xfrm>
          <a:custGeom>
            <a:avLst/>
            <a:gdLst>
              <a:gd name="connsiteX0" fmla="*/ 2476503 w 4953006"/>
              <a:gd name="connsiteY0" fmla="*/ 0 h 4953006"/>
              <a:gd name="connsiteX1" fmla="*/ 4953006 w 4953006"/>
              <a:gd name="connsiteY1" fmla="*/ 2476503 h 4953006"/>
              <a:gd name="connsiteX2" fmla="*/ 2476503 w 4953006"/>
              <a:gd name="connsiteY2" fmla="*/ 4953006 h 4953006"/>
              <a:gd name="connsiteX3" fmla="*/ 0 w 4953006"/>
              <a:gd name="connsiteY3" fmla="*/ 2476503 h 4953006"/>
              <a:gd name="connsiteX4" fmla="*/ 2476503 w 4953006"/>
              <a:gd name="connsiteY4" fmla="*/ 0 h 49530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53006" h="4953006">
                <a:moveTo>
                  <a:pt x="2476503" y="0"/>
                </a:moveTo>
                <a:cubicBezTo>
                  <a:pt x="3844238" y="0"/>
                  <a:pt x="4953006" y="1108768"/>
                  <a:pt x="4953006" y="2476503"/>
                </a:cubicBezTo>
                <a:cubicBezTo>
                  <a:pt x="4953006" y="3844238"/>
                  <a:pt x="3844238" y="4953006"/>
                  <a:pt x="2476503" y="4953006"/>
                </a:cubicBezTo>
                <a:cubicBezTo>
                  <a:pt x="1108768" y="4953006"/>
                  <a:pt x="0" y="3844238"/>
                  <a:pt x="0" y="2476503"/>
                </a:cubicBezTo>
                <a:cubicBezTo>
                  <a:pt x="0" y="1108768"/>
                  <a:pt x="1108768" y="0"/>
                  <a:pt x="2476503" y="0"/>
                </a:cubicBezTo>
                <a:close/>
              </a:path>
            </a:pathLst>
          </a:custGeom>
        </p:spPr>
        <p:txBody>
          <a:bodyPr wrap="square" tIns="822960" bIns="0" anchor="ctr">
            <a:noAutofit/>
          </a:bodyPr>
          <a:lstStyle>
            <a:lvl1pPr marL="0" indent="0" algn="ctr">
              <a:buNone/>
              <a:defRPr>
                <a:solidFill>
                  <a:schemeClr val="bg1"/>
                </a:solidFill>
              </a:defRPr>
            </a:lvl1pPr>
          </a:lstStyle>
          <a:p>
            <a:r>
              <a:rPr lang="fr-FR"/>
              <a:t>Cliquez sur l'icône pour ajouter une image</a:t>
            </a:r>
            <a:endParaRPr lang="en-US"/>
          </a:p>
        </p:txBody>
      </p:sp>
    </p:spTree>
    <p:extLst>
      <p:ext uri="{BB962C8B-B14F-4D97-AF65-F5344CB8AC3E}">
        <p14:creationId xmlns:p14="http://schemas.microsoft.com/office/powerpoint/2010/main" val="3979864849"/>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showMasterSp="0" preserve="1" userDrawn="1">
  <p:cSld name="Chapter 19">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C2BC0963-42C7-7862-38D1-2147A16C2299}"/>
              </a:ext>
              <a:ext uri="{C183D7F6-B498-43B3-948B-1728B52AA6E4}">
                <adec:decorative xmlns:adec="http://schemas.microsoft.com/office/drawing/2017/decorative" val="1"/>
              </a:ext>
            </a:extLst>
          </p:cNvPr>
          <p:cNvGrpSpPr/>
          <p:nvPr userDrawn="1"/>
        </p:nvGrpSpPr>
        <p:grpSpPr>
          <a:xfrm>
            <a:off x="2" y="0"/>
            <a:ext cx="7896674" cy="6858000"/>
            <a:chOff x="2" y="0"/>
            <a:chExt cx="7896674" cy="6858000"/>
          </a:xfrm>
        </p:grpSpPr>
        <p:pic>
          <p:nvPicPr>
            <p:cNvPr id="5" name="Graphic 4">
              <a:extLst>
                <a:ext uri="{FF2B5EF4-FFF2-40B4-BE49-F238E27FC236}">
                  <a16:creationId xmlns:a16="http://schemas.microsoft.com/office/drawing/2014/main" id="{CDA6CBF3-7602-B5B1-8FCA-80503408D4F6}"/>
                </a:ext>
                <a:ext uri="{C183D7F6-B498-43B3-948B-1728B52AA6E4}">
                  <adec:decorative xmlns:adec="http://schemas.microsoft.com/office/drawing/2017/decorative" val="1"/>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22407" t="10069"/>
            <a:stretch/>
          </p:blipFill>
          <p:spPr>
            <a:xfrm rot="16200000">
              <a:off x="256450" y="3375434"/>
              <a:ext cx="3226118" cy="3739014"/>
            </a:xfrm>
            <a:custGeom>
              <a:avLst/>
              <a:gdLst>
                <a:gd name="connsiteX0" fmla="*/ 3226117 w 3226117"/>
                <a:gd name="connsiteY0" fmla="*/ 0 h 4157665"/>
                <a:gd name="connsiteX1" fmla="*/ 3226117 w 3226117"/>
                <a:gd name="connsiteY1" fmla="*/ 4157665 h 4157665"/>
                <a:gd name="connsiteX2" fmla="*/ 0 w 3226117"/>
                <a:gd name="connsiteY2" fmla="*/ 4157665 h 4157665"/>
                <a:gd name="connsiteX3" fmla="*/ 0 w 3226117"/>
                <a:gd name="connsiteY3" fmla="*/ 0 h 4157665"/>
              </a:gdLst>
              <a:ahLst/>
              <a:cxnLst>
                <a:cxn ang="0">
                  <a:pos x="connsiteX0" y="connsiteY0"/>
                </a:cxn>
                <a:cxn ang="0">
                  <a:pos x="connsiteX1" y="connsiteY1"/>
                </a:cxn>
                <a:cxn ang="0">
                  <a:pos x="connsiteX2" y="connsiteY2"/>
                </a:cxn>
                <a:cxn ang="0">
                  <a:pos x="connsiteX3" y="connsiteY3"/>
                </a:cxn>
              </a:cxnLst>
              <a:rect l="l" t="t" r="r" b="b"/>
              <a:pathLst>
                <a:path w="3226117" h="4157665">
                  <a:moveTo>
                    <a:pt x="3226117" y="0"/>
                  </a:moveTo>
                  <a:lnTo>
                    <a:pt x="3226117" y="4157665"/>
                  </a:lnTo>
                  <a:lnTo>
                    <a:pt x="0" y="4157665"/>
                  </a:lnTo>
                  <a:lnTo>
                    <a:pt x="0" y="0"/>
                  </a:lnTo>
                  <a:close/>
                </a:path>
              </a:pathLst>
            </a:custGeom>
          </p:spPr>
        </p:pic>
        <p:pic>
          <p:nvPicPr>
            <p:cNvPr id="6" name="Graphic 5">
              <a:extLst>
                <a:ext uri="{FF2B5EF4-FFF2-40B4-BE49-F238E27FC236}">
                  <a16:creationId xmlns:a16="http://schemas.microsoft.com/office/drawing/2014/main" id="{0DA6D067-2DE0-C942-E1E6-049D761FACEF}"/>
                </a:ext>
                <a:ext uri="{C183D7F6-B498-43B3-948B-1728B52AA6E4}">
                  <adec:decorative xmlns:adec="http://schemas.microsoft.com/office/drawing/2017/decorative" val="1"/>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1" t="12646" r="1" b="-1"/>
            <a:stretch/>
          </p:blipFill>
          <p:spPr>
            <a:xfrm flipH="1">
              <a:off x="3739012" y="0"/>
              <a:ext cx="4157664" cy="3631883"/>
            </a:xfrm>
            <a:custGeom>
              <a:avLst/>
              <a:gdLst>
                <a:gd name="connsiteX0" fmla="*/ 3833815 w 3833815"/>
                <a:gd name="connsiteY0" fmla="*/ 0 h 3634264"/>
                <a:gd name="connsiteX1" fmla="*/ 0 w 3833815"/>
                <a:gd name="connsiteY1" fmla="*/ 0 h 3634264"/>
                <a:gd name="connsiteX2" fmla="*/ 0 w 3833815"/>
                <a:gd name="connsiteY2" fmla="*/ 3634264 h 3634264"/>
                <a:gd name="connsiteX3" fmla="*/ 3833815 w 3833815"/>
                <a:gd name="connsiteY3" fmla="*/ 3634264 h 3634264"/>
              </a:gdLst>
              <a:ahLst/>
              <a:cxnLst>
                <a:cxn ang="0">
                  <a:pos x="connsiteX0" y="connsiteY0"/>
                </a:cxn>
                <a:cxn ang="0">
                  <a:pos x="connsiteX1" y="connsiteY1"/>
                </a:cxn>
                <a:cxn ang="0">
                  <a:pos x="connsiteX2" y="connsiteY2"/>
                </a:cxn>
                <a:cxn ang="0">
                  <a:pos x="connsiteX3" y="connsiteY3"/>
                </a:cxn>
              </a:cxnLst>
              <a:rect l="l" t="t" r="r" b="b"/>
              <a:pathLst>
                <a:path w="3833815" h="3634264">
                  <a:moveTo>
                    <a:pt x="3833815" y="0"/>
                  </a:moveTo>
                  <a:lnTo>
                    <a:pt x="0" y="0"/>
                  </a:lnTo>
                  <a:lnTo>
                    <a:pt x="0" y="3634264"/>
                  </a:lnTo>
                  <a:lnTo>
                    <a:pt x="3833815" y="3634264"/>
                  </a:lnTo>
                  <a:close/>
                </a:path>
              </a:pathLst>
            </a:custGeom>
          </p:spPr>
        </p:pic>
      </p:grpSp>
      <p:sp>
        <p:nvSpPr>
          <p:cNvPr id="4" name="Title 4">
            <a:extLst>
              <a:ext uri="{FF2B5EF4-FFF2-40B4-BE49-F238E27FC236}">
                <a16:creationId xmlns:a16="http://schemas.microsoft.com/office/drawing/2014/main" id="{2671FFCC-3929-E1DA-8F2E-E32CF841139F}"/>
              </a:ext>
            </a:extLst>
          </p:cNvPr>
          <p:cNvSpPr>
            <a:spLocks noGrp="1"/>
          </p:cNvSpPr>
          <p:nvPr>
            <p:ph type="title" hasCustomPrompt="1"/>
          </p:nvPr>
        </p:nvSpPr>
        <p:spPr>
          <a:xfrm>
            <a:off x="6470248" y="3940744"/>
            <a:ext cx="5303520" cy="1929384"/>
          </a:xfrm>
        </p:spPr>
        <p:txBody>
          <a:bodyPr/>
          <a:lstStyle>
            <a:lvl1pPr>
              <a:spcAft>
                <a:spcPts val="300"/>
              </a:spcAft>
              <a:defRPr lang="en-US" sz="4800" kern="1200" dirty="0">
                <a:solidFill>
                  <a:schemeClr val="accent3"/>
                </a:solidFill>
                <a:latin typeface="+mj-lt"/>
                <a:ea typeface="+mn-ea"/>
                <a:cs typeface="+mn-cs"/>
              </a:defRPr>
            </a:lvl1pPr>
          </a:lstStyle>
          <a:p>
            <a:pPr lvl="0"/>
            <a:r>
              <a:rPr lang="en-US"/>
              <a:t>Chapter title</a:t>
            </a:r>
            <a:br>
              <a:rPr lang="en-US"/>
            </a:br>
            <a:r>
              <a:rPr lang="en-US"/>
              <a:t>two lines</a:t>
            </a:r>
          </a:p>
        </p:txBody>
      </p:sp>
      <p:sp>
        <p:nvSpPr>
          <p:cNvPr id="7" name="Text Placeholder 8">
            <a:extLst>
              <a:ext uri="{FF2B5EF4-FFF2-40B4-BE49-F238E27FC236}">
                <a16:creationId xmlns:a16="http://schemas.microsoft.com/office/drawing/2014/main" id="{5BA9B582-97CC-75D1-FA39-FA434104B467}"/>
              </a:ext>
            </a:extLst>
          </p:cNvPr>
          <p:cNvSpPr>
            <a:spLocks noGrp="1"/>
          </p:cNvSpPr>
          <p:nvPr>
            <p:ph type="body" sz="quarter" idx="13" hasCustomPrompt="1"/>
          </p:nvPr>
        </p:nvSpPr>
        <p:spPr>
          <a:xfrm>
            <a:off x="390098" y="389618"/>
            <a:ext cx="1237518" cy="1477328"/>
          </a:xfrm>
        </p:spPr>
        <p:txBody>
          <a:bodyPr wrap="none">
            <a:spAutoFit/>
          </a:bodyPr>
          <a:lstStyle>
            <a:lvl1pPr marL="0" indent="0" algn="l" defTabSz="914400" rtl="0" eaLnBrk="1" latinLnBrk="0" hangingPunct="1">
              <a:lnSpc>
                <a:spcPct val="100000"/>
              </a:lnSpc>
              <a:spcBef>
                <a:spcPct val="0"/>
              </a:spcBef>
              <a:buNone/>
              <a:defRPr lang="en-US" sz="9600" kern="1200" dirty="0">
                <a:solidFill>
                  <a:schemeClr val="accent3"/>
                </a:solidFill>
                <a:latin typeface="+mj-lt"/>
                <a:ea typeface="+mj-ea"/>
                <a:cs typeface="+mj-cs"/>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a:t>19</a:t>
            </a:r>
          </a:p>
        </p:txBody>
      </p:sp>
      <p:sp>
        <p:nvSpPr>
          <p:cNvPr id="3" name="Graphique 10" descr="Atos logo">
            <a:extLst>
              <a:ext uri="{FF2B5EF4-FFF2-40B4-BE49-F238E27FC236}">
                <a16:creationId xmlns:a16="http://schemas.microsoft.com/office/drawing/2014/main" id="{B6F2B5DA-CFB6-D9D3-F5F2-3D975C24C3BE}"/>
              </a:ext>
            </a:extLst>
          </p:cNvPr>
          <p:cNvSpPr>
            <a:spLocks noChangeAspect="1"/>
          </p:cNvSpPr>
          <p:nvPr userDrawn="1"/>
        </p:nvSpPr>
        <p:spPr>
          <a:xfrm>
            <a:off x="10944224" y="6309897"/>
            <a:ext cx="819151" cy="250488"/>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accent1"/>
          </a:solidFill>
          <a:ln w="5690" cap="flat">
            <a:noFill/>
            <a:prstDash val="solid"/>
            <a:miter/>
          </a:ln>
        </p:spPr>
        <p:txBody>
          <a:bodyPr rtlCol="0" anchor="ctr"/>
          <a:lstStyle/>
          <a:p>
            <a:endParaRPr lang="fr-FR"/>
          </a:p>
        </p:txBody>
      </p:sp>
      <p:sp>
        <p:nvSpPr>
          <p:cNvPr id="8" name="Picture Placeholder 8">
            <a:extLst>
              <a:ext uri="{FF2B5EF4-FFF2-40B4-BE49-F238E27FC236}">
                <a16:creationId xmlns:a16="http://schemas.microsoft.com/office/drawing/2014/main" id="{46A8A744-A160-60B3-78F8-D34443F2EFCC}"/>
              </a:ext>
              <a:ext uri="{C183D7F6-B498-43B3-948B-1728B52AA6E4}">
                <adec:decorative xmlns:adec="http://schemas.microsoft.com/office/drawing/2017/decorative" val="1"/>
              </a:ext>
            </a:extLst>
          </p:cNvPr>
          <p:cNvSpPr>
            <a:spLocks noGrp="1" noChangeAspect="1"/>
          </p:cNvSpPr>
          <p:nvPr>
            <p:ph type="pic" sz="quarter" idx="11"/>
          </p:nvPr>
        </p:nvSpPr>
        <p:spPr>
          <a:xfrm>
            <a:off x="1262510" y="1155380"/>
            <a:ext cx="4953006" cy="4953006"/>
          </a:xfrm>
          <a:custGeom>
            <a:avLst/>
            <a:gdLst>
              <a:gd name="connsiteX0" fmla="*/ 2476503 w 4953006"/>
              <a:gd name="connsiteY0" fmla="*/ 0 h 4953006"/>
              <a:gd name="connsiteX1" fmla="*/ 4953006 w 4953006"/>
              <a:gd name="connsiteY1" fmla="*/ 2476503 h 4953006"/>
              <a:gd name="connsiteX2" fmla="*/ 2476503 w 4953006"/>
              <a:gd name="connsiteY2" fmla="*/ 4953006 h 4953006"/>
              <a:gd name="connsiteX3" fmla="*/ 0 w 4953006"/>
              <a:gd name="connsiteY3" fmla="*/ 2476503 h 4953006"/>
              <a:gd name="connsiteX4" fmla="*/ 2476503 w 4953006"/>
              <a:gd name="connsiteY4" fmla="*/ 0 h 49530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53006" h="4953006">
                <a:moveTo>
                  <a:pt x="2476503" y="0"/>
                </a:moveTo>
                <a:cubicBezTo>
                  <a:pt x="3844238" y="0"/>
                  <a:pt x="4953006" y="1108768"/>
                  <a:pt x="4953006" y="2476503"/>
                </a:cubicBezTo>
                <a:cubicBezTo>
                  <a:pt x="4953006" y="3844238"/>
                  <a:pt x="3844238" y="4953006"/>
                  <a:pt x="2476503" y="4953006"/>
                </a:cubicBezTo>
                <a:cubicBezTo>
                  <a:pt x="1108768" y="4953006"/>
                  <a:pt x="0" y="3844238"/>
                  <a:pt x="0" y="2476503"/>
                </a:cubicBezTo>
                <a:cubicBezTo>
                  <a:pt x="0" y="1108768"/>
                  <a:pt x="1108768" y="0"/>
                  <a:pt x="2476503" y="0"/>
                </a:cubicBezTo>
                <a:close/>
              </a:path>
            </a:pathLst>
          </a:custGeom>
        </p:spPr>
        <p:txBody>
          <a:bodyPr wrap="square" tIns="822960" bIns="0" anchor="ctr">
            <a:noAutofit/>
          </a:bodyPr>
          <a:lstStyle>
            <a:lvl1pPr marL="0" indent="0" algn="ctr">
              <a:buNone/>
              <a:defRPr>
                <a:solidFill>
                  <a:schemeClr val="accent3"/>
                </a:solidFill>
              </a:defRPr>
            </a:lvl1pPr>
          </a:lstStyle>
          <a:p>
            <a:r>
              <a:rPr lang="fr-FR"/>
              <a:t>Cliquez sur l'icône pour ajouter une image</a:t>
            </a:r>
            <a:endParaRPr lang="en-US"/>
          </a:p>
        </p:txBody>
      </p:sp>
    </p:spTree>
    <p:extLst>
      <p:ext uri="{BB962C8B-B14F-4D97-AF65-F5344CB8AC3E}">
        <p14:creationId xmlns:p14="http://schemas.microsoft.com/office/powerpoint/2010/main" val="169034520"/>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showMasterSp="0" preserve="1" userDrawn="1">
  <p:cSld name="Chapter 20">
    <p:bg>
      <p:bgPr>
        <a:solidFill>
          <a:schemeClr val="accent2"/>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22CEFB10-E83B-A5F4-595C-3E2F23A21542}"/>
              </a:ext>
              <a:ext uri="{C183D7F6-B498-43B3-948B-1728B52AA6E4}">
                <adec:decorative xmlns:adec="http://schemas.microsoft.com/office/drawing/2017/decorative" val="1"/>
              </a:ext>
            </a:extLst>
          </p:cNvPr>
          <p:cNvGrpSpPr/>
          <p:nvPr userDrawn="1"/>
        </p:nvGrpSpPr>
        <p:grpSpPr>
          <a:xfrm>
            <a:off x="2" y="0"/>
            <a:ext cx="7896674" cy="6858000"/>
            <a:chOff x="2" y="0"/>
            <a:chExt cx="7896674" cy="6858000"/>
          </a:xfrm>
        </p:grpSpPr>
        <p:pic>
          <p:nvPicPr>
            <p:cNvPr id="5" name="Graphic 4">
              <a:extLst>
                <a:ext uri="{FF2B5EF4-FFF2-40B4-BE49-F238E27FC236}">
                  <a16:creationId xmlns:a16="http://schemas.microsoft.com/office/drawing/2014/main" id="{CDA6CBF3-7602-B5B1-8FCA-80503408D4F6}"/>
                </a:ext>
                <a:ext uri="{C183D7F6-B498-43B3-948B-1728B52AA6E4}">
                  <adec:decorative xmlns:adec="http://schemas.microsoft.com/office/drawing/2017/decorative" val="1"/>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22407" t="10069"/>
            <a:stretch/>
          </p:blipFill>
          <p:spPr>
            <a:xfrm rot="16200000">
              <a:off x="256450" y="3375434"/>
              <a:ext cx="3226118" cy="3739014"/>
            </a:xfrm>
            <a:custGeom>
              <a:avLst/>
              <a:gdLst>
                <a:gd name="connsiteX0" fmla="*/ 3226117 w 3226117"/>
                <a:gd name="connsiteY0" fmla="*/ 0 h 4157665"/>
                <a:gd name="connsiteX1" fmla="*/ 3226117 w 3226117"/>
                <a:gd name="connsiteY1" fmla="*/ 4157665 h 4157665"/>
                <a:gd name="connsiteX2" fmla="*/ 0 w 3226117"/>
                <a:gd name="connsiteY2" fmla="*/ 4157665 h 4157665"/>
                <a:gd name="connsiteX3" fmla="*/ 0 w 3226117"/>
                <a:gd name="connsiteY3" fmla="*/ 0 h 4157665"/>
              </a:gdLst>
              <a:ahLst/>
              <a:cxnLst>
                <a:cxn ang="0">
                  <a:pos x="connsiteX0" y="connsiteY0"/>
                </a:cxn>
                <a:cxn ang="0">
                  <a:pos x="connsiteX1" y="connsiteY1"/>
                </a:cxn>
                <a:cxn ang="0">
                  <a:pos x="connsiteX2" y="connsiteY2"/>
                </a:cxn>
                <a:cxn ang="0">
                  <a:pos x="connsiteX3" y="connsiteY3"/>
                </a:cxn>
              </a:cxnLst>
              <a:rect l="l" t="t" r="r" b="b"/>
              <a:pathLst>
                <a:path w="3226117" h="4157665">
                  <a:moveTo>
                    <a:pt x="3226117" y="0"/>
                  </a:moveTo>
                  <a:lnTo>
                    <a:pt x="3226117" y="4157665"/>
                  </a:lnTo>
                  <a:lnTo>
                    <a:pt x="0" y="4157665"/>
                  </a:lnTo>
                  <a:lnTo>
                    <a:pt x="0" y="0"/>
                  </a:lnTo>
                  <a:close/>
                </a:path>
              </a:pathLst>
            </a:custGeom>
          </p:spPr>
        </p:pic>
        <p:pic>
          <p:nvPicPr>
            <p:cNvPr id="6" name="Graphic 5">
              <a:extLst>
                <a:ext uri="{FF2B5EF4-FFF2-40B4-BE49-F238E27FC236}">
                  <a16:creationId xmlns:a16="http://schemas.microsoft.com/office/drawing/2014/main" id="{0DA6D067-2DE0-C942-E1E6-049D761FACEF}"/>
                </a:ext>
                <a:ext uri="{C183D7F6-B498-43B3-948B-1728B52AA6E4}">
                  <adec:decorative xmlns:adec="http://schemas.microsoft.com/office/drawing/2017/decorative" val="1"/>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1" t="12646" r="1" b="-1"/>
            <a:stretch/>
          </p:blipFill>
          <p:spPr>
            <a:xfrm flipH="1">
              <a:off x="3739012" y="0"/>
              <a:ext cx="4157664" cy="3631883"/>
            </a:xfrm>
            <a:custGeom>
              <a:avLst/>
              <a:gdLst>
                <a:gd name="connsiteX0" fmla="*/ 3833815 w 3833815"/>
                <a:gd name="connsiteY0" fmla="*/ 0 h 3634264"/>
                <a:gd name="connsiteX1" fmla="*/ 0 w 3833815"/>
                <a:gd name="connsiteY1" fmla="*/ 0 h 3634264"/>
                <a:gd name="connsiteX2" fmla="*/ 0 w 3833815"/>
                <a:gd name="connsiteY2" fmla="*/ 3634264 h 3634264"/>
                <a:gd name="connsiteX3" fmla="*/ 3833815 w 3833815"/>
                <a:gd name="connsiteY3" fmla="*/ 3634264 h 3634264"/>
              </a:gdLst>
              <a:ahLst/>
              <a:cxnLst>
                <a:cxn ang="0">
                  <a:pos x="connsiteX0" y="connsiteY0"/>
                </a:cxn>
                <a:cxn ang="0">
                  <a:pos x="connsiteX1" y="connsiteY1"/>
                </a:cxn>
                <a:cxn ang="0">
                  <a:pos x="connsiteX2" y="connsiteY2"/>
                </a:cxn>
                <a:cxn ang="0">
                  <a:pos x="connsiteX3" y="connsiteY3"/>
                </a:cxn>
              </a:cxnLst>
              <a:rect l="l" t="t" r="r" b="b"/>
              <a:pathLst>
                <a:path w="3833815" h="3634264">
                  <a:moveTo>
                    <a:pt x="3833815" y="0"/>
                  </a:moveTo>
                  <a:lnTo>
                    <a:pt x="0" y="0"/>
                  </a:lnTo>
                  <a:lnTo>
                    <a:pt x="0" y="3634264"/>
                  </a:lnTo>
                  <a:lnTo>
                    <a:pt x="3833815" y="3634264"/>
                  </a:lnTo>
                  <a:close/>
                </a:path>
              </a:pathLst>
            </a:custGeom>
          </p:spPr>
        </p:pic>
      </p:grpSp>
      <p:sp>
        <p:nvSpPr>
          <p:cNvPr id="4" name="Title 4">
            <a:extLst>
              <a:ext uri="{FF2B5EF4-FFF2-40B4-BE49-F238E27FC236}">
                <a16:creationId xmlns:a16="http://schemas.microsoft.com/office/drawing/2014/main" id="{48AE05D5-968C-AAF3-642F-63B9B1A2824D}"/>
              </a:ext>
            </a:extLst>
          </p:cNvPr>
          <p:cNvSpPr>
            <a:spLocks noGrp="1"/>
          </p:cNvSpPr>
          <p:nvPr>
            <p:ph type="title" hasCustomPrompt="1"/>
          </p:nvPr>
        </p:nvSpPr>
        <p:spPr>
          <a:xfrm>
            <a:off x="6470248" y="3940744"/>
            <a:ext cx="5303520" cy="1929384"/>
          </a:xfrm>
        </p:spPr>
        <p:txBody>
          <a:bodyPr/>
          <a:lstStyle>
            <a:lvl1pPr>
              <a:spcAft>
                <a:spcPts val="300"/>
              </a:spcAft>
              <a:defRPr lang="en-US" sz="4800" kern="1200" dirty="0">
                <a:solidFill>
                  <a:schemeClr val="accent3"/>
                </a:solidFill>
                <a:latin typeface="+mj-lt"/>
                <a:ea typeface="+mn-ea"/>
                <a:cs typeface="+mn-cs"/>
              </a:defRPr>
            </a:lvl1pPr>
          </a:lstStyle>
          <a:p>
            <a:pPr lvl="0"/>
            <a:r>
              <a:rPr lang="en-US"/>
              <a:t>Chapter title</a:t>
            </a:r>
            <a:br>
              <a:rPr lang="en-US"/>
            </a:br>
            <a:r>
              <a:rPr lang="en-US"/>
              <a:t>two lines</a:t>
            </a:r>
          </a:p>
        </p:txBody>
      </p:sp>
      <p:sp>
        <p:nvSpPr>
          <p:cNvPr id="10" name="Text Placeholder 8">
            <a:extLst>
              <a:ext uri="{FF2B5EF4-FFF2-40B4-BE49-F238E27FC236}">
                <a16:creationId xmlns:a16="http://schemas.microsoft.com/office/drawing/2014/main" id="{0636A41F-7432-7D91-59E0-FA55DE5CF9F6}"/>
              </a:ext>
            </a:extLst>
          </p:cNvPr>
          <p:cNvSpPr>
            <a:spLocks noGrp="1"/>
          </p:cNvSpPr>
          <p:nvPr>
            <p:ph type="body" sz="quarter" idx="13" hasCustomPrompt="1"/>
          </p:nvPr>
        </p:nvSpPr>
        <p:spPr>
          <a:xfrm>
            <a:off x="390098" y="389618"/>
            <a:ext cx="1583767" cy="1477328"/>
          </a:xfrm>
        </p:spPr>
        <p:txBody>
          <a:bodyPr wrap="none">
            <a:spAutoFit/>
          </a:bodyPr>
          <a:lstStyle>
            <a:lvl1pPr marL="0" indent="0" algn="l" defTabSz="914400" rtl="0" eaLnBrk="1" latinLnBrk="0" hangingPunct="1">
              <a:lnSpc>
                <a:spcPct val="100000"/>
              </a:lnSpc>
              <a:spcBef>
                <a:spcPct val="0"/>
              </a:spcBef>
              <a:buNone/>
              <a:defRPr lang="en-US" sz="9600" kern="1200" dirty="0">
                <a:solidFill>
                  <a:schemeClr val="accent3"/>
                </a:solidFill>
                <a:latin typeface="+mj-lt"/>
                <a:ea typeface="+mj-ea"/>
                <a:cs typeface="+mj-cs"/>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a:t>20</a:t>
            </a:r>
          </a:p>
        </p:txBody>
      </p:sp>
      <p:sp>
        <p:nvSpPr>
          <p:cNvPr id="9" name="Graphique 10" descr="Atos logo">
            <a:extLst>
              <a:ext uri="{FF2B5EF4-FFF2-40B4-BE49-F238E27FC236}">
                <a16:creationId xmlns:a16="http://schemas.microsoft.com/office/drawing/2014/main" id="{85F73F1A-DD6D-8A99-3BE3-33BEC9E07EBE}"/>
              </a:ext>
            </a:extLst>
          </p:cNvPr>
          <p:cNvSpPr>
            <a:spLocks noChangeAspect="1"/>
          </p:cNvSpPr>
          <p:nvPr userDrawn="1"/>
        </p:nvSpPr>
        <p:spPr>
          <a:xfrm>
            <a:off x="10944224" y="6309897"/>
            <a:ext cx="819151" cy="250488"/>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a:p>
        </p:txBody>
      </p:sp>
      <p:sp>
        <p:nvSpPr>
          <p:cNvPr id="8" name="Picture Placeholder 8">
            <a:extLst>
              <a:ext uri="{FF2B5EF4-FFF2-40B4-BE49-F238E27FC236}">
                <a16:creationId xmlns:a16="http://schemas.microsoft.com/office/drawing/2014/main" id="{46A8A744-A160-60B3-78F8-D34443F2EFCC}"/>
              </a:ext>
              <a:ext uri="{C183D7F6-B498-43B3-948B-1728B52AA6E4}">
                <adec:decorative xmlns:adec="http://schemas.microsoft.com/office/drawing/2017/decorative" val="1"/>
              </a:ext>
            </a:extLst>
          </p:cNvPr>
          <p:cNvSpPr>
            <a:spLocks noGrp="1" noChangeAspect="1"/>
          </p:cNvSpPr>
          <p:nvPr>
            <p:ph type="pic" sz="quarter" idx="11"/>
          </p:nvPr>
        </p:nvSpPr>
        <p:spPr>
          <a:xfrm>
            <a:off x="1262510" y="1155380"/>
            <a:ext cx="4953006" cy="4953006"/>
          </a:xfrm>
          <a:custGeom>
            <a:avLst/>
            <a:gdLst>
              <a:gd name="connsiteX0" fmla="*/ 2476503 w 4953006"/>
              <a:gd name="connsiteY0" fmla="*/ 0 h 4953006"/>
              <a:gd name="connsiteX1" fmla="*/ 4953006 w 4953006"/>
              <a:gd name="connsiteY1" fmla="*/ 2476503 h 4953006"/>
              <a:gd name="connsiteX2" fmla="*/ 2476503 w 4953006"/>
              <a:gd name="connsiteY2" fmla="*/ 4953006 h 4953006"/>
              <a:gd name="connsiteX3" fmla="*/ 0 w 4953006"/>
              <a:gd name="connsiteY3" fmla="*/ 2476503 h 4953006"/>
              <a:gd name="connsiteX4" fmla="*/ 2476503 w 4953006"/>
              <a:gd name="connsiteY4" fmla="*/ 0 h 49530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53006" h="4953006">
                <a:moveTo>
                  <a:pt x="2476503" y="0"/>
                </a:moveTo>
                <a:cubicBezTo>
                  <a:pt x="3844238" y="0"/>
                  <a:pt x="4953006" y="1108768"/>
                  <a:pt x="4953006" y="2476503"/>
                </a:cubicBezTo>
                <a:cubicBezTo>
                  <a:pt x="4953006" y="3844238"/>
                  <a:pt x="3844238" y="4953006"/>
                  <a:pt x="2476503" y="4953006"/>
                </a:cubicBezTo>
                <a:cubicBezTo>
                  <a:pt x="1108768" y="4953006"/>
                  <a:pt x="0" y="3844238"/>
                  <a:pt x="0" y="2476503"/>
                </a:cubicBezTo>
                <a:cubicBezTo>
                  <a:pt x="0" y="1108768"/>
                  <a:pt x="1108768" y="0"/>
                  <a:pt x="2476503" y="0"/>
                </a:cubicBezTo>
                <a:close/>
              </a:path>
            </a:pathLst>
          </a:custGeom>
        </p:spPr>
        <p:txBody>
          <a:bodyPr wrap="square" tIns="822960" bIns="0" anchor="ctr">
            <a:noAutofit/>
          </a:bodyPr>
          <a:lstStyle>
            <a:lvl1pPr marL="0" indent="0" algn="ctr">
              <a:buNone/>
              <a:defRPr>
                <a:solidFill>
                  <a:schemeClr val="accent3"/>
                </a:solidFill>
              </a:defRPr>
            </a:lvl1pPr>
          </a:lstStyle>
          <a:p>
            <a:r>
              <a:rPr lang="fr-FR"/>
              <a:t>Cliquez sur l'icône pour ajouter une image</a:t>
            </a:r>
            <a:endParaRPr lang="en-US"/>
          </a:p>
        </p:txBody>
      </p:sp>
    </p:spTree>
    <p:extLst>
      <p:ext uri="{BB962C8B-B14F-4D97-AF65-F5344CB8AC3E}">
        <p14:creationId xmlns:p14="http://schemas.microsoft.com/office/powerpoint/2010/main" val="1391344023"/>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showMasterSp="0" preserve="1" userDrawn="1">
  <p:cSld name="Chapter 21">
    <p:bg>
      <p:bgPr>
        <a:solidFill>
          <a:schemeClr val="accent1"/>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C32A2103-7CC6-DE6B-DBBC-51C1FB62244D}"/>
              </a:ext>
              <a:ext uri="{C183D7F6-B498-43B3-948B-1728B52AA6E4}">
                <adec:decorative xmlns:adec="http://schemas.microsoft.com/office/drawing/2017/decorative" val="1"/>
              </a:ext>
            </a:extLst>
          </p:cNvPr>
          <p:cNvGrpSpPr/>
          <p:nvPr userDrawn="1"/>
        </p:nvGrpSpPr>
        <p:grpSpPr>
          <a:xfrm>
            <a:off x="2" y="0"/>
            <a:ext cx="7896674" cy="6858000"/>
            <a:chOff x="2" y="0"/>
            <a:chExt cx="7896674" cy="6858000"/>
          </a:xfrm>
        </p:grpSpPr>
        <p:pic>
          <p:nvPicPr>
            <p:cNvPr id="5" name="Graphic 4">
              <a:extLst>
                <a:ext uri="{FF2B5EF4-FFF2-40B4-BE49-F238E27FC236}">
                  <a16:creationId xmlns:a16="http://schemas.microsoft.com/office/drawing/2014/main" id="{CDA6CBF3-7602-B5B1-8FCA-80503408D4F6}"/>
                </a:ext>
                <a:ext uri="{C183D7F6-B498-43B3-948B-1728B52AA6E4}">
                  <adec:decorative xmlns:adec="http://schemas.microsoft.com/office/drawing/2017/decorative" val="1"/>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22407" t="10069"/>
            <a:stretch/>
          </p:blipFill>
          <p:spPr>
            <a:xfrm rot="16200000">
              <a:off x="256450" y="3375434"/>
              <a:ext cx="3226118" cy="3739014"/>
            </a:xfrm>
            <a:custGeom>
              <a:avLst/>
              <a:gdLst>
                <a:gd name="connsiteX0" fmla="*/ 3226117 w 3226117"/>
                <a:gd name="connsiteY0" fmla="*/ 0 h 4157665"/>
                <a:gd name="connsiteX1" fmla="*/ 3226117 w 3226117"/>
                <a:gd name="connsiteY1" fmla="*/ 4157665 h 4157665"/>
                <a:gd name="connsiteX2" fmla="*/ 0 w 3226117"/>
                <a:gd name="connsiteY2" fmla="*/ 4157665 h 4157665"/>
                <a:gd name="connsiteX3" fmla="*/ 0 w 3226117"/>
                <a:gd name="connsiteY3" fmla="*/ 0 h 4157665"/>
              </a:gdLst>
              <a:ahLst/>
              <a:cxnLst>
                <a:cxn ang="0">
                  <a:pos x="connsiteX0" y="connsiteY0"/>
                </a:cxn>
                <a:cxn ang="0">
                  <a:pos x="connsiteX1" y="connsiteY1"/>
                </a:cxn>
                <a:cxn ang="0">
                  <a:pos x="connsiteX2" y="connsiteY2"/>
                </a:cxn>
                <a:cxn ang="0">
                  <a:pos x="connsiteX3" y="connsiteY3"/>
                </a:cxn>
              </a:cxnLst>
              <a:rect l="l" t="t" r="r" b="b"/>
              <a:pathLst>
                <a:path w="3226117" h="4157665">
                  <a:moveTo>
                    <a:pt x="3226117" y="0"/>
                  </a:moveTo>
                  <a:lnTo>
                    <a:pt x="3226117" y="4157665"/>
                  </a:lnTo>
                  <a:lnTo>
                    <a:pt x="0" y="4157665"/>
                  </a:lnTo>
                  <a:lnTo>
                    <a:pt x="0" y="0"/>
                  </a:lnTo>
                  <a:close/>
                </a:path>
              </a:pathLst>
            </a:custGeom>
          </p:spPr>
        </p:pic>
        <p:pic>
          <p:nvPicPr>
            <p:cNvPr id="6" name="Graphic 5">
              <a:extLst>
                <a:ext uri="{FF2B5EF4-FFF2-40B4-BE49-F238E27FC236}">
                  <a16:creationId xmlns:a16="http://schemas.microsoft.com/office/drawing/2014/main" id="{0DA6D067-2DE0-C942-E1E6-049D761FACEF}"/>
                </a:ext>
                <a:ext uri="{C183D7F6-B498-43B3-948B-1728B52AA6E4}">
                  <adec:decorative xmlns:adec="http://schemas.microsoft.com/office/drawing/2017/decorative" val="1"/>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1" t="12646" r="1" b="-1"/>
            <a:stretch/>
          </p:blipFill>
          <p:spPr>
            <a:xfrm flipH="1">
              <a:off x="3739012" y="0"/>
              <a:ext cx="4157664" cy="3631883"/>
            </a:xfrm>
            <a:custGeom>
              <a:avLst/>
              <a:gdLst>
                <a:gd name="connsiteX0" fmla="*/ 3833815 w 3833815"/>
                <a:gd name="connsiteY0" fmla="*/ 0 h 3634264"/>
                <a:gd name="connsiteX1" fmla="*/ 0 w 3833815"/>
                <a:gd name="connsiteY1" fmla="*/ 0 h 3634264"/>
                <a:gd name="connsiteX2" fmla="*/ 0 w 3833815"/>
                <a:gd name="connsiteY2" fmla="*/ 3634264 h 3634264"/>
                <a:gd name="connsiteX3" fmla="*/ 3833815 w 3833815"/>
                <a:gd name="connsiteY3" fmla="*/ 3634264 h 3634264"/>
              </a:gdLst>
              <a:ahLst/>
              <a:cxnLst>
                <a:cxn ang="0">
                  <a:pos x="connsiteX0" y="connsiteY0"/>
                </a:cxn>
                <a:cxn ang="0">
                  <a:pos x="connsiteX1" y="connsiteY1"/>
                </a:cxn>
                <a:cxn ang="0">
                  <a:pos x="connsiteX2" y="connsiteY2"/>
                </a:cxn>
                <a:cxn ang="0">
                  <a:pos x="connsiteX3" y="connsiteY3"/>
                </a:cxn>
              </a:cxnLst>
              <a:rect l="l" t="t" r="r" b="b"/>
              <a:pathLst>
                <a:path w="3833815" h="3634264">
                  <a:moveTo>
                    <a:pt x="3833815" y="0"/>
                  </a:moveTo>
                  <a:lnTo>
                    <a:pt x="0" y="0"/>
                  </a:lnTo>
                  <a:lnTo>
                    <a:pt x="0" y="3634264"/>
                  </a:lnTo>
                  <a:lnTo>
                    <a:pt x="3833815" y="3634264"/>
                  </a:lnTo>
                  <a:close/>
                </a:path>
              </a:pathLst>
            </a:custGeom>
          </p:spPr>
        </p:pic>
      </p:grpSp>
      <p:sp>
        <p:nvSpPr>
          <p:cNvPr id="4" name="Title 4">
            <a:extLst>
              <a:ext uri="{FF2B5EF4-FFF2-40B4-BE49-F238E27FC236}">
                <a16:creationId xmlns:a16="http://schemas.microsoft.com/office/drawing/2014/main" id="{16B8DED1-4041-559D-3582-3FD409EC5902}"/>
              </a:ext>
            </a:extLst>
          </p:cNvPr>
          <p:cNvSpPr>
            <a:spLocks noGrp="1"/>
          </p:cNvSpPr>
          <p:nvPr>
            <p:ph type="title" hasCustomPrompt="1"/>
          </p:nvPr>
        </p:nvSpPr>
        <p:spPr>
          <a:xfrm>
            <a:off x="6470248" y="3940744"/>
            <a:ext cx="5303520" cy="1929384"/>
          </a:xfrm>
        </p:spPr>
        <p:txBody>
          <a:bodyPr/>
          <a:lstStyle>
            <a:lvl1pPr>
              <a:spcAft>
                <a:spcPts val="300"/>
              </a:spcAft>
              <a:defRPr lang="en-US" sz="4800" kern="1200" dirty="0">
                <a:solidFill>
                  <a:schemeClr val="bg1"/>
                </a:solidFill>
                <a:latin typeface="+mj-lt"/>
                <a:ea typeface="+mn-ea"/>
                <a:cs typeface="+mn-cs"/>
              </a:defRPr>
            </a:lvl1pPr>
          </a:lstStyle>
          <a:p>
            <a:pPr lvl="0"/>
            <a:r>
              <a:rPr lang="en-US"/>
              <a:t>Chapter title</a:t>
            </a:r>
            <a:br>
              <a:rPr lang="en-US"/>
            </a:br>
            <a:r>
              <a:rPr lang="en-US"/>
              <a:t>two lines</a:t>
            </a:r>
          </a:p>
        </p:txBody>
      </p:sp>
      <p:sp>
        <p:nvSpPr>
          <p:cNvPr id="10" name="Text Placeholder 8">
            <a:extLst>
              <a:ext uri="{FF2B5EF4-FFF2-40B4-BE49-F238E27FC236}">
                <a16:creationId xmlns:a16="http://schemas.microsoft.com/office/drawing/2014/main" id="{1930BF86-A431-CF2A-05D8-52FCAAC6D89F}"/>
              </a:ext>
            </a:extLst>
          </p:cNvPr>
          <p:cNvSpPr>
            <a:spLocks noGrp="1"/>
          </p:cNvSpPr>
          <p:nvPr>
            <p:ph type="body" sz="quarter" idx="13" hasCustomPrompt="1"/>
          </p:nvPr>
        </p:nvSpPr>
        <p:spPr>
          <a:xfrm>
            <a:off x="390098" y="389618"/>
            <a:ext cx="1226298" cy="1477328"/>
          </a:xfrm>
        </p:spPr>
        <p:txBody>
          <a:bodyPr wrap="none">
            <a:spAutoFit/>
          </a:bodyPr>
          <a:lstStyle>
            <a:lvl1pPr marL="0" indent="0" algn="l" defTabSz="914400" rtl="0" eaLnBrk="1" latinLnBrk="0" hangingPunct="1">
              <a:lnSpc>
                <a:spcPct val="100000"/>
              </a:lnSpc>
              <a:spcBef>
                <a:spcPct val="0"/>
              </a:spcBef>
              <a:buNone/>
              <a:defRPr lang="en-US" sz="9600" kern="1200" dirty="0">
                <a:solidFill>
                  <a:schemeClr val="bg1"/>
                </a:solidFill>
                <a:latin typeface="+mj-lt"/>
                <a:ea typeface="+mj-ea"/>
                <a:cs typeface="+mj-cs"/>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a:t>21</a:t>
            </a:r>
          </a:p>
        </p:txBody>
      </p:sp>
      <p:sp>
        <p:nvSpPr>
          <p:cNvPr id="9" name="Graphique 10" descr="Atos logo">
            <a:extLst>
              <a:ext uri="{FF2B5EF4-FFF2-40B4-BE49-F238E27FC236}">
                <a16:creationId xmlns:a16="http://schemas.microsoft.com/office/drawing/2014/main" id="{85F73F1A-DD6D-8A99-3BE3-33BEC9E07EBE}"/>
              </a:ext>
            </a:extLst>
          </p:cNvPr>
          <p:cNvSpPr>
            <a:spLocks noChangeAspect="1"/>
          </p:cNvSpPr>
          <p:nvPr userDrawn="1"/>
        </p:nvSpPr>
        <p:spPr>
          <a:xfrm>
            <a:off x="10944224" y="6309897"/>
            <a:ext cx="819151" cy="250488"/>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a:p>
        </p:txBody>
      </p:sp>
      <p:sp>
        <p:nvSpPr>
          <p:cNvPr id="8" name="Picture Placeholder 8">
            <a:extLst>
              <a:ext uri="{FF2B5EF4-FFF2-40B4-BE49-F238E27FC236}">
                <a16:creationId xmlns:a16="http://schemas.microsoft.com/office/drawing/2014/main" id="{46A8A744-A160-60B3-78F8-D34443F2EFCC}"/>
              </a:ext>
              <a:ext uri="{C183D7F6-B498-43B3-948B-1728B52AA6E4}">
                <adec:decorative xmlns:adec="http://schemas.microsoft.com/office/drawing/2017/decorative" val="1"/>
              </a:ext>
            </a:extLst>
          </p:cNvPr>
          <p:cNvSpPr>
            <a:spLocks noGrp="1" noChangeAspect="1"/>
          </p:cNvSpPr>
          <p:nvPr>
            <p:ph type="pic" sz="quarter" idx="11"/>
          </p:nvPr>
        </p:nvSpPr>
        <p:spPr>
          <a:xfrm>
            <a:off x="1262510" y="1155380"/>
            <a:ext cx="4953006" cy="4953006"/>
          </a:xfrm>
          <a:custGeom>
            <a:avLst/>
            <a:gdLst>
              <a:gd name="connsiteX0" fmla="*/ 2476503 w 4953006"/>
              <a:gd name="connsiteY0" fmla="*/ 0 h 4953006"/>
              <a:gd name="connsiteX1" fmla="*/ 4953006 w 4953006"/>
              <a:gd name="connsiteY1" fmla="*/ 2476503 h 4953006"/>
              <a:gd name="connsiteX2" fmla="*/ 2476503 w 4953006"/>
              <a:gd name="connsiteY2" fmla="*/ 4953006 h 4953006"/>
              <a:gd name="connsiteX3" fmla="*/ 0 w 4953006"/>
              <a:gd name="connsiteY3" fmla="*/ 2476503 h 4953006"/>
              <a:gd name="connsiteX4" fmla="*/ 2476503 w 4953006"/>
              <a:gd name="connsiteY4" fmla="*/ 0 h 49530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53006" h="4953006">
                <a:moveTo>
                  <a:pt x="2476503" y="0"/>
                </a:moveTo>
                <a:cubicBezTo>
                  <a:pt x="3844238" y="0"/>
                  <a:pt x="4953006" y="1108768"/>
                  <a:pt x="4953006" y="2476503"/>
                </a:cubicBezTo>
                <a:cubicBezTo>
                  <a:pt x="4953006" y="3844238"/>
                  <a:pt x="3844238" y="4953006"/>
                  <a:pt x="2476503" y="4953006"/>
                </a:cubicBezTo>
                <a:cubicBezTo>
                  <a:pt x="1108768" y="4953006"/>
                  <a:pt x="0" y="3844238"/>
                  <a:pt x="0" y="2476503"/>
                </a:cubicBezTo>
                <a:cubicBezTo>
                  <a:pt x="0" y="1108768"/>
                  <a:pt x="1108768" y="0"/>
                  <a:pt x="2476503" y="0"/>
                </a:cubicBezTo>
                <a:close/>
              </a:path>
            </a:pathLst>
          </a:custGeom>
        </p:spPr>
        <p:txBody>
          <a:bodyPr wrap="square" tIns="822960" bIns="0" anchor="ctr">
            <a:noAutofit/>
          </a:bodyPr>
          <a:lstStyle>
            <a:lvl1pPr marL="0" indent="0" algn="ctr">
              <a:buNone/>
              <a:defRPr>
                <a:solidFill>
                  <a:schemeClr val="bg1"/>
                </a:solidFill>
              </a:defRPr>
            </a:lvl1pPr>
          </a:lstStyle>
          <a:p>
            <a:r>
              <a:rPr lang="fr-FR"/>
              <a:t>Cliquez sur l'icône pour ajouter une image</a:t>
            </a:r>
            <a:endParaRPr lang="en-US"/>
          </a:p>
        </p:txBody>
      </p:sp>
    </p:spTree>
    <p:extLst>
      <p:ext uri="{BB962C8B-B14F-4D97-AF65-F5344CB8AC3E}">
        <p14:creationId xmlns:p14="http://schemas.microsoft.com/office/powerpoint/2010/main" val="625676778"/>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showMasterSp="0" preserve="1" userDrawn="1">
  <p:cSld name="Chapter 22">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0B9B736D-8E32-80DE-0FF7-990AF926FA9F}"/>
              </a:ext>
              <a:ext uri="{C183D7F6-B498-43B3-948B-1728B52AA6E4}">
                <adec:decorative xmlns:adec="http://schemas.microsoft.com/office/drawing/2017/decorative" val="1"/>
              </a:ext>
            </a:extLst>
          </p:cNvPr>
          <p:cNvGrpSpPr/>
          <p:nvPr userDrawn="1"/>
        </p:nvGrpSpPr>
        <p:grpSpPr>
          <a:xfrm>
            <a:off x="1429878" y="-1"/>
            <a:ext cx="10762122" cy="6858001"/>
            <a:chOff x="1429878" y="-1"/>
            <a:chExt cx="10762122" cy="6858001"/>
          </a:xfrm>
        </p:grpSpPr>
        <p:pic>
          <p:nvPicPr>
            <p:cNvPr id="11" name="Graphic 10">
              <a:extLst>
                <a:ext uri="{FF2B5EF4-FFF2-40B4-BE49-F238E27FC236}">
                  <a16:creationId xmlns:a16="http://schemas.microsoft.com/office/drawing/2014/main" id="{FCA2C45D-183A-E4BD-5B37-C4F92624E5F2}"/>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41483"/>
            <a:stretch/>
          </p:blipFill>
          <p:spPr>
            <a:xfrm rot="5400000" flipH="1">
              <a:off x="2569433" y="2503424"/>
              <a:ext cx="3215021" cy="5494132"/>
            </a:xfrm>
            <a:prstGeom prst="rect">
              <a:avLst/>
            </a:prstGeom>
          </p:spPr>
        </p:pic>
        <p:pic>
          <p:nvPicPr>
            <p:cNvPr id="12" name="Graphic 11">
              <a:extLst>
                <a:ext uri="{FF2B5EF4-FFF2-40B4-BE49-F238E27FC236}">
                  <a16:creationId xmlns:a16="http://schemas.microsoft.com/office/drawing/2014/main" id="{429828D6-E983-363B-8E10-817D072F1BC8}"/>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t="33693" r="4116"/>
            <a:stretch/>
          </p:blipFill>
          <p:spPr>
            <a:xfrm>
              <a:off x="6924010" y="-1"/>
              <a:ext cx="5267990" cy="3642979"/>
            </a:xfrm>
            <a:prstGeom prst="rect">
              <a:avLst/>
            </a:prstGeom>
          </p:spPr>
        </p:pic>
      </p:grpSp>
      <p:sp>
        <p:nvSpPr>
          <p:cNvPr id="3" name="Title 4">
            <a:extLst>
              <a:ext uri="{FF2B5EF4-FFF2-40B4-BE49-F238E27FC236}">
                <a16:creationId xmlns:a16="http://schemas.microsoft.com/office/drawing/2014/main" id="{704C25D1-866D-CD6D-7160-8DEA06B4F5F9}"/>
              </a:ext>
            </a:extLst>
          </p:cNvPr>
          <p:cNvSpPr>
            <a:spLocks noGrp="1"/>
          </p:cNvSpPr>
          <p:nvPr>
            <p:ph type="title" hasCustomPrompt="1"/>
          </p:nvPr>
        </p:nvSpPr>
        <p:spPr>
          <a:xfrm>
            <a:off x="413247" y="1895312"/>
            <a:ext cx="6309360" cy="1645920"/>
          </a:xfrm>
        </p:spPr>
        <p:txBody>
          <a:bodyPr/>
          <a:lstStyle>
            <a:lvl1pPr>
              <a:spcAft>
                <a:spcPts val="300"/>
              </a:spcAft>
              <a:defRPr lang="en-US" sz="4800" kern="1200" dirty="0">
                <a:solidFill>
                  <a:schemeClr val="accent3"/>
                </a:solidFill>
                <a:latin typeface="+mj-lt"/>
                <a:ea typeface="+mn-ea"/>
                <a:cs typeface="+mn-cs"/>
              </a:defRPr>
            </a:lvl1pPr>
          </a:lstStyle>
          <a:p>
            <a:pPr lvl="0"/>
            <a:r>
              <a:rPr lang="en-US"/>
              <a:t>Chapter title</a:t>
            </a:r>
            <a:br>
              <a:rPr lang="en-US"/>
            </a:br>
            <a:r>
              <a:rPr lang="en-US"/>
              <a:t>two lines</a:t>
            </a:r>
          </a:p>
        </p:txBody>
      </p:sp>
      <p:sp>
        <p:nvSpPr>
          <p:cNvPr id="6" name="Text Placeholder 8">
            <a:extLst>
              <a:ext uri="{FF2B5EF4-FFF2-40B4-BE49-F238E27FC236}">
                <a16:creationId xmlns:a16="http://schemas.microsoft.com/office/drawing/2014/main" id="{138A8234-C39C-1E9A-50E2-388323430CE4}"/>
              </a:ext>
            </a:extLst>
          </p:cNvPr>
          <p:cNvSpPr>
            <a:spLocks noGrp="1"/>
          </p:cNvSpPr>
          <p:nvPr>
            <p:ph type="body" sz="quarter" idx="14" hasCustomPrompt="1"/>
          </p:nvPr>
        </p:nvSpPr>
        <p:spPr>
          <a:xfrm>
            <a:off x="390098" y="389618"/>
            <a:ext cx="1433085" cy="1477328"/>
          </a:xfrm>
        </p:spPr>
        <p:txBody>
          <a:bodyPr wrap="none">
            <a:spAutoFit/>
          </a:bodyPr>
          <a:lstStyle>
            <a:lvl1pPr marL="0" indent="0" algn="l" defTabSz="914400" rtl="0" eaLnBrk="1" latinLnBrk="0" hangingPunct="1">
              <a:lnSpc>
                <a:spcPct val="100000"/>
              </a:lnSpc>
              <a:spcBef>
                <a:spcPct val="0"/>
              </a:spcBef>
              <a:buNone/>
              <a:defRPr lang="en-US" sz="9600" kern="1200" dirty="0">
                <a:solidFill>
                  <a:schemeClr val="accent3"/>
                </a:solidFill>
                <a:latin typeface="+mj-lt"/>
                <a:ea typeface="+mj-ea"/>
                <a:cs typeface="+mj-cs"/>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a:t>22</a:t>
            </a:r>
          </a:p>
        </p:txBody>
      </p:sp>
      <p:sp>
        <p:nvSpPr>
          <p:cNvPr id="26" name="Picture Placeholder 25">
            <a:extLst>
              <a:ext uri="{FF2B5EF4-FFF2-40B4-BE49-F238E27FC236}">
                <a16:creationId xmlns:a16="http://schemas.microsoft.com/office/drawing/2014/main" id="{CB715BD7-9AF7-BAB1-EA78-7AC575300DEC}"/>
              </a:ext>
              <a:ext uri="{C183D7F6-B498-43B3-948B-1728B52AA6E4}">
                <adec:decorative xmlns:adec="http://schemas.microsoft.com/office/drawing/2017/decorative" val="1"/>
              </a:ext>
            </a:extLst>
          </p:cNvPr>
          <p:cNvSpPr>
            <a:spLocks noGrp="1"/>
          </p:cNvSpPr>
          <p:nvPr>
            <p:ph type="pic" sz="quarter" idx="13"/>
          </p:nvPr>
        </p:nvSpPr>
        <p:spPr>
          <a:xfrm>
            <a:off x="5867676" y="373625"/>
            <a:ext cx="6324324" cy="6484375"/>
          </a:xfrm>
          <a:custGeom>
            <a:avLst/>
            <a:gdLst>
              <a:gd name="connsiteX0" fmla="*/ 6324324 w 6324324"/>
              <a:gd name="connsiteY0" fmla="*/ 0 h 6484375"/>
              <a:gd name="connsiteX1" fmla="*/ 6324324 w 6324324"/>
              <a:gd name="connsiteY1" fmla="*/ 6484375 h 6484375"/>
              <a:gd name="connsiteX2" fmla="*/ 0 w 6324324"/>
              <a:gd name="connsiteY2" fmla="*/ 6484375 h 6484375"/>
              <a:gd name="connsiteX3" fmla="*/ 55368 w 6324324"/>
              <a:gd name="connsiteY3" fmla="*/ 6410225 h 6484375"/>
              <a:gd name="connsiteX4" fmla="*/ 171923 w 6324324"/>
              <a:gd name="connsiteY4" fmla="*/ 6234659 h 6484375"/>
              <a:gd name="connsiteX5" fmla="*/ 1046379 w 6324324"/>
              <a:gd name="connsiteY5" fmla="*/ 3447498 h 6484375"/>
              <a:gd name="connsiteX6" fmla="*/ 1048064 w 6324324"/>
              <a:gd name="connsiteY6" fmla="*/ 3264591 h 6484375"/>
              <a:gd name="connsiteX7" fmla="*/ 3271547 w 6324324"/>
              <a:gd name="connsiteY7" fmla="*/ 3264591 h 6484375"/>
              <a:gd name="connsiteX8" fmla="*/ 3284487 w 6324324"/>
              <a:gd name="connsiteY8" fmla="*/ 2981459 h 6484375"/>
              <a:gd name="connsiteX9" fmla="*/ 6241731 w 6324324"/>
              <a:gd name="connsiteY9" fmla="*/ 4172 h 6484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324324" h="6484375">
                <a:moveTo>
                  <a:pt x="6324324" y="0"/>
                </a:moveTo>
                <a:lnTo>
                  <a:pt x="6324324" y="6484375"/>
                </a:lnTo>
                <a:lnTo>
                  <a:pt x="0" y="6484375"/>
                </a:lnTo>
                <a:lnTo>
                  <a:pt x="55368" y="6410225"/>
                </a:lnTo>
                <a:cubicBezTo>
                  <a:pt x="108275" y="6337639"/>
                  <a:pt x="148130" y="6277443"/>
                  <a:pt x="171923" y="6234659"/>
                </a:cubicBezTo>
                <a:cubicBezTo>
                  <a:pt x="601983" y="5598076"/>
                  <a:pt x="1010368" y="4596081"/>
                  <a:pt x="1046379" y="3447498"/>
                </a:cubicBezTo>
                <a:lnTo>
                  <a:pt x="1048064" y="3264591"/>
                </a:lnTo>
                <a:lnTo>
                  <a:pt x="3271547" y="3264591"/>
                </a:lnTo>
                <a:lnTo>
                  <a:pt x="3284487" y="2981459"/>
                </a:lnTo>
                <a:cubicBezTo>
                  <a:pt x="3428649" y="1414606"/>
                  <a:pt x="4632239" y="178060"/>
                  <a:pt x="6241731" y="4172"/>
                </a:cubicBezTo>
                <a:close/>
              </a:path>
            </a:pathLst>
          </a:custGeom>
        </p:spPr>
        <p:txBody>
          <a:bodyPr wrap="square" tIns="1005840" anchor="ctr">
            <a:noAutofit/>
          </a:bodyPr>
          <a:lstStyle>
            <a:lvl1pPr marL="0" indent="0" algn="ctr">
              <a:buNone/>
              <a:defRPr/>
            </a:lvl1pPr>
          </a:lstStyle>
          <a:p>
            <a:r>
              <a:rPr lang="fr-FR"/>
              <a:t>Cliquez sur l'icône pour ajouter une image</a:t>
            </a:r>
            <a:endParaRPr lang="en-US"/>
          </a:p>
        </p:txBody>
      </p:sp>
      <p:sp>
        <p:nvSpPr>
          <p:cNvPr id="4" name="Graphique 10" descr="Atos logo">
            <a:extLst>
              <a:ext uri="{FF2B5EF4-FFF2-40B4-BE49-F238E27FC236}">
                <a16:creationId xmlns:a16="http://schemas.microsoft.com/office/drawing/2014/main" id="{ADB4970B-D4DE-FCEA-9E0F-75184CF8E462}"/>
              </a:ext>
            </a:extLst>
          </p:cNvPr>
          <p:cNvSpPr>
            <a:spLocks noChangeAspect="1"/>
          </p:cNvSpPr>
          <p:nvPr userDrawn="1"/>
        </p:nvSpPr>
        <p:spPr>
          <a:xfrm>
            <a:off x="10944224" y="6309897"/>
            <a:ext cx="819151" cy="250488"/>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a:p>
        </p:txBody>
      </p:sp>
    </p:spTree>
    <p:extLst>
      <p:ext uri="{BB962C8B-B14F-4D97-AF65-F5344CB8AC3E}">
        <p14:creationId xmlns:p14="http://schemas.microsoft.com/office/powerpoint/2010/main" val="1993713966"/>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showMasterSp="0" preserve="1" userDrawn="1">
  <p:cSld name="Chapter 23">
    <p:bg>
      <p:bgPr>
        <a:solidFill>
          <a:schemeClr val="accent2"/>
        </a:solidFill>
        <a:effectLst/>
      </p:bgPr>
    </p:bg>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C15A7A7F-2675-5C7F-6DDE-C2FEFB212365}"/>
              </a:ext>
              <a:ext uri="{C183D7F6-B498-43B3-948B-1728B52AA6E4}">
                <adec:decorative xmlns:adec="http://schemas.microsoft.com/office/drawing/2017/decorative" val="1"/>
              </a:ext>
            </a:extLst>
          </p:cNvPr>
          <p:cNvGrpSpPr/>
          <p:nvPr userDrawn="1"/>
        </p:nvGrpSpPr>
        <p:grpSpPr>
          <a:xfrm>
            <a:off x="1429878" y="-1"/>
            <a:ext cx="10762122" cy="6858001"/>
            <a:chOff x="1429878" y="-1"/>
            <a:chExt cx="10762122" cy="6858001"/>
          </a:xfrm>
        </p:grpSpPr>
        <p:pic>
          <p:nvPicPr>
            <p:cNvPr id="11" name="Graphic 10">
              <a:extLst>
                <a:ext uri="{FF2B5EF4-FFF2-40B4-BE49-F238E27FC236}">
                  <a16:creationId xmlns:a16="http://schemas.microsoft.com/office/drawing/2014/main" id="{FCA2C45D-183A-E4BD-5B37-C4F92624E5F2}"/>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41483"/>
            <a:stretch/>
          </p:blipFill>
          <p:spPr>
            <a:xfrm rot="5400000" flipH="1">
              <a:off x="2569433" y="2503424"/>
              <a:ext cx="3215021" cy="5494132"/>
            </a:xfrm>
            <a:prstGeom prst="rect">
              <a:avLst/>
            </a:prstGeom>
          </p:spPr>
        </p:pic>
        <p:pic>
          <p:nvPicPr>
            <p:cNvPr id="12" name="Graphic 11">
              <a:extLst>
                <a:ext uri="{FF2B5EF4-FFF2-40B4-BE49-F238E27FC236}">
                  <a16:creationId xmlns:a16="http://schemas.microsoft.com/office/drawing/2014/main" id="{429828D6-E983-363B-8E10-817D072F1BC8}"/>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t="33693" r="4116"/>
            <a:stretch/>
          </p:blipFill>
          <p:spPr>
            <a:xfrm>
              <a:off x="6924010" y="-1"/>
              <a:ext cx="5267990" cy="3642979"/>
            </a:xfrm>
            <a:prstGeom prst="rect">
              <a:avLst/>
            </a:prstGeom>
          </p:spPr>
        </p:pic>
      </p:grpSp>
      <p:sp>
        <p:nvSpPr>
          <p:cNvPr id="2" name="Title 4">
            <a:extLst>
              <a:ext uri="{FF2B5EF4-FFF2-40B4-BE49-F238E27FC236}">
                <a16:creationId xmlns:a16="http://schemas.microsoft.com/office/drawing/2014/main" id="{D6C68454-175B-BF81-6CDF-47472DCBD5A4}"/>
              </a:ext>
            </a:extLst>
          </p:cNvPr>
          <p:cNvSpPr>
            <a:spLocks noGrp="1"/>
          </p:cNvSpPr>
          <p:nvPr>
            <p:ph type="title" hasCustomPrompt="1"/>
          </p:nvPr>
        </p:nvSpPr>
        <p:spPr>
          <a:xfrm>
            <a:off x="413247" y="1895312"/>
            <a:ext cx="6309360" cy="1645920"/>
          </a:xfrm>
        </p:spPr>
        <p:txBody>
          <a:bodyPr/>
          <a:lstStyle>
            <a:lvl1pPr>
              <a:spcAft>
                <a:spcPts val="300"/>
              </a:spcAft>
              <a:defRPr lang="en-US" sz="4800" kern="1200" dirty="0">
                <a:solidFill>
                  <a:schemeClr val="accent3"/>
                </a:solidFill>
                <a:latin typeface="+mj-lt"/>
                <a:ea typeface="+mn-ea"/>
                <a:cs typeface="+mn-cs"/>
              </a:defRPr>
            </a:lvl1pPr>
          </a:lstStyle>
          <a:p>
            <a:pPr lvl="0"/>
            <a:r>
              <a:rPr lang="en-US"/>
              <a:t>Chapter title</a:t>
            </a:r>
            <a:br>
              <a:rPr lang="en-US"/>
            </a:br>
            <a:r>
              <a:rPr lang="en-US"/>
              <a:t>two lines</a:t>
            </a:r>
          </a:p>
        </p:txBody>
      </p:sp>
      <p:sp>
        <p:nvSpPr>
          <p:cNvPr id="3" name="Text Placeholder 8">
            <a:extLst>
              <a:ext uri="{FF2B5EF4-FFF2-40B4-BE49-F238E27FC236}">
                <a16:creationId xmlns:a16="http://schemas.microsoft.com/office/drawing/2014/main" id="{257C1780-4949-0B6D-62EB-41246530B7B7}"/>
              </a:ext>
            </a:extLst>
          </p:cNvPr>
          <p:cNvSpPr>
            <a:spLocks noGrp="1"/>
          </p:cNvSpPr>
          <p:nvPr>
            <p:ph type="body" sz="quarter" idx="14" hasCustomPrompt="1"/>
          </p:nvPr>
        </p:nvSpPr>
        <p:spPr>
          <a:xfrm>
            <a:off x="390098" y="389618"/>
            <a:ext cx="1439497" cy="1477328"/>
          </a:xfrm>
        </p:spPr>
        <p:txBody>
          <a:bodyPr wrap="none">
            <a:spAutoFit/>
          </a:bodyPr>
          <a:lstStyle>
            <a:lvl1pPr marL="0" indent="0" algn="l" defTabSz="914400" rtl="0" eaLnBrk="1" latinLnBrk="0" hangingPunct="1">
              <a:lnSpc>
                <a:spcPct val="100000"/>
              </a:lnSpc>
              <a:spcBef>
                <a:spcPct val="0"/>
              </a:spcBef>
              <a:buNone/>
              <a:defRPr lang="en-US" sz="9600" kern="1200" dirty="0">
                <a:solidFill>
                  <a:schemeClr val="accent3"/>
                </a:solidFill>
                <a:latin typeface="+mj-lt"/>
                <a:ea typeface="+mj-ea"/>
                <a:cs typeface="+mj-cs"/>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a:t>23</a:t>
            </a:r>
          </a:p>
        </p:txBody>
      </p:sp>
      <p:sp>
        <p:nvSpPr>
          <p:cNvPr id="26" name="Picture Placeholder 25">
            <a:extLst>
              <a:ext uri="{FF2B5EF4-FFF2-40B4-BE49-F238E27FC236}">
                <a16:creationId xmlns:a16="http://schemas.microsoft.com/office/drawing/2014/main" id="{CB715BD7-9AF7-BAB1-EA78-7AC575300DEC}"/>
              </a:ext>
              <a:ext uri="{C183D7F6-B498-43B3-948B-1728B52AA6E4}">
                <adec:decorative xmlns:adec="http://schemas.microsoft.com/office/drawing/2017/decorative" val="1"/>
              </a:ext>
            </a:extLst>
          </p:cNvPr>
          <p:cNvSpPr>
            <a:spLocks noGrp="1"/>
          </p:cNvSpPr>
          <p:nvPr>
            <p:ph type="pic" sz="quarter" idx="13"/>
          </p:nvPr>
        </p:nvSpPr>
        <p:spPr>
          <a:xfrm>
            <a:off x="5867676" y="373625"/>
            <a:ext cx="6324324" cy="6484375"/>
          </a:xfrm>
          <a:custGeom>
            <a:avLst/>
            <a:gdLst>
              <a:gd name="connsiteX0" fmla="*/ 6324324 w 6324324"/>
              <a:gd name="connsiteY0" fmla="*/ 0 h 6484375"/>
              <a:gd name="connsiteX1" fmla="*/ 6324324 w 6324324"/>
              <a:gd name="connsiteY1" fmla="*/ 6484375 h 6484375"/>
              <a:gd name="connsiteX2" fmla="*/ 0 w 6324324"/>
              <a:gd name="connsiteY2" fmla="*/ 6484375 h 6484375"/>
              <a:gd name="connsiteX3" fmla="*/ 55368 w 6324324"/>
              <a:gd name="connsiteY3" fmla="*/ 6410225 h 6484375"/>
              <a:gd name="connsiteX4" fmla="*/ 171923 w 6324324"/>
              <a:gd name="connsiteY4" fmla="*/ 6234659 h 6484375"/>
              <a:gd name="connsiteX5" fmla="*/ 1046379 w 6324324"/>
              <a:gd name="connsiteY5" fmla="*/ 3447498 h 6484375"/>
              <a:gd name="connsiteX6" fmla="*/ 1048064 w 6324324"/>
              <a:gd name="connsiteY6" fmla="*/ 3264591 h 6484375"/>
              <a:gd name="connsiteX7" fmla="*/ 3271547 w 6324324"/>
              <a:gd name="connsiteY7" fmla="*/ 3264591 h 6484375"/>
              <a:gd name="connsiteX8" fmla="*/ 3284487 w 6324324"/>
              <a:gd name="connsiteY8" fmla="*/ 2981459 h 6484375"/>
              <a:gd name="connsiteX9" fmla="*/ 6241731 w 6324324"/>
              <a:gd name="connsiteY9" fmla="*/ 4172 h 6484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324324" h="6484375">
                <a:moveTo>
                  <a:pt x="6324324" y="0"/>
                </a:moveTo>
                <a:lnTo>
                  <a:pt x="6324324" y="6484375"/>
                </a:lnTo>
                <a:lnTo>
                  <a:pt x="0" y="6484375"/>
                </a:lnTo>
                <a:lnTo>
                  <a:pt x="55368" y="6410225"/>
                </a:lnTo>
                <a:cubicBezTo>
                  <a:pt x="108275" y="6337639"/>
                  <a:pt x="148130" y="6277443"/>
                  <a:pt x="171923" y="6234659"/>
                </a:cubicBezTo>
                <a:cubicBezTo>
                  <a:pt x="601983" y="5598076"/>
                  <a:pt x="1010368" y="4596081"/>
                  <a:pt x="1046379" y="3447498"/>
                </a:cubicBezTo>
                <a:lnTo>
                  <a:pt x="1048064" y="3264591"/>
                </a:lnTo>
                <a:lnTo>
                  <a:pt x="3271547" y="3264591"/>
                </a:lnTo>
                <a:lnTo>
                  <a:pt x="3284487" y="2981459"/>
                </a:lnTo>
                <a:cubicBezTo>
                  <a:pt x="3428649" y="1414606"/>
                  <a:pt x="4632239" y="178060"/>
                  <a:pt x="6241731" y="4172"/>
                </a:cubicBezTo>
                <a:close/>
              </a:path>
            </a:pathLst>
          </a:custGeom>
        </p:spPr>
        <p:txBody>
          <a:bodyPr wrap="square" tIns="1005840" anchor="ctr">
            <a:noAutofit/>
          </a:bodyPr>
          <a:lstStyle>
            <a:lvl1pPr marL="0" indent="0" algn="ctr">
              <a:buNone/>
              <a:defRPr/>
            </a:lvl1pPr>
          </a:lstStyle>
          <a:p>
            <a:r>
              <a:rPr lang="fr-FR"/>
              <a:t>Cliquez sur l'icône pour ajouter une image</a:t>
            </a:r>
            <a:endParaRPr lang="en-US"/>
          </a:p>
        </p:txBody>
      </p:sp>
      <p:sp>
        <p:nvSpPr>
          <p:cNvPr id="5" name="Graphique 10" descr="Atos logo">
            <a:extLst>
              <a:ext uri="{FF2B5EF4-FFF2-40B4-BE49-F238E27FC236}">
                <a16:creationId xmlns:a16="http://schemas.microsoft.com/office/drawing/2014/main" id="{5177CB86-3FA2-3F10-DA09-1E5B601CC716}"/>
              </a:ext>
            </a:extLst>
          </p:cNvPr>
          <p:cNvSpPr>
            <a:spLocks noChangeAspect="1"/>
          </p:cNvSpPr>
          <p:nvPr userDrawn="1"/>
        </p:nvSpPr>
        <p:spPr>
          <a:xfrm>
            <a:off x="10944224" y="6309897"/>
            <a:ext cx="819151" cy="250488"/>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a:p>
        </p:txBody>
      </p:sp>
    </p:spTree>
    <p:extLst>
      <p:ext uri="{BB962C8B-B14F-4D97-AF65-F5344CB8AC3E}">
        <p14:creationId xmlns:p14="http://schemas.microsoft.com/office/powerpoint/2010/main" val="1958827565"/>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showMasterSp="0" preserve="1" userDrawn="1">
  <p:cSld name="Chapter 24">
    <p:bg>
      <p:bgPr>
        <a:solidFill>
          <a:schemeClr val="accent1"/>
        </a:solidFill>
        <a:effectLst/>
      </p:bgPr>
    </p:bg>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0EA9624B-7CA8-3862-903A-A82256DBBBBC}"/>
              </a:ext>
              <a:ext uri="{C183D7F6-B498-43B3-948B-1728B52AA6E4}">
                <adec:decorative xmlns:adec="http://schemas.microsoft.com/office/drawing/2017/decorative" val="1"/>
              </a:ext>
            </a:extLst>
          </p:cNvPr>
          <p:cNvGrpSpPr/>
          <p:nvPr userDrawn="1"/>
        </p:nvGrpSpPr>
        <p:grpSpPr>
          <a:xfrm>
            <a:off x="1429878" y="-1"/>
            <a:ext cx="10762122" cy="6858001"/>
            <a:chOff x="1429878" y="-1"/>
            <a:chExt cx="10762122" cy="6858001"/>
          </a:xfrm>
        </p:grpSpPr>
        <p:pic>
          <p:nvPicPr>
            <p:cNvPr id="11" name="Graphic 10">
              <a:extLst>
                <a:ext uri="{FF2B5EF4-FFF2-40B4-BE49-F238E27FC236}">
                  <a16:creationId xmlns:a16="http://schemas.microsoft.com/office/drawing/2014/main" id="{FCA2C45D-183A-E4BD-5B37-C4F92624E5F2}"/>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41483"/>
            <a:stretch/>
          </p:blipFill>
          <p:spPr>
            <a:xfrm rot="5400000" flipH="1">
              <a:off x="2569433" y="2503424"/>
              <a:ext cx="3215021" cy="5494132"/>
            </a:xfrm>
            <a:prstGeom prst="rect">
              <a:avLst/>
            </a:prstGeom>
          </p:spPr>
        </p:pic>
        <p:pic>
          <p:nvPicPr>
            <p:cNvPr id="12" name="Graphic 11">
              <a:extLst>
                <a:ext uri="{FF2B5EF4-FFF2-40B4-BE49-F238E27FC236}">
                  <a16:creationId xmlns:a16="http://schemas.microsoft.com/office/drawing/2014/main" id="{429828D6-E983-363B-8E10-817D072F1BC8}"/>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t="33693" r="4116"/>
            <a:stretch/>
          </p:blipFill>
          <p:spPr>
            <a:xfrm>
              <a:off x="6924010" y="-1"/>
              <a:ext cx="5267990" cy="3642979"/>
            </a:xfrm>
            <a:prstGeom prst="rect">
              <a:avLst/>
            </a:prstGeom>
          </p:spPr>
        </p:pic>
      </p:grpSp>
      <p:sp>
        <p:nvSpPr>
          <p:cNvPr id="2" name="Title 4">
            <a:extLst>
              <a:ext uri="{FF2B5EF4-FFF2-40B4-BE49-F238E27FC236}">
                <a16:creationId xmlns:a16="http://schemas.microsoft.com/office/drawing/2014/main" id="{AC52500A-2159-443F-DFBE-722F1A82F152}"/>
              </a:ext>
            </a:extLst>
          </p:cNvPr>
          <p:cNvSpPr>
            <a:spLocks noGrp="1"/>
          </p:cNvSpPr>
          <p:nvPr>
            <p:ph type="title" hasCustomPrompt="1"/>
          </p:nvPr>
        </p:nvSpPr>
        <p:spPr>
          <a:xfrm>
            <a:off x="413247" y="1895312"/>
            <a:ext cx="6309360" cy="1645920"/>
          </a:xfrm>
        </p:spPr>
        <p:txBody>
          <a:bodyPr/>
          <a:lstStyle>
            <a:lvl1pPr>
              <a:spcAft>
                <a:spcPts val="300"/>
              </a:spcAft>
              <a:defRPr lang="en-US" sz="4800" kern="1200" dirty="0">
                <a:solidFill>
                  <a:schemeClr val="bg1"/>
                </a:solidFill>
                <a:latin typeface="+mj-lt"/>
                <a:ea typeface="+mn-ea"/>
                <a:cs typeface="+mn-cs"/>
              </a:defRPr>
            </a:lvl1pPr>
          </a:lstStyle>
          <a:p>
            <a:pPr lvl="0"/>
            <a:r>
              <a:rPr lang="en-US"/>
              <a:t>Chapter title</a:t>
            </a:r>
            <a:br>
              <a:rPr lang="en-US"/>
            </a:br>
            <a:r>
              <a:rPr lang="en-US"/>
              <a:t>two lines</a:t>
            </a:r>
          </a:p>
        </p:txBody>
      </p:sp>
      <p:sp>
        <p:nvSpPr>
          <p:cNvPr id="3" name="Text Placeholder 8">
            <a:extLst>
              <a:ext uri="{FF2B5EF4-FFF2-40B4-BE49-F238E27FC236}">
                <a16:creationId xmlns:a16="http://schemas.microsoft.com/office/drawing/2014/main" id="{F69298B7-8C01-593D-5DE8-5E97C2ED4816}"/>
              </a:ext>
            </a:extLst>
          </p:cNvPr>
          <p:cNvSpPr>
            <a:spLocks noGrp="1"/>
          </p:cNvSpPr>
          <p:nvPr>
            <p:ph type="body" sz="quarter" idx="14" hasCustomPrompt="1"/>
          </p:nvPr>
        </p:nvSpPr>
        <p:spPr>
          <a:xfrm>
            <a:off x="390098" y="389618"/>
            <a:ext cx="1466748" cy="1477328"/>
          </a:xfrm>
        </p:spPr>
        <p:txBody>
          <a:bodyPr wrap="none">
            <a:spAutoFit/>
          </a:bodyPr>
          <a:lstStyle>
            <a:lvl1pPr marL="0" indent="0" algn="l" defTabSz="914400" rtl="0" eaLnBrk="1" latinLnBrk="0" hangingPunct="1">
              <a:lnSpc>
                <a:spcPct val="100000"/>
              </a:lnSpc>
              <a:spcBef>
                <a:spcPct val="0"/>
              </a:spcBef>
              <a:buNone/>
              <a:defRPr lang="en-US" sz="9600" kern="1200" dirty="0">
                <a:solidFill>
                  <a:schemeClr val="bg1"/>
                </a:solidFill>
                <a:latin typeface="+mj-lt"/>
                <a:ea typeface="+mj-ea"/>
                <a:cs typeface="+mj-cs"/>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a:t>24</a:t>
            </a:r>
          </a:p>
        </p:txBody>
      </p:sp>
      <p:sp>
        <p:nvSpPr>
          <p:cNvPr id="26" name="Picture Placeholder 25">
            <a:extLst>
              <a:ext uri="{FF2B5EF4-FFF2-40B4-BE49-F238E27FC236}">
                <a16:creationId xmlns:a16="http://schemas.microsoft.com/office/drawing/2014/main" id="{CB715BD7-9AF7-BAB1-EA78-7AC575300DEC}"/>
              </a:ext>
              <a:ext uri="{C183D7F6-B498-43B3-948B-1728B52AA6E4}">
                <adec:decorative xmlns:adec="http://schemas.microsoft.com/office/drawing/2017/decorative" val="1"/>
              </a:ext>
            </a:extLst>
          </p:cNvPr>
          <p:cNvSpPr>
            <a:spLocks noGrp="1"/>
          </p:cNvSpPr>
          <p:nvPr>
            <p:ph type="pic" sz="quarter" idx="13"/>
          </p:nvPr>
        </p:nvSpPr>
        <p:spPr>
          <a:xfrm>
            <a:off x="5867676" y="373625"/>
            <a:ext cx="6324324" cy="6484375"/>
          </a:xfrm>
          <a:custGeom>
            <a:avLst/>
            <a:gdLst>
              <a:gd name="connsiteX0" fmla="*/ 6324324 w 6324324"/>
              <a:gd name="connsiteY0" fmla="*/ 0 h 6484375"/>
              <a:gd name="connsiteX1" fmla="*/ 6324324 w 6324324"/>
              <a:gd name="connsiteY1" fmla="*/ 6484375 h 6484375"/>
              <a:gd name="connsiteX2" fmla="*/ 0 w 6324324"/>
              <a:gd name="connsiteY2" fmla="*/ 6484375 h 6484375"/>
              <a:gd name="connsiteX3" fmla="*/ 55368 w 6324324"/>
              <a:gd name="connsiteY3" fmla="*/ 6410225 h 6484375"/>
              <a:gd name="connsiteX4" fmla="*/ 171923 w 6324324"/>
              <a:gd name="connsiteY4" fmla="*/ 6234659 h 6484375"/>
              <a:gd name="connsiteX5" fmla="*/ 1046379 w 6324324"/>
              <a:gd name="connsiteY5" fmla="*/ 3447498 h 6484375"/>
              <a:gd name="connsiteX6" fmla="*/ 1048064 w 6324324"/>
              <a:gd name="connsiteY6" fmla="*/ 3264591 h 6484375"/>
              <a:gd name="connsiteX7" fmla="*/ 3271547 w 6324324"/>
              <a:gd name="connsiteY7" fmla="*/ 3264591 h 6484375"/>
              <a:gd name="connsiteX8" fmla="*/ 3284487 w 6324324"/>
              <a:gd name="connsiteY8" fmla="*/ 2981459 h 6484375"/>
              <a:gd name="connsiteX9" fmla="*/ 6241731 w 6324324"/>
              <a:gd name="connsiteY9" fmla="*/ 4172 h 6484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324324" h="6484375">
                <a:moveTo>
                  <a:pt x="6324324" y="0"/>
                </a:moveTo>
                <a:lnTo>
                  <a:pt x="6324324" y="6484375"/>
                </a:lnTo>
                <a:lnTo>
                  <a:pt x="0" y="6484375"/>
                </a:lnTo>
                <a:lnTo>
                  <a:pt x="55368" y="6410225"/>
                </a:lnTo>
                <a:cubicBezTo>
                  <a:pt x="108275" y="6337639"/>
                  <a:pt x="148130" y="6277443"/>
                  <a:pt x="171923" y="6234659"/>
                </a:cubicBezTo>
                <a:cubicBezTo>
                  <a:pt x="601983" y="5598076"/>
                  <a:pt x="1010368" y="4596081"/>
                  <a:pt x="1046379" y="3447498"/>
                </a:cubicBezTo>
                <a:lnTo>
                  <a:pt x="1048064" y="3264591"/>
                </a:lnTo>
                <a:lnTo>
                  <a:pt x="3271547" y="3264591"/>
                </a:lnTo>
                <a:lnTo>
                  <a:pt x="3284487" y="2981459"/>
                </a:lnTo>
                <a:cubicBezTo>
                  <a:pt x="3428649" y="1414606"/>
                  <a:pt x="4632239" y="178060"/>
                  <a:pt x="6241731" y="4172"/>
                </a:cubicBezTo>
                <a:close/>
              </a:path>
            </a:pathLst>
          </a:custGeom>
        </p:spPr>
        <p:txBody>
          <a:bodyPr wrap="square" tIns="1005840" anchor="ctr">
            <a:noAutofit/>
          </a:bodyPr>
          <a:lstStyle>
            <a:lvl1pPr marL="0" indent="0" algn="ctr">
              <a:buNone/>
              <a:defRPr>
                <a:solidFill>
                  <a:schemeClr val="bg1"/>
                </a:solidFill>
              </a:defRPr>
            </a:lvl1pPr>
          </a:lstStyle>
          <a:p>
            <a:r>
              <a:rPr lang="fr-FR"/>
              <a:t>Cliquez sur l'icône pour ajouter une image</a:t>
            </a:r>
            <a:endParaRPr lang="en-US"/>
          </a:p>
        </p:txBody>
      </p:sp>
      <p:sp>
        <p:nvSpPr>
          <p:cNvPr id="5" name="Graphique 10" descr="Atos logo">
            <a:extLst>
              <a:ext uri="{FF2B5EF4-FFF2-40B4-BE49-F238E27FC236}">
                <a16:creationId xmlns:a16="http://schemas.microsoft.com/office/drawing/2014/main" id="{1587C7C0-A4E6-BF44-4AE5-2BD71887E2FD}"/>
              </a:ext>
            </a:extLst>
          </p:cNvPr>
          <p:cNvSpPr>
            <a:spLocks noChangeAspect="1"/>
          </p:cNvSpPr>
          <p:nvPr userDrawn="1"/>
        </p:nvSpPr>
        <p:spPr>
          <a:xfrm>
            <a:off x="10944224" y="6309897"/>
            <a:ext cx="819151" cy="250488"/>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a:p>
        </p:txBody>
      </p:sp>
    </p:spTree>
    <p:extLst>
      <p:ext uri="{BB962C8B-B14F-4D97-AF65-F5344CB8AC3E}">
        <p14:creationId xmlns:p14="http://schemas.microsoft.com/office/powerpoint/2010/main" val="1022595257"/>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showMasterSp="0" preserve="1" userDrawn="1">
  <p:cSld name="Chapter 25">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18AE79F0-AD6D-9389-65BB-181921FD98BF}"/>
              </a:ext>
              <a:ext uri="{C183D7F6-B498-43B3-948B-1728B52AA6E4}">
                <adec:decorative xmlns:adec="http://schemas.microsoft.com/office/drawing/2017/decorative" val="1"/>
              </a:ext>
            </a:extLst>
          </p:cNvPr>
          <p:cNvGrpSpPr/>
          <p:nvPr userDrawn="1"/>
        </p:nvGrpSpPr>
        <p:grpSpPr>
          <a:xfrm>
            <a:off x="0" y="0"/>
            <a:ext cx="6092952" cy="6858000"/>
            <a:chOff x="0" y="0"/>
            <a:chExt cx="6092952" cy="6858000"/>
          </a:xfrm>
        </p:grpSpPr>
        <p:sp>
          <p:nvSpPr>
            <p:cNvPr id="3" name="Rectangle 2">
              <a:extLst>
                <a:ext uri="{FF2B5EF4-FFF2-40B4-BE49-F238E27FC236}">
                  <a16:creationId xmlns:a16="http://schemas.microsoft.com/office/drawing/2014/main" id="{376404E5-A3DB-9111-AC43-23290E8CD97C}"/>
                </a:ext>
                <a:ext uri="{C183D7F6-B498-43B3-948B-1728B52AA6E4}">
                  <adec:decorative xmlns:adec="http://schemas.microsoft.com/office/drawing/2017/decorative" val="1"/>
                </a:ext>
              </a:extLst>
            </p:cNvPr>
            <p:cNvSpPr/>
            <p:nvPr userDrawn="1"/>
          </p:nvSpPr>
          <p:spPr>
            <a:xfrm>
              <a:off x="0" y="0"/>
              <a:ext cx="6092952"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a:extLst>
                <a:ext uri="{FF2B5EF4-FFF2-40B4-BE49-F238E27FC236}">
                  <a16:creationId xmlns:a16="http://schemas.microsoft.com/office/drawing/2014/main" id="{73480883-7045-4B51-D5F2-F3092D2B129A}"/>
                </a:ext>
                <a:ext uri="{C183D7F6-B498-43B3-948B-1728B52AA6E4}">
                  <adec:decorative xmlns:adec="http://schemas.microsoft.com/office/drawing/2017/decorative" val="1"/>
                </a:ext>
              </a:extLst>
            </p:cNvPr>
            <p:cNvGrpSpPr/>
            <p:nvPr userDrawn="1"/>
          </p:nvGrpSpPr>
          <p:grpSpPr>
            <a:xfrm>
              <a:off x="428625" y="4310002"/>
              <a:ext cx="5300843" cy="1766948"/>
              <a:chOff x="428625" y="4310002"/>
              <a:chExt cx="5300843" cy="1766948"/>
            </a:xfrm>
          </p:grpSpPr>
          <p:pic>
            <p:nvPicPr>
              <p:cNvPr id="2" name="Graphic 1">
                <a:extLst>
                  <a:ext uri="{FF2B5EF4-FFF2-40B4-BE49-F238E27FC236}">
                    <a16:creationId xmlns:a16="http://schemas.microsoft.com/office/drawing/2014/main" id="{8FBCF81C-1DA3-24A3-8E55-9CA5BC839F76}"/>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5400000" flipH="1" flipV="1">
                <a:off x="428625" y="4310002"/>
                <a:ext cx="1766948" cy="1766948"/>
              </a:xfrm>
              <a:prstGeom prst="rect">
                <a:avLst/>
              </a:prstGeom>
            </p:spPr>
          </p:pic>
          <p:pic>
            <p:nvPicPr>
              <p:cNvPr id="5" name="Graphic 4">
                <a:extLst>
                  <a:ext uri="{FF2B5EF4-FFF2-40B4-BE49-F238E27FC236}">
                    <a16:creationId xmlns:a16="http://schemas.microsoft.com/office/drawing/2014/main" id="{348E1E0A-264A-96FA-176D-13C5C385108E}"/>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5400000" flipH="1" flipV="1">
                <a:off x="2195573" y="4310002"/>
                <a:ext cx="1766948" cy="1766948"/>
              </a:xfrm>
              <a:prstGeom prst="rect">
                <a:avLst/>
              </a:prstGeom>
            </p:spPr>
          </p:pic>
          <p:pic>
            <p:nvPicPr>
              <p:cNvPr id="6" name="Graphic 5">
                <a:extLst>
                  <a:ext uri="{FF2B5EF4-FFF2-40B4-BE49-F238E27FC236}">
                    <a16:creationId xmlns:a16="http://schemas.microsoft.com/office/drawing/2014/main" id="{292A2FD9-20D2-8E7B-5993-E564C217E7C5}"/>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5400000" flipH="1" flipV="1">
                <a:off x="3962520" y="4310002"/>
                <a:ext cx="1766948" cy="1766948"/>
              </a:xfrm>
              <a:prstGeom prst="rect">
                <a:avLst/>
              </a:prstGeom>
            </p:spPr>
          </p:pic>
        </p:grpSp>
      </p:grpSp>
      <p:sp>
        <p:nvSpPr>
          <p:cNvPr id="4" name="Title 4">
            <a:extLst>
              <a:ext uri="{FF2B5EF4-FFF2-40B4-BE49-F238E27FC236}">
                <a16:creationId xmlns:a16="http://schemas.microsoft.com/office/drawing/2014/main" id="{0567AF7A-4C14-837A-83E7-6300B72CB6B5}"/>
              </a:ext>
            </a:extLst>
          </p:cNvPr>
          <p:cNvSpPr>
            <a:spLocks noGrp="1"/>
          </p:cNvSpPr>
          <p:nvPr>
            <p:ph type="title" hasCustomPrompt="1"/>
          </p:nvPr>
        </p:nvSpPr>
        <p:spPr>
          <a:xfrm>
            <a:off x="413247" y="1895312"/>
            <a:ext cx="5486400" cy="1645920"/>
          </a:xfrm>
        </p:spPr>
        <p:txBody>
          <a:bodyPr/>
          <a:lstStyle>
            <a:lvl1pPr>
              <a:spcAft>
                <a:spcPts val="300"/>
              </a:spcAft>
              <a:defRPr lang="en-US" sz="4800" kern="1200" dirty="0">
                <a:solidFill>
                  <a:schemeClr val="accent3"/>
                </a:solidFill>
                <a:latin typeface="+mj-lt"/>
                <a:ea typeface="+mn-ea"/>
                <a:cs typeface="+mn-cs"/>
              </a:defRPr>
            </a:lvl1pPr>
          </a:lstStyle>
          <a:p>
            <a:pPr lvl="0"/>
            <a:r>
              <a:rPr lang="en-US"/>
              <a:t>Chapter title</a:t>
            </a:r>
            <a:br>
              <a:rPr lang="en-US"/>
            </a:br>
            <a:r>
              <a:rPr lang="en-US"/>
              <a:t>two lines</a:t>
            </a:r>
          </a:p>
        </p:txBody>
      </p:sp>
      <p:sp>
        <p:nvSpPr>
          <p:cNvPr id="10" name="Text Placeholder 8">
            <a:extLst>
              <a:ext uri="{FF2B5EF4-FFF2-40B4-BE49-F238E27FC236}">
                <a16:creationId xmlns:a16="http://schemas.microsoft.com/office/drawing/2014/main" id="{E6A433C3-3331-53B1-492C-AC6E515968BF}"/>
              </a:ext>
            </a:extLst>
          </p:cNvPr>
          <p:cNvSpPr>
            <a:spLocks noGrp="1"/>
          </p:cNvSpPr>
          <p:nvPr>
            <p:ph type="body" sz="quarter" idx="14" hasCustomPrompt="1"/>
          </p:nvPr>
        </p:nvSpPr>
        <p:spPr>
          <a:xfrm>
            <a:off x="390098" y="389618"/>
            <a:ext cx="1423467" cy="1477328"/>
          </a:xfrm>
        </p:spPr>
        <p:txBody>
          <a:bodyPr wrap="none">
            <a:spAutoFit/>
          </a:bodyPr>
          <a:lstStyle>
            <a:lvl1pPr marL="0" indent="0" algn="l" defTabSz="914400" rtl="0" eaLnBrk="1" latinLnBrk="0" hangingPunct="1">
              <a:lnSpc>
                <a:spcPct val="100000"/>
              </a:lnSpc>
              <a:spcBef>
                <a:spcPct val="0"/>
              </a:spcBef>
              <a:buNone/>
              <a:defRPr lang="en-US" sz="9600" kern="1200" dirty="0">
                <a:solidFill>
                  <a:schemeClr val="accent3"/>
                </a:solidFill>
                <a:latin typeface="+mj-lt"/>
                <a:ea typeface="+mj-ea"/>
                <a:cs typeface="+mj-cs"/>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a:t>25</a:t>
            </a:r>
          </a:p>
        </p:txBody>
      </p:sp>
      <p:sp>
        <p:nvSpPr>
          <p:cNvPr id="7" name="Picture Placeholder 6">
            <a:extLst>
              <a:ext uri="{FF2B5EF4-FFF2-40B4-BE49-F238E27FC236}">
                <a16:creationId xmlns:a16="http://schemas.microsoft.com/office/drawing/2014/main" id="{8A5AEFA2-DD77-7344-3047-A0816989267B}"/>
              </a:ext>
              <a:ext uri="{C183D7F6-B498-43B3-948B-1728B52AA6E4}">
                <adec:decorative xmlns:adec="http://schemas.microsoft.com/office/drawing/2017/decorative" val="1"/>
              </a:ext>
            </a:extLst>
          </p:cNvPr>
          <p:cNvSpPr>
            <a:spLocks noGrp="1"/>
          </p:cNvSpPr>
          <p:nvPr>
            <p:ph type="pic" sz="quarter" idx="11"/>
          </p:nvPr>
        </p:nvSpPr>
        <p:spPr>
          <a:xfrm>
            <a:off x="6092952" y="0"/>
            <a:ext cx="6099048" cy="6858000"/>
          </a:xfrm>
        </p:spPr>
        <p:txBody>
          <a:bodyPr tIns="822960" bIns="0" anchor="ctr"/>
          <a:lstStyle>
            <a:lvl1pPr marL="0" indent="0" algn="ctr">
              <a:buNone/>
              <a:defRPr>
                <a:solidFill>
                  <a:schemeClr val="accent3"/>
                </a:solidFill>
              </a:defRPr>
            </a:lvl1pPr>
          </a:lstStyle>
          <a:p>
            <a:r>
              <a:rPr lang="fr-FR"/>
              <a:t>Cliquez sur l'icône pour ajouter une image</a:t>
            </a:r>
            <a:endParaRPr lang="en-US"/>
          </a:p>
        </p:txBody>
      </p:sp>
      <p:sp>
        <p:nvSpPr>
          <p:cNvPr id="11" name="Graphique 10" descr="Atos logo">
            <a:extLst>
              <a:ext uri="{FF2B5EF4-FFF2-40B4-BE49-F238E27FC236}">
                <a16:creationId xmlns:a16="http://schemas.microsoft.com/office/drawing/2014/main" id="{D1212317-83E1-68D2-2200-9D784B9C8599}"/>
              </a:ext>
            </a:extLst>
          </p:cNvPr>
          <p:cNvSpPr>
            <a:spLocks noChangeAspect="1"/>
          </p:cNvSpPr>
          <p:nvPr userDrawn="1"/>
        </p:nvSpPr>
        <p:spPr>
          <a:xfrm>
            <a:off x="10944224" y="6309897"/>
            <a:ext cx="819151" cy="250488"/>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a:p>
        </p:txBody>
      </p:sp>
    </p:spTree>
    <p:extLst>
      <p:ext uri="{BB962C8B-B14F-4D97-AF65-F5344CB8AC3E}">
        <p14:creationId xmlns:p14="http://schemas.microsoft.com/office/powerpoint/2010/main" val="2873276846"/>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showMasterSp="0" preserve="1" userDrawn="1">
  <p:cSld name="Chapter 26">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F11EFBFF-EB73-649E-3786-A726573022E4}"/>
              </a:ext>
              <a:ext uri="{C183D7F6-B498-43B3-948B-1728B52AA6E4}">
                <adec:decorative xmlns:adec="http://schemas.microsoft.com/office/drawing/2017/decorative" val="1"/>
              </a:ext>
            </a:extLst>
          </p:cNvPr>
          <p:cNvGrpSpPr/>
          <p:nvPr userDrawn="1"/>
        </p:nvGrpSpPr>
        <p:grpSpPr>
          <a:xfrm>
            <a:off x="0" y="0"/>
            <a:ext cx="6092952" cy="6858000"/>
            <a:chOff x="0" y="0"/>
            <a:chExt cx="6092952" cy="6858000"/>
          </a:xfrm>
        </p:grpSpPr>
        <p:sp>
          <p:nvSpPr>
            <p:cNvPr id="3" name="Rectangle 2">
              <a:extLst>
                <a:ext uri="{FF2B5EF4-FFF2-40B4-BE49-F238E27FC236}">
                  <a16:creationId xmlns:a16="http://schemas.microsoft.com/office/drawing/2014/main" id="{376404E5-A3DB-9111-AC43-23290E8CD97C}"/>
                </a:ext>
                <a:ext uri="{C183D7F6-B498-43B3-948B-1728B52AA6E4}">
                  <adec:decorative xmlns:adec="http://schemas.microsoft.com/office/drawing/2017/decorative" val="1"/>
                </a:ext>
              </a:extLst>
            </p:cNvPr>
            <p:cNvSpPr/>
            <p:nvPr userDrawn="1"/>
          </p:nvSpPr>
          <p:spPr>
            <a:xfrm>
              <a:off x="0" y="0"/>
              <a:ext cx="6092952"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a:extLst>
                <a:ext uri="{FF2B5EF4-FFF2-40B4-BE49-F238E27FC236}">
                  <a16:creationId xmlns:a16="http://schemas.microsoft.com/office/drawing/2014/main" id="{73480883-7045-4B51-D5F2-F3092D2B129A}"/>
                </a:ext>
                <a:ext uri="{C183D7F6-B498-43B3-948B-1728B52AA6E4}">
                  <adec:decorative xmlns:adec="http://schemas.microsoft.com/office/drawing/2017/decorative" val="1"/>
                </a:ext>
              </a:extLst>
            </p:cNvPr>
            <p:cNvGrpSpPr/>
            <p:nvPr userDrawn="1"/>
          </p:nvGrpSpPr>
          <p:grpSpPr>
            <a:xfrm>
              <a:off x="428625" y="4310002"/>
              <a:ext cx="5300843" cy="1766948"/>
              <a:chOff x="428625" y="4310002"/>
              <a:chExt cx="5300843" cy="1766948"/>
            </a:xfrm>
          </p:grpSpPr>
          <p:pic>
            <p:nvPicPr>
              <p:cNvPr id="2" name="Graphic 1">
                <a:extLst>
                  <a:ext uri="{FF2B5EF4-FFF2-40B4-BE49-F238E27FC236}">
                    <a16:creationId xmlns:a16="http://schemas.microsoft.com/office/drawing/2014/main" id="{8FBCF81C-1DA3-24A3-8E55-9CA5BC839F76}"/>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5400000" flipH="1" flipV="1">
                <a:off x="428625" y="4310002"/>
                <a:ext cx="1766948" cy="1766948"/>
              </a:xfrm>
              <a:prstGeom prst="rect">
                <a:avLst/>
              </a:prstGeom>
            </p:spPr>
          </p:pic>
          <p:pic>
            <p:nvPicPr>
              <p:cNvPr id="5" name="Graphic 4">
                <a:extLst>
                  <a:ext uri="{FF2B5EF4-FFF2-40B4-BE49-F238E27FC236}">
                    <a16:creationId xmlns:a16="http://schemas.microsoft.com/office/drawing/2014/main" id="{348E1E0A-264A-96FA-176D-13C5C385108E}"/>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5400000" flipH="1" flipV="1">
                <a:off x="2195573" y="4310002"/>
                <a:ext cx="1766948" cy="1766948"/>
              </a:xfrm>
              <a:prstGeom prst="rect">
                <a:avLst/>
              </a:prstGeom>
            </p:spPr>
          </p:pic>
          <p:pic>
            <p:nvPicPr>
              <p:cNvPr id="6" name="Graphic 5">
                <a:extLst>
                  <a:ext uri="{FF2B5EF4-FFF2-40B4-BE49-F238E27FC236}">
                    <a16:creationId xmlns:a16="http://schemas.microsoft.com/office/drawing/2014/main" id="{292A2FD9-20D2-8E7B-5993-E564C217E7C5}"/>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5400000" flipH="1" flipV="1">
                <a:off x="3962520" y="4310002"/>
                <a:ext cx="1766948" cy="1766948"/>
              </a:xfrm>
              <a:prstGeom prst="rect">
                <a:avLst/>
              </a:prstGeom>
            </p:spPr>
          </p:pic>
        </p:grpSp>
      </p:grpSp>
      <p:sp>
        <p:nvSpPr>
          <p:cNvPr id="8" name="Title 4">
            <a:extLst>
              <a:ext uri="{FF2B5EF4-FFF2-40B4-BE49-F238E27FC236}">
                <a16:creationId xmlns:a16="http://schemas.microsoft.com/office/drawing/2014/main" id="{73BDDB38-C023-ECFB-7FA7-3D196CAD18C4}"/>
              </a:ext>
            </a:extLst>
          </p:cNvPr>
          <p:cNvSpPr>
            <a:spLocks noGrp="1"/>
          </p:cNvSpPr>
          <p:nvPr>
            <p:ph type="title" hasCustomPrompt="1"/>
          </p:nvPr>
        </p:nvSpPr>
        <p:spPr>
          <a:xfrm>
            <a:off x="413247" y="1895312"/>
            <a:ext cx="5486400" cy="1645920"/>
          </a:xfrm>
        </p:spPr>
        <p:txBody>
          <a:bodyPr/>
          <a:lstStyle>
            <a:lvl1pPr>
              <a:spcAft>
                <a:spcPts val="300"/>
              </a:spcAft>
              <a:defRPr lang="en-US" sz="4800" kern="1200" dirty="0">
                <a:solidFill>
                  <a:schemeClr val="bg1"/>
                </a:solidFill>
                <a:latin typeface="+mj-lt"/>
                <a:ea typeface="+mn-ea"/>
                <a:cs typeface="+mn-cs"/>
              </a:defRPr>
            </a:lvl1pPr>
          </a:lstStyle>
          <a:p>
            <a:pPr lvl="0"/>
            <a:r>
              <a:rPr lang="en-US"/>
              <a:t>Chapter title</a:t>
            </a:r>
            <a:br>
              <a:rPr lang="en-US"/>
            </a:br>
            <a:r>
              <a:rPr lang="en-US"/>
              <a:t>two lines</a:t>
            </a:r>
          </a:p>
        </p:txBody>
      </p:sp>
      <p:sp>
        <p:nvSpPr>
          <p:cNvPr id="10" name="Text Placeholder 8">
            <a:extLst>
              <a:ext uri="{FF2B5EF4-FFF2-40B4-BE49-F238E27FC236}">
                <a16:creationId xmlns:a16="http://schemas.microsoft.com/office/drawing/2014/main" id="{6CC28F0A-14CE-5EE9-604D-DA2FAECF53D6}"/>
              </a:ext>
            </a:extLst>
          </p:cNvPr>
          <p:cNvSpPr>
            <a:spLocks noGrp="1"/>
          </p:cNvSpPr>
          <p:nvPr>
            <p:ph type="body" sz="quarter" idx="14" hasCustomPrompt="1"/>
          </p:nvPr>
        </p:nvSpPr>
        <p:spPr>
          <a:xfrm>
            <a:off x="390098" y="389618"/>
            <a:ext cx="1445909" cy="1477328"/>
          </a:xfrm>
        </p:spPr>
        <p:txBody>
          <a:bodyPr wrap="none">
            <a:spAutoFit/>
          </a:bodyPr>
          <a:lstStyle>
            <a:lvl1pPr marL="0" indent="0" algn="l" defTabSz="914400" rtl="0" eaLnBrk="1" latinLnBrk="0" hangingPunct="1">
              <a:lnSpc>
                <a:spcPct val="100000"/>
              </a:lnSpc>
              <a:spcBef>
                <a:spcPct val="0"/>
              </a:spcBef>
              <a:buNone/>
              <a:defRPr lang="en-US" sz="9600" kern="1200" dirty="0">
                <a:solidFill>
                  <a:schemeClr val="bg1"/>
                </a:solidFill>
                <a:latin typeface="+mj-lt"/>
                <a:ea typeface="+mj-ea"/>
                <a:cs typeface="+mj-cs"/>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a:t>26</a:t>
            </a:r>
          </a:p>
        </p:txBody>
      </p:sp>
      <p:sp>
        <p:nvSpPr>
          <p:cNvPr id="7" name="Picture Placeholder 6">
            <a:extLst>
              <a:ext uri="{FF2B5EF4-FFF2-40B4-BE49-F238E27FC236}">
                <a16:creationId xmlns:a16="http://schemas.microsoft.com/office/drawing/2014/main" id="{8A5AEFA2-DD77-7344-3047-A0816989267B}"/>
              </a:ext>
              <a:ext uri="{C183D7F6-B498-43B3-948B-1728B52AA6E4}">
                <adec:decorative xmlns:adec="http://schemas.microsoft.com/office/drawing/2017/decorative" val="1"/>
              </a:ext>
            </a:extLst>
          </p:cNvPr>
          <p:cNvSpPr>
            <a:spLocks noGrp="1"/>
          </p:cNvSpPr>
          <p:nvPr>
            <p:ph type="pic" sz="quarter" idx="11"/>
          </p:nvPr>
        </p:nvSpPr>
        <p:spPr>
          <a:xfrm>
            <a:off x="6092952" y="0"/>
            <a:ext cx="6099048" cy="6858000"/>
          </a:xfrm>
        </p:spPr>
        <p:txBody>
          <a:bodyPr tIns="822960" bIns="0" anchor="ctr"/>
          <a:lstStyle>
            <a:lvl1pPr marL="0" indent="0" algn="ctr">
              <a:buNone/>
              <a:defRPr>
                <a:solidFill>
                  <a:schemeClr val="accent3"/>
                </a:solidFill>
              </a:defRPr>
            </a:lvl1pPr>
          </a:lstStyle>
          <a:p>
            <a:r>
              <a:rPr lang="fr-FR"/>
              <a:t>Cliquez sur l'icône pour ajouter une image</a:t>
            </a:r>
            <a:endParaRPr lang="en-US"/>
          </a:p>
        </p:txBody>
      </p:sp>
      <p:sp>
        <p:nvSpPr>
          <p:cNvPr id="11" name="Graphique 10" descr="Atos logo">
            <a:extLst>
              <a:ext uri="{FF2B5EF4-FFF2-40B4-BE49-F238E27FC236}">
                <a16:creationId xmlns:a16="http://schemas.microsoft.com/office/drawing/2014/main" id="{739B335D-A0EE-42A2-8A84-B0F336795D77}"/>
              </a:ext>
            </a:extLst>
          </p:cNvPr>
          <p:cNvSpPr>
            <a:spLocks noChangeAspect="1"/>
          </p:cNvSpPr>
          <p:nvPr userDrawn="1"/>
        </p:nvSpPr>
        <p:spPr>
          <a:xfrm>
            <a:off x="10944224" y="6309897"/>
            <a:ext cx="819151" cy="250488"/>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a:p>
        </p:txBody>
      </p:sp>
    </p:spTree>
    <p:extLst>
      <p:ext uri="{BB962C8B-B14F-4D97-AF65-F5344CB8AC3E}">
        <p14:creationId xmlns:p14="http://schemas.microsoft.com/office/powerpoint/2010/main" val="1337488485"/>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showMasterSp="0" preserve="1" userDrawn="1">
  <p:cSld name="Chapter 27">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3DA772B0-BE10-8466-ED2D-81966C69A9FF}"/>
              </a:ext>
              <a:ext uri="{C183D7F6-B498-43B3-948B-1728B52AA6E4}">
                <adec:decorative xmlns:adec="http://schemas.microsoft.com/office/drawing/2017/decorative" val="1"/>
              </a:ext>
            </a:extLst>
          </p:cNvPr>
          <p:cNvGrpSpPr/>
          <p:nvPr userDrawn="1"/>
        </p:nvGrpSpPr>
        <p:grpSpPr>
          <a:xfrm>
            <a:off x="0" y="0"/>
            <a:ext cx="6092952" cy="6858000"/>
            <a:chOff x="0" y="0"/>
            <a:chExt cx="6092952" cy="6858000"/>
          </a:xfrm>
        </p:grpSpPr>
        <p:sp>
          <p:nvSpPr>
            <p:cNvPr id="3" name="Rectangle 2">
              <a:extLst>
                <a:ext uri="{FF2B5EF4-FFF2-40B4-BE49-F238E27FC236}">
                  <a16:creationId xmlns:a16="http://schemas.microsoft.com/office/drawing/2014/main" id="{376404E5-A3DB-9111-AC43-23290E8CD97C}"/>
                </a:ext>
                <a:ext uri="{C183D7F6-B498-43B3-948B-1728B52AA6E4}">
                  <adec:decorative xmlns:adec="http://schemas.microsoft.com/office/drawing/2017/decorative" val="1"/>
                </a:ext>
              </a:extLst>
            </p:cNvPr>
            <p:cNvSpPr/>
            <p:nvPr userDrawn="1"/>
          </p:nvSpPr>
          <p:spPr>
            <a:xfrm>
              <a:off x="0" y="0"/>
              <a:ext cx="6092952" cy="6858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a:extLst>
                <a:ext uri="{FF2B5EF4-FFF2-40B4-BE49-F238E27FC236}">
                  <a16:creationId xmlns:a16="http://schemas.microsoft.com/office/drawing/2014/main" id="{73480883-7045-4B51-D5F2-F3092D2B129A}"/>
                </a:ext>
                <a:ext uri="{C183D7F6-B498-43B3-948B-1728B52AA6E4}">
                  <adec:decorative xmlns:adec="http://schemas.microsoft.com/office/drawing/2017/decorative" val="1"/>
                </a:ext>
              </a:extLst>
            </p:cNvPr>
            <p:cNvGrpSpPr/>
            <p:nvPr userDrawn="1"/>
          </p:nvGrpSpPr>
          <p:grpSpPr>
            <a:xfrm>
              <a:off x="428625" y="4310002"/>
              <a:ext cx="5300843" cy="1766948"/>
              <a:chOff x="428625" y="4310002"/>
              <a:chExt cx="5300843" cy="1766948"/>
            </a:xfrm>
          </p:grpSpPr>
          <p:pic>
            <p:nvPicPr>
              <p:cNvPr id="2" name="Graphic 1">
                <a:extLst>
                  <a:ext uri="{FF2B5EF4-FFF2-40B4-BE49-F238E27FC236}">
                    <a16:creationId xmlns:a16="http://schemas.microsoft.com/office/drawing/2014/main" id="{8FBCF81C-1DA3-24A3-8E55-9CA5BC839F76}"/>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5400000" flipH="1" flipV="1">
                <a:off x="428625" y="4310002"/>
                <a:ext cx="1766948" cy="1766948"/>
              </a:xfrm>
              <a:prstGeom prst="rect">
                <a:avLst/>
              </a:prstGeom>
            </p:spPr>
          </p:pic>
          <p:pic>
            <p:nvPicPr>
              <p:cNvPr id="5" name="Graphic 4">
                <a:extLst>
                  <a:ext uri="{FF2B5EF4-FFF2-40B4-BE49-F238E27FC236}">
                    <a16:creationId xmlns:a16="http://schemas.microsoft.com/office/drawing/2014/main" id="{348E1E0A-264A-96FA-176D-13C5C385108E}"/>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5400000" flipH="1" flipV="1">
                <a:off x="2195573" y="4310002"/>
                <a:ext cx="1766948" cy="1766948"/>
              </a:xfrm>
              <a:prstGeom prst="rect">
                <a:avLst/>
              </a:prstGeom>
            </p:spPr>
          </p:pic>
          <p:pic>
            <p:nvPicPr>
              <p:cNvPr id="6" name="Graphic 5">
                <a:extLst>
                  <a:ext uri="{FF2B5EF4-FFF2-40B4-BE49-F238E27FC236}">
                    <a16:creationId xmlns:a16="http://schemas.microsoft.com/office/drawing/2014/main" id="{292A2FD9-20D2-8E7B-5993-E564C217E7C5}"/>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5400000" flipH="1" flipV="1">
                <a:off x="3962520" y="4310002"/>
                <a:ext cx="1766948" cy="1766948"/>
              </a:xfrm>
              <a:prstGeom prst="rect">
                <a:avLst/>
              </a:prstGeom>
            </p:spPr>
          </p:pic>
        </p:grpSp>
      </p:grpSp>
      <p:sp>
        <p:nvSpPr>
          <p:cNvPr id="8" name="Title 4">
            <a:extLst>
              <a:ext uri="{FF2B5EF4-FFF2-40B4-BE49-F238E27FC236}">
                <a16:creationId xmlns:a16="http://schemas.microsoft.com/office/drawing/2014/main" id="{F9A84E36-6C4D-EC23-D9DC-E47C3F54FC28}"/>
              </a:ext>
            </a:extLst>
          </p:cNvPr>
          <p:cNvSpPr>
            <a:spLocks noGrp="1"/>
          </p:cNvSpPr>
          <p:nvPr>
            <p:ph type="title" hasCustomPrompt="1"/>
          </p:nvPr>
        </p:nvSpPr>
        <p:spPr>
          <a:xfrm>
            <a:off x="413247" y="1895312"/>
            <a:ext cx="5486400" cy="1645920"/>
          </a:xfrm>
        </p:spPr>
        <p:txBody>
          <a:bodyPr/>
          <a:lstStyle>
            <a:lvl1pPr>
              <a:spcAft>
                <a:spcPts val="300"/>
              </a:spcAft>
              <a:defRPr lang="en-US" sz="4800" kern="1200" dirty="0">
                <a:solidFill>
                  <a:schemeClr val="bg1"/>
                </a:solidFill>
                <a:latin typeface="+mj-lt"/>
                <a:ea typeface="+mn-ea"/>
                <a:cs typeface="+mn-cs"/>
              </a:defRPr>
            </a:lvl1pPr>
          </a:lstStyle>
          <a:p>
            <a:pPr lvl="0"/>
            <a:r>
              <a:rPr lang="en-US"/>
              <a:t>Chapter title</a:t>
            </a:r>
            <a:br>
              <a:rPr lang="en-US"/>
            </a:br>
            <a:r>
              <a:rPr lang="en-US"/>
              <a:t>two lines</a:t>
            </a:r>
          </a:p>
        </p:txBody>
      </p:sp>
      <p:sp>
        <p:nvSpPr>
          <p:cNvPr id="10" name="Text Placeholder 8">
            <a:extLst>
              <a:ext uri="{FF2B5EF4-FFF2-40B4-BE49-F238E27FC236}">
                <a16:creationId xmlns:a16="http://schemas.microsoft.com/office/drawing/2014/main" id="{3825B835-CA3B-65BD-649E-D3BFFA9A1C2E}"/>
              </a:ext>
            </a:extLst>
          </p:cNvPr>
          <p:cNvSpPr>
            <a:spLocks noGrp="1"/>
          </p:cNvSpPr>
          <p:nvPr>
            <p:ph type="body" sz="quarter" idx="14" hasCustomPrompt="1"/>
          </p:nvPr>
        </p:nvSpPr>
        <p:spPr>
          <a:xfrm>
            <a:off x="390098" y="389618"/>
            <a:ext cx="1346522" cy="1477328"/>
          </a:xfrm>
        </p:spPr>
        <p:txBody>
          <a:bodyPr wrap="none">
            <a:spAutoFit/>
          </a:bodyPr>
          <a:lstStyle>
            <a:lvl1pPr marL="0" indent="0" algn="l" defTabSz="914400" rtl="0" eaLnBrk="1" latinLnBrk="0" hangingPunct="1">
              <a:lnSpc>
                <a:spcPct val="100000"/>
              </a:lnSpc>
              <a:spcBef>
                <a:spcPct val="0"/>
              </a:spcBef>
              <a:buNone/>
              <a:defRPr lang="en-US" sz="9600" kern="1200" dirty="0">
                <a:solidFill>
                  <a:schemeClr val="bg1"/>
                </a:solidFill>
                <a:latin typeface="+mj-lt"/>
                <a:ea typeface="+mj-ea"/>
                <a:cs typeface="+mj-cs"/>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a:t>27</a:t>
            </a:r>
          </a:p>
        </p:txBody>
      </p:sp>
      <p:sp>
        <p:nvSpPr>
          <p:cNvPr id="7" name="Picture Placeholder 6">
            <a:extLst>
              <a:ext uri="{FF2B5EF4-FFF2-40B4-BE49-F238E27FC236}">
                <a16:creationId xmlns:a16="http://schemas.microsoft.com/office/drawing/2014/main" id="{8A5AEFA2-DD77-7344-3047-A0816989267B}"/>
              </a:ext>
              <a:ext uri="{C183D7F6-B498-43B3-948B-1728B52AA6E4}">
                <adec:decorative xmlns:adec="http://schemas.microsoft.com/office/drawing/2017/decorative" val="1"/>
              </a:ext>
            </a:extLst>
          </p:cNvPr>
          <p:cNvSpPr>
            <a:spLocks noGrp="1"/>
          </p:cNvSpPr>
          <p:nvPr>
            <p:ph type="pic" sz="quarter" idx="11"/>
          </p:nvPr>
        </p:nvSpPr>
        <p:spPr>
          <a:xfrm>
            <a:off x="6092952" y="0"/>
            <a:ext cx="6099048" cy="6858000"/>
          </a:xfrm>
        </p:spPr>
        <p:txBody>
          <a:bodyPr tIns="822960" bIns="0" anchor="ctr"/>
          <a:lstStyle>
            <a:lvl1pPr marL="0" indent="0" algn="ctr">
              <a:buNone/>
              <a:defRPr>
                <a:solidFill>
                  <a:schemeClr val="accent3"/>
                </a:solidFill>
              </a:defRPr>
            </a:lvl1pPr>
          </a:lstStyle>
          <a:p>
            <a:r>
              <a:rPr lang="fr-FR"/>
              <a:t>Cliquez sur l'icône pour ajouter une image</a:t>
            </a:r>
            <a:endParaRPr lang="en-US"/>
          </a:p>
        </p:txBody>
      </p:sp>
      <p:sp>
        <p:nvSpPr>
          <p:cNvPr id="11" name="Graphique 10" descr="Atos logo">
            <a:extLst>
              <a:ext uri="{FF2B5EF4-FFF2-40B4-BE49-F238E27FC236}">
                <a16:creationId xmlns:a16="http://schemas.microsoft.com/office/drawing/2014/main" id="{0436BE75-AACC-CC4C-0E2E-8C4B10FFF1B1}"/>
              </a:ext>
            </a:extLst>
          </p:cNvPr>
          <p:cNvSpPr>
            <a:spLocks noChangeAspect="1"/>
          </p:cNvSpPr>
          <p:nvPr userDrawn="1"/>
        </p:nvSpPr>
        <p:spPr>
          <a:xfrm>
            <a:off x="10944224" y="6309897"/>
            <a:ext cx="819151" cy="250488"/>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a:p>
        </p:txBody>
      </p:sp>
    </p:spTree>
    <p:extLst>
      <p:ext uri="{BB962C8B-B14F-4D97-AF65-F5344CB8AC3E}">
        <p14:creationId xmlns:p14="http://schemas.microsoft.com/office/powerpoint/2010/main" val="1775392419"/>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showMasterSp="0" preserve="1" userDrawn="1">
  <p:cSld name="Chapter 28">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751CEFB8-B563-770D-9D99-8C9E8DD0FF79}"/>
              </a:ext>
              <a:ext uri="{C183D7F6-B498-43B3-948B-1728B52AA6E4}">
                <adec:decorative xmlns:adec="http://schemas.microsoft.com/office/drawing/2017/decorative" val="1"/>
              </a:ext>
            </a:extLst>
          </p:cNvPr>
          <p:cNvGrpSpPr/>
          <p:nvPr userDrawn="1"/>
        </p:nvGrpSpPr>
        <p:grpSpPr>
          <a:xfrm>
            <a:off x="6099048" y="0"/>
            <a:ext cx="6092952" cy="6858000"/>
            <a:chOff x="6099048" y="0"/>
            <a:chExt cx="6092952" cy="6858000"/>
          </a:xfrm>
        </p:grpSpPr>
        <p:sp>
          <p:nvSpPr>
            <p:cNvPr id="3" name="Rectangle 2">
              <a:extLst>
                <a:ext uri="{FF2B5EF4-FFF2-40B4-BE49-F238E27FC236}">
                  <a16:creationId xmlns:a16="http://schemas.microsoft.com/office/drawing/2014/main" id="{376404E5-A3DB-9111-AC43-23290E8CD97C}"/>
                </a:ext>
                <a:ext uri="{C183D7F6-B498-43B3-948B-1728B52AA6E4}">
                  <adec:decorative xmlns:adec="http://schemas.microsoft.com/office/drawing/2017/decorative" val="1"/>
                </a:ext>
              </a:extLst>
            </p:cNvPr>
            <p:cNvSpPr/>
            <p:nvPr userDrawn="1"/>
          </p:nvSpPr>
          <p:spPr>
            <a:xfrm>
              <a:off x="6099048" y="0"/>
              <a:ext cx="6092952"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a:extLst>
                <a:ext uri="{FF2B5EF4-FFF2-40B4-BE49-F238E27FC236}">
                  <a16:creationId xmlns:a16="http://schemas.microsoft.com/office/drawing/2014/main" id="{73480883-7045-4B51-D5F2-F3092D2B129A}"/>
                </a:ext>
                <a:ext uri="{C183D7F6-B498-43B3-948B-1728B52AA6E4}">
                  <adec:decorative xmlns:adec="http://schemas.microsoft.com/office/drawing/2017/decorative" val="1"/>
                </a:ext>
              </a:extLst>
            </p:cNvPr>
            <p:cNvGrpSpPr/>
            <p:nvPr userDrawn="1"/>
          </p:nvGrpSpPr>
          <p:grpSpPr>
            <a:xfrm flipV="1">
              <a:off x="6465707" y="315444"/>
              <a:ext cx="5300843" cy="1766948"/>
              <a:chOff x="428625" y="4310002"/>
              <a:chExt cx="5300843" cy="1766948"/>
            </a:xfrm>
          </p:grpSpPr>
          <p:pic>
            <p:nvPicPr>
              <p:cNvPr id="2" name="Graphic 1">
                <a:extLst>
                  <a:ext uri="{FF2B5EF4-FFF2-40B4-BE49-F238E27FC236}">
                    <a16:creationId xmlns:a16="http://schemas.microsoft.com/office/drawing/2014/main" id="{8FBCF81C-1DA3-24A3-8E55-9CA5BC839F76}"/>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5400000" flipH="1" flipV="1">
                <a:off x="428625" y="4310002"/>
                <a:ext cx="1766948" cy="1766948"/>
              </a:xfrm>
              <a:prstGeom prst="rect">
                <a:avLst/>
              </a:prstGeom>
            </p:spPr>
          </p:pic>
          <p:pic>
            <p:nvPicPr>
              <p:cNvPr id="5" name="Graphic 4">
                <a:extLst>
                  <a:ext uri="{FF2B5EF4-FFF2-40B4-BE49-F238E27FC236}">
                    <a16:creationId xmlns:a16="http://schemas.microsoft.com/office/drawing/2014/main" id="{348E1E0A-264A-96FA-176D-13C5C385108E}"/>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5400000" flipH="1" flipV="1">
                <a:off x="2195573" y="4310002"/>
                <a:ext cx="1766948" cy="1766948"/>
              </a:xfrm>
              <a:prstGeom prst="rect">
                <a:avLst/>
              </a:prstGeom>
            </p:spPr>
          </p:pic>
          <p:pic>
            <p:nvPicPr>
              <p:cNvPr id="6" name="Graphic 5">
                <a:extLst>
                  <a:ext uri="{FF2B5EF4-FFF2-40B4-BE49-F238E27FC236}">
                    <a16:creationId xmlns:a16="http://schemas.microsoft.com/office/drawing/2014/main" id="{292A2FD9-20D2-8E7B-5993-E564C217E7C5}"/>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5400000" flipH="1" flipV="1">
                <a:off x="3962520" y="4310002"/>
                <a:ext cx="1766948" cy="1766948"/>
              </a:xfrm>
              <a:prstGeom prst="rect">
                <a:avLst/>
              </a:prstGeom>
            </p:spPr>
          </p:pic>
        </p:grpSp>
      </p:grpSp>
      <p:sp>
        <p:nvSpPr>
          <p:cNvPr id="10" name="Title 4">
            <a:extLst>
              <a:ext uri="{FF2B5EF4-FFF2-40B4-BE49-F238E27FC236}">
                <a16:creationId xmlns:a16="http://schemas.microsoft.com/office/drawing/2014/main" id="{AC9242F1-43B4-A76C-349C-F7B1071DD0C4}"/>
              </a:ext>
            </a:extLst>
          </p:cNvPr>
          <p:cNvSpPr>
            <a:spLocks noGrp="1"/>
          </p:cNvSpPr>
          <p:nvPr>
            <p:ph type="title" hasCustomPrompt="1"/>
          </p:nvPr>
        </p:nvSpPr>
        <p:spPr>
          <a:xfrm>
            <a:off x="6427180" y="3897616"/>
            <a:ext cx="5340096" cy="1645920"/>
          </a:xfrm>
        </p:spPr>
        <p:txBody>
          <a:bodyPr/>
          <a:lstStyle>
            <a:lvl1pPr>
              <a:spcAft>
                <a:spcPts val="300"/>
              </a:spcAft>
              <a:defRPr lang="en-US" sz="4800" kern="1200" dirty="0">
                <a:solidFill>
                  <a:schemeClr val="accent3"/>
                </a:solidFill>
                <a:latin typeface="+mj-lt"/>
                <a:ea typeface="+mn-ea"/>
                <a:cs typeface="+mn-cs"/>
              </a:defRPr>
            </a:lvl1pPr>
          </a:lstStyle>
          <a:p>
            <a:pPr lvl="0"/>
            <a:r>
              <a:rPr lang="en-US"/>
              <a:t>Chapter title</a:t>
            </a:r>
            <a:br>
              <a:rPr lang="en-US"/>
            </a:br>
            <a:r>
              <a:rPr lang="en-US"/>
              <a:t>two lines</a:t>
            </a:r>
          </a:p>
        </p:txBody>
      </p:sp>
      <p:sp>
        <p:nvSpPr>
          <p:cNvPr id="4" name="Text Placeholder 8">
            <a:extLst>
              <a:ext uri="{FF2B5EF4-FFF2-40B4-BE49-F238E27FC236}">
                <a16:creationId xmlns:a16="http://schemas.microsoft.com/office/drawing/2014/main" id="{971F16D4-8573-7435-9634-F043B7DDF957}"/>
              </a:ext>
            </a:extLst>
          </p:cNvPr>
          <p:cNvSpPr>
            <a:spLocks noGrp="1"/>
          </p:cNvSpPr>
          <p:nvPr>
            <p:ph type="body" sz="quarter" idx="15" hasCustomPrompt="1"/>
          </p:nvPr>
        </p:nvSpPr>
        <p:spPr>
          <a:xfrm>
            <a:off x="6427180" y="2391922"/>
            <a:ext cx="1445909" cy="1477328"/>
          </a:xfrm>
        </p:spPr>
        <p:txBody>
          <a:bodyPr wrap="none">
            <a:spAutoFit/>
          </a:bodyPr>
          <a:lstStyle>
            <a:lvl1pPr marL="0" indent="0" algn="l" defTabSz="914400" rtl="0" eaLnBrk="1" latinLnBrk="0" hangingPunct="1">
              <a:lnSpc>
                <a:spcPct val="100000"/>
              </a:lnSpc>
              <a:spcBef>
                <a:spcPct val="0"/>
              </a:spcBef>
              <a:buNone/>
              <a:defRPr lang="en-US" sz="9600" kern="1200" dirty="0">
                <a:solidFill>
                  <a:schemeClr val="accent3"/>
                </a:solidFill>
                <a:latin typeface="+mj-lt"/>
                <a:ea typeface="+mj-ea"/>
                <a:cs typeface="+mj-cs"/>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a:t>28</a:t>
            </a:r>
          </a:p>
        </p:txBody>
      </p:sp>
      <p:sp>
        <p:nvSpPr>
          <p:cNvPr id="8" name="Graphique 10" descr="Atos logo">
            <a:extLst>
              <a:ext uri="{FF2B5EF4-FFF2-40B4-BE49-F238E27FC236}">
                <a16:creationId xmlns:a16="http://schemas.microsoft.com/office/drawing/2014/main" id="{0348FDAC-BB8D-EE05-649D-F9427FB5C1D7}"/>
              </a:ext>
              <a:ext uri="{C183D7F6-B498-43B3-948B-1728B52AA6E4}">
                <adec:decorative xmlns:adec="http://schemas.microsoft.com/office/drawing/2017/decorative" val="0"/>
              </a:ext>
            </a:extLst>
          </p:cNvPr>
          <p:cNvSpPr/>
          <p:nvPr userDrawn="1"/>
        </p:nvSpPr>
        <p:spPr>
          <a:xfrm>
            <a:off x="10944224" y="6309897"/>
            <a:ext cx="819151" cy="250488"/>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a:p>
        </p:txBody>
      </p:sp>
      <p:sp>
        <p:nvSpPr>
          <p:cNvPr id="7" name="Picture Placeholder 6">
            <a:extLst>
              <a:ext uri="{FF2B5EF4-FFF2-40B4-BE49-F238E27FC236}">
                <a16:creationId xmlns:a16="http://schemas.microsoft.com/office/drawing/2014/main" id="{8A5AEFA2-DD77-7344-3047-A0816989267B}"/>
              </a:ext>
              <a:ext uri="{C183D7F6-B498-43B3-948B-1728B52AA6E4}">
                <adec:decorative xmlns:adec="http://schemas.microsoft.com/office/drawing/2017/decorative" val="1"/>
              </a:ext>
            </a:extLst>
          </p:cNvPr>
          <p:cNvSpPr>
            <a:spLocks noGrp="1"/>
          </p:cNvSpPr>
          <p:nvPr>
            <p:ph type="pic" sz="quarter" idx="11" hasCustomPrompt="1"/>
          </p:nvPr>
        </p:nvSpPr>
        <p:spPr>
          <a:xfrm>
            <a:off x="0" y="0"/>
            <a:ext cx="6099048" cy="6858000"/>
          </a:xfrm>
        </p:spPr>
        <p:txBody>
          <a:bodyPr tIns="1554480" bIns="0" anchor="ctr"/>
          <a:lstStyle>
            <a:lvl1pPr marL="0" indent="0" algn="ctr">
              <a:spcAft>
                <a:spcPts val="0"/>
              </a:spcAft>
              <a:buNone/>
              <a:defRPr>
                <a:solidFill>
                  <a:schemeClr val="accent3"/>
                </a:solidFill>
              </a:defRPr>
            </a:lvl1pPr>
          </a:lstStyle>
          <a:p>
            <a:r>
              <a:rPr lang="en-US"/>
              <a:t>Click icon to add picture</a:t>
            </a:r>
            <a:br>
              <a:rPr lang="en-US"/>
            </a:br>
            <a:r>
              <a:rPr lang="en-US"/>
              <a:t>[Reading order of this slide is failing currently as </a:t>
            </a:r>
            <a:br>
              <a:rPr lang="en-US"/>
            </a:br>
            <a:r>
              <a:rPr lang="en-US"/>
              <a:t>you need to either label your image decorative]</a:t>
            </a:r>
          </a:p>
        </p:txBody>
      </p:sp>
    </p:spTree>
    <p:extLst>
      <p:ext uri="{BB962C8B-B14F-4D97-AF65-F5344CB8AC3E}">
        <p14:creationId xmlns:p14="http://schemas.microsoft.com/office/powerpoint/2010/main" val="2493413725"/>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showMasterSp="0" preserve="1" userDrawn="1">
  <p:cSld name="Chapter 29">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E90E333D-E0E4-41EB-7E6B-E7E0B5E719CA}"/>
              </a:ext>
              <a:ext uri="{C183D7F6-B498-43B3-948B-1728B52AA6E4}">
                <adec:decorative xmlns:adec="http://schemas.microsoft.com/office/drawing/2017/decorative" val="1"/>
              </a:ext>
            </a:extLst>
          </p:cNvPr>
          <p:cNvGrpSpPr/>
          <p:nvPr userDrawn="1"/>
        </p:nvGrpSpPr>
        <p:grpSpPr>
          <a:xfrm>
            <a:off x="6099048" y="0"/>
            <a:ext cx="6092952" cy="6858000"/>
            <a:chOff x="6099048" y="0"/>
            <a:chExt cx="6092952" cy="6858000"/>
          </a:xfrm>
        </p:grpSpPr>
        <p:sp>
          <p:nvSpPr>
            <p:cNvPr id="3" name="Rectangle 2">
              <a:extLst>
                <a:ext uri="{FF2B5EF4-FFF2-40B4-BE49-F238E27FC236}">
                  <a16:creationId xmlns:a16="http://schemas.microsoft.com/office/drawing/2014/main" id="{376404E5-A3DB-9111-AC43-23290E8CD97C}"/>
                </a:ext>
                <a:ext uri="{C183D7F6-B498-43B3-948B-1728B52AA6E4}">
                  <adec:decorative xmlns:adec="http://schemas.microsoft.com/office/drawing/2017/decorative" val="1"/>
                </a:ext>
              </a:extLst>
            </p:cNvPr>
            <p:cNvSpPr/>
            <p:nvPr userDrawn="1"/>
          </p:nvSpPr>
          <p:spPr>
            <a:xfrm>
              <a:off x="6099048" y="0"/>
              <a:ext cx="6092952"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 name="Group 12">
              <a:extLst>
                <a:ext uri="{FF2B5EF4-FFF2-40B4-BE49-F238E27FC236}">
                  <a16:creationId xmlns:a16="http://schemas.microsoft.com/office/drawing/2014/main" id="{636A8708-EA5F-63FF-9012-778B41E03343}"/>
                </a:ext>
                <a:ext uri="{C183D7F6-B498-43B3-948B-1728B52AA6E4}">
                  <adec:decorative xmlns:adec="http://schemas.microsoft.com/office/drawing/2017/decorative" val="1"/>
                </a:ext>
              </a:extLst>
            </p:cNvPr>
            <p:cNvGrpSpPr/>
            <p:nvPr userDrawn="1"/>
          </p:nvGrpSpPr>
          <p:grpSpPr>
            <a:xfrm flipV="1">
              <a:off x="6465707" y="315444"/>
              <a:ext cx="5300843" cy="1766948"/>
              <a:chOff x="428625" y="4310002"/>
              <a:chExt cx="5300843" cy="1766948"/>
            </a:xfrm>
          </p:grpSpPr>
          <p:pic>
            <p:nvPicPr>
              <p:cNvPr id="14" name="Graphic 13">
                <a:extLst>
                  <a:ext uri="{FF2B5EF4-FFF2-40B4-BE49-F238E27FC236}">
                    <a16:creationId xmlns:a16="http://schemas.microsoft.com/office/drawing/2014/main" id="{B515B648-1B87-E6B5-9CBE-B7CFC49DC173}"/>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5400000" flipH="1" flipV="1">
                <a:off x="428625" y="4310002"/>
                <a:ext cx="1766948" cy="1766948"/>
              </a:xfrm>
              <a:prstGeom prst="rect">
                <a:avLst/>
              </a:prstGeom>
            </p:spPr>
          </p:pic>
          <p:pic>
            <p:nvPicPr>
              <p:cNvPr id="15" name="Graphic 14">
                <a:extLst>
                  <a:ext uri="{FF2B5EF4-FFF2-40B4-BE49-F238E27FC236}">
                    <a16:creationId xmlns:a16="http://schemas.microsoft.com/office/drawing/2014/main" id="{87854A9F-23C9-BD8B-E090-EC696B92F05E}"/>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5400000" flipH="1" flipV="1">
                <a:off x="2195573" y="4310002"/>
                <a:ext cx="1766948" cy="1766948"/>
              </a:xfrm>
              <a:prstGeom prst="rect">
                <a:avLst/>
              </a:prstGeom>
            </p:spPr>
          </p:pic>
          <p:pic>
            <p:nvPicPr>
              <p:cNvPr id="16" name="Graphic 15">
                <a:extLst>
                  <a:ext uri="{FF2B5EF4-FFF2-40B4-BE49-F238E27FC236}">
                    <a16:creationId xmlns:a16="http://schemas.microsoft.com/office/drawing/2014/main" id="{CAE5BE78-322C-C02F-69CA-A6153356716C}"/>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5400000" flipH="1" flipV="1">
                <a:off x="3962520" y="4310002"/>
                <a:ext cx="1766948" cy="1766948"/>
              </a:xfrm>
              <a:prstGeom prst="rect">
                <a:avLst/>
              </a:prstGeom>
            </p:spPr>
          </p:pic>
        </p:grpSp>
      </p:grpSp>
      <p:sp>
        <p:nvSpPr>
          <p:cNvPr id="8" name="Title 4">
            <a:extLst>
              <a:ext uri="{FF2B5EF4-FFF2-40B4-BE49-F238E27FC236}">
                <a16:creationId xmlns:a16="http://schemas.microsoft.com/office/drawing/2014/main" id="{7238B460-902B-10A2-1B47-E19F7237BBA5}"/>
              </a:ext>
            </a:extLst>
          </p:cNvPr>
          <p:cNvSpPr>
            <a:spLocks noGrp="1"/>
          </p:cNvSpPr>
          <p:nvPr>
            <p:ph type="title" hasCustomPrompt="1"/>
          </p:nvPr>
        </p:nvSpPr>
        <p:spPr>
          <a:xfrm>
            <a:off x="6427180" y="3897616"/>
            <a:ext cx="5340096" cy="1645920"/>
          </a:xfrm>
        </p:spPr>
        <p:txBody>
          <a:bodyPr/>
          <a:lstStyle>
            <a:lvl1pPr>
              <a:spcAft>
                <a:spcPts val="300"/>
              </a:spcAft>
              <a:defRPr lang="en-US" sz="4800" kern="1200" dirty="0">
                <a:solidFill>
                  <a:schemeClr val="bg1"/>
                </a:solidFill>
                <a:latin typeface="+mj-lt"/>
                <a:ea typeface="+mn-ea"/>
                <a:cs typeface="+mn-cs"/>
              </a:defRPr>
            </a:lvl1pPr>
          </a:lstStyle>
          <a:p>
            <a:pPr lvl="0"/>
            <a:r>
              <a:rPr lang="en-US"/>
              <a:t>Chapter title</a:t>
            </a:r>
            <a:br>
              <a:rPr lang="en-US"/>
            </a:br>
            <a:r>
              <a:rPr lang="en-US"/>
              <a:t>two lines</a:t>
            </a:r>
          </a:p>
        </p:txBody>
      </p:sp>
      <p:sp>
        <p:nvSpPr>
          <p:cNvPr id="6" name="Text Placeholder 8">
            <a:extLst>
              <a:ext uri="{FF2B5EF4-FFF2-40B4-BE49-F238E27FC236}">
                <a16:creationId xmlns:a16="http://schemas.microsoft.com/office/drawing/2014/main" id="{54B6605C-B282-BBB6-5839-EC88621437B6}"/>
              </a:ext>
            </a:extLst>
          </p:cNvPr>
          <p:cNvSpPr>
            <a:spLocks noGrp="1"/>
          </p:cNvSpPr>
          <p:nvPr>
            <p:ph type="body" sz="quarter" idx="15" hasCustomPrompt="1"/>
          </p:nvPr>
        </p:nvSpPr>
        <p:spPr>
          <a:xfrm>
            <a:off x="6427180" y="2391922"/>
            <a:ext cx="1444306" cy="1477328"/>
          </a:xfrm>
        </p:spPr>
        <p:txBody>
          <a:bodyPr wrap="none">
            <a:spAutoFit/>
          </a:bodyPr>
          <a:lstStyle>
            <a:lvl1pPr marL="0" indent="0" algn="l" defTabSz="914400" rtl="0" eaLnBrk="1" latinLnBrk="0" hangingPunct="1">
              <a:lnSpc>
                <a:spcPct val="100000"/>
              </a:lnSpc>
              <a:spcBef>
                <a:spcPct val="0"/>
              </a:spcBef>
              <a:buNone/>
              <a:defRPr lang="en-US" sz="9600" kern="1200" dirty="0">
                <a:solidFill>
                  <a:schemeClr val="bg1"/>
                </a:solidFill>
                <a:latin typeface="+mj-lt"/>
                <a:ea typeface="+mj-ea"/>
                <a:cs typeface="+mj-cs"/>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a:t>29</a:t>
            </a:r>
          </a:p>
        </p:txBody>
      </p:sp>
      <p:sp>
        <p:nvSpPr>
          <p:cNvPr id="17" name="Graphique 10" descr="Atos logo">
            <a:extLst>
              <a:ext uri="{FF2B5EF4-FFF2-40B4-BE49-F238E27FC236}">
                <a16:creationId xmlns:a16="http://schemas.microsoft.com/office/drawing/2014/main" id="{4DA78401-6EEC-C6E8-8702-A0E157289B2C}"/>
              </a:ext>
              <a:ext uri="{C183D7F6-B498-43B3-948B-1728B52AA6E4}">
                <adec:decorative xmlns:adec="http://schemas.microsoft.com/office/drawing/2017/decorative" val="0"/>
              </a:ext>
            </a:extLst>
          </p:cNvPr>
          <p:cNvSpPr/>
          <p:nvPr userDrawn="1"/>
        </p:nvSpPr>
        <p:spPr>
          <a:xfrm>
            <a:off x="10944224" y="6309897"/>
            <a:ext cx="819151" cy="250488"/>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a:p>
        </p:txBody>
      </p:sp>
      <p:sp>
        <p:nvSpPr>
          <p:cNvPr id="7" name="Picture Placeholder 6">
            <a:extLst>
              <a:ext uri="{FF2B5EF4-FFF2-40B4-BE49-F238E27FC236}">
                <a16:creationId xmlns:a16="http://schemas.microsoft.com/office/drawing/2014/main" id="{8A5AEFA2-DD77-7344-3047-A0816989267B}"/>
              </a:ext>
              <a:ext uri="{C183D7F6-B498-43B3-948B-1728B52AA6E4}">
                <adec:decorative xmlns:adec="http://schemas.microsoft.com/office/drawing/2017/decorative" val="1"/>
              </a:ext>
            </a:extLst>
          </p:cNvPr>
          <p:cNvSpPr>
            <a:spLocks noGrp="1"/>
          </p:cNvSpPr>
          <p:nvPr>
            <p:ph type="pic" sz="quarter" idx="11" hasCustomPrompt="1"/>
          </p:nvPr>
        </p:nvSpPr>
        <p:spPr>
          <a:xfrm>
            <a:off x="0" y="0"/>
            <a:ext cx="6099048" cy="6858000"/>
          </a:xfrm>
        </p:spPr>
        <p:txBody>
          <a:bodyPr tIns="1554480" bIns="0" anchor="ctr"/>
          <a:lstStyle>
            <a:lvl1pPr marL="0" indent="0" algn="ctr">
              <a:spcAft>
                <a:spcPts val="0"/>
              </a:spcAft>
              <a:buNone/>
              <a:defRPr>
                <a:solidFill>
                  <a:schemeClr val="accent3"/>
                </a:solidFill>
              </a:defRPr>
            </a:lvl1pPr>
          </a:lstStyle>
          <a:p>
            <a:r>
              <a:rPr lang="en-US"/>
              <a:t>Click icon to add picture</a:t>
            </a:r>
            <a:br>
              <a:rPr lang="en-US"/>
            </a:br>
            <a:r>
              <a:rPr lang="en-US"/>
              <a:t>[Reading order of this slide is failing currently as </a:t>
            </a:r>
            <a:br>
              <a:rPr lang="en-US"/>
            </a:br>
            <a:r>
              <a:rPr lang="en-US"/>
              <a:t>you need to either label your image decorative]</a:t>
            </a:r>
          </a:p>
        </p:txBody>
      </p:sp>
    </p:spTree>
    <p:extLst>
      <p:ext uri="{BB962C8B-B14F-4D97-AF65-F5344CB8AC3E}">
        <p14:creationId xmlns:p14="http://schemas.microsoft.com/office/powerpoint/2010/main" val="3828927825"/>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showMasterSp="0" preserve="1" userDrawn="1">
  <p:cSld name="Chapter 30">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4562BE8B-C875-0792-6A10-7514DD6734B1}"/>
              </a:ext>
              <a:ext uri="{C183D7F6-B498-43B3-948B-1728B52AA6E4}">
                <adec:decorative xmlns:adec="http://schemas.microsoft.com/office/drawing/2017/decorative" val="1"/>
              </a:ext>
            </a:extLst>
          </p:cNvPr>
          <p:cNvGrpSpPr/>
          <p:nvPr userDrawn="1"/>
        </p:nvGrpSpPr>
        <p:grpSpPr>
          <a:xfrm>
            <a:off x="6099048" y="0"/>
            <a:ext cx="6092952" cy="6858000"/>
            <a:chOff x="6099048" y="0"/>
            <a:chExt cx="6092952" cy="6858000"/>
          </a:xfrm>
        </p:grpSpPr>
        <p:sp>
          <p:nvSpPr>
            <p:cNvPr id="3" name="Rectangle 2">
              <a:extLst>
                <a:ext uri="{FF2B5EF4-FFF2-40B4-BE49-F238E27FC236}">
                  <a16:creationId xmlns:a16="http://schemas.microsoft.com/office/drawing/2014/main" id="{376404E5-A3DB-9111-AC43-23290E8CD97C}"/>
                </a:ext>
                <a:ext uri="{C183D7F6-B498-43B3-948B-1728B52AA6E4}">
                  <adec:decorative xmlns:adec="http://schemas.microsoft.com/office/drawing/2017/decorative" val="1"/>
                </a:ext>
              </a:extLst>
            </p:cNvPr>
            <p:cNvSpPr/>
            <p:nvPr userDrawn="1"/>
          </p:nvSpPr>
          <p:spPr>
            <a:xfrm>
              <a:off x="6099048" y="0"/>
              <a:ext cx="6092952" cy="6858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924BF260-716D-9275-3FE1-C4548FE186B0}"/>
                </a:ext>
                <a:ext uri="{C183D7F6-B498-43B3-948B-1728B52AA6E4}">
                  <adec:decorative xmlns:adec="http://schemas.microsoft.com/office/drawing/2017/decorative" val="1"/>
                </a:ext>
              </a:extLst>
            </p:cNvPr>
            <p:cNvGrpSpPr/>
            <p:nvPr userDrawn="1"/>
          </p:nvGrpSpPr>
          <p:grpSpPr>
            <a:xfrm flipV="1">
              <a:off x="6465707" y="315444"/>
              <a:ext cx="5300843" cy="1766948"/>
              <a:chOff x="428625" y="4310002"/>
              <a:chExt cx="5300843" cy="1766948"/>
            </a:xfrm>
          </p:grpSpPr>
          <p:pic>
            <p:nvPicPr>
              <p:cNvPr id="13" name="Graphic 12">
                <a:extLst>
                  <a:ext uri="{FF2B5EF4-FFF2-40B4-BE49-F238E27FC236}">
                    <a16:creationId xmlns:a16="http://schemas.microsoft.com/office/drawing/2014/main" id="{E677AFD3-C579-BAD7-1C1D-8DDE5975117B}"/>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5400000" flipH="1" flipV="1">
                <a:off x="428625" y="4310002"/>
                <a:ext cx="1766948" cy="1766948"/>
              </a:xfrm>
              <a:prstGeom prst="rect">
                <a:avLst/>
              </a:prstGeom>
            </p:spPr>
          </p:pic>
          <p:pic>
            <p:nvPicPr>
              <p:cNvPr id="14" name="Graphic 13">
                <a:extLst>
                  <a:ext uri="{FF2B5EF4-FFF2-40B4-BE49-F238E27FC236}">
                    <a16:creationId xmlns:a16="http://schemas.microsoft.com/office/drawing/2014/main" id="{B52BD12C-8BEC-4782-C65A-41D868D438A3}"/>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5400000" flipH="1" flipV="1">
                <a:off x="2195573" y="4310002"/>
                <a:ext cx="1766948" cy="1766948"/>
              </a:xfrm>
              <a:prstGeom prst="rect">
                <a:avLst/>
              </a:prstGeom>
            </p:spPr>
          </p:pic>
          <p:pic>
            <p:nvPicPr>
              <p:cNvPr id="15" name="Graphic 14">
                <a:extLst>
                  <a:ext uri="{FF2B5EF4-FFF2-40B4-BE49-F238E27FC236}">
                    <a16:creationId xmlns:a16="http://schemas.microsoft.com/office/drawing/2014/main" id="{FE4E468E-7C33-ABD2-A978-CE4163D9FF2D}"/>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5400000" flipH="1" flipV="1">
                <a:off x="3962520" y="4310002"/>
                <a:ext cx="1766948" cy="1766948"/>
              </a:xfrm>
              <a:prstGeom prst="rect">
                <a:avLst/>
              </a:prstGeom>
            </p:spPr>
          </p:pic>
        </p:grpSp>
      </p:grpSp>
      <p:sp>
        <p:nvSpPr>
          <p:cNvPr id="9" name="Title 4">
            <a:extLst>
              <a:ext uri="{FF2B5EF4-FFF2-40B4-BE49-F238E27FC236}">
                <a16:creationId xmlns:a16="http://schemas.microsoft.com/office/drawing/2014/main" id="{58DC9F18-5549-E409-1C20-CAD9177354A5}"/>
              </a:ext>
            </a:extLst>
          </p:cNvPr>
          <p:cNvSpPr>
            <a:spLocks noGrp="1"/>
          </p:cNvSpPr>
          <p:nvPr>
            <p:ph type="title" hasCustomPrompt="1"/>
          </p:nvPr>
        </p:nvSpPr>
        <p:spPr>
          <a:xfrm>
            <a:off x="6427180" y="3897616"/>
            <a:ext cx="5340096" cy="1645920"/>
          </a:xfrm>
        </p:spPr>
        <p:txBody>
          <a:bodyPr/>
          <a:lstStyle>
            <a:lvl1pPr>
              <a:spcAft>
                <a:spcPts val="300"/>
              </a:spcAft>
              <a:defRPr lang="en-US" sz="4800" kern="1200" dirty="0">
                <a:solidFill>
                  <a:schemeClr val="bg1"/>
                </a:solidFill>
                <a:latin typeface="+mj-lt"/>
                <a:ea typeface="+mn-ea"/>
                <a:cs typeface="+mn-cs"/>
              </a:defRPr>
            </a:lvl1pPr>
          </a:lstStyle>
          <a:p>
            <a:pPr lvl="0"/>
            <a:r>
              <a:rPr lang="en-US"/>
              <a:t>Chapter title</a:t>
            </a:r>
            <a:br>
              <a:rPr lang="en-US"/>
            </a:br>
            <a:r>
              <a:rPr lang="en-US"/>
              <a:t>two lines</a:t>
            </a:r>
          </a:p>
        </p:txBody>
      </p:sp>
      <p:sp>
        <p:nvSpPr>
          <p:cNvPr id="6" name="Text Placeholder 8">
            <a:extLst>
              <a:ext uri="{FF2B5EF4-FFF2-40B4-BE49-F238E27FC236}">
                <a16:creationId xmlns:a16="http://schemas.microsoft.com/office/drawing/2014/main" id="{60F1895A-14D6-2C8D-6279-1FF0CBA01DB5}"/>
              </a:ext>
            </a:extLst>
          </p:cNvPr>
          <p:cNvSpPr>
            <a:spLocks noGrp="1"/>
          </p:cNvSpPr>
          <p:nvPr>
            <p:ph type="body" sz="quarter" idx="15" hasCustomPrompt="1"/>
          </p:nvPr>
        </p:nvSpPr>
        <p:spPr>
          <a:xfrm>
            <a:off x="6427180" y="2391922"/>
            <a:ext cx="1590179" cy="1477328"/>
          </a:xfrm>
        </p:spPr>
        <p:txBody>
          <a:bodyPr wrap="none">
            <a:spAutoFit/>
          </a:bodyPr>
          <a:lstStyle>
            <a:lvl1pPr marL="0" indent="0" algn="l" defTabSz="914400" rtl="0" eaLnBrk="1" latinLnBrk="0" hangingPunct="1">
              <a:lnSpc>
                <a:spcPct val="100000"/>
              </a:lnSpc>
              <a:spcBef>
                <a:spcPct val="0"/>
              </a:spcBef>
              <a:buNone/>
              <a:defRPr lang="en-US" sz="9600" kern="1200" dirty="0">
                <a:solidFill>
                  <a:schemeClr val="bg1"/>
                </a:solidFill>
                <a:latin typeface="+mj-lt"/>
                <a:ea typeface="+mj-ea"/>
                <a:cs typeface="+mj-cs"/>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a:t>30</a:t>
            </a:r>
          </a:p>
        </p:txBody>
      </p:sp>
      <p:sp>
        <p:nvSpPr>
          <p:cNvPr id="8" name="Graphique 10" descr="Atos logo">
            <a:extLst>
              <a:ext uri="{FF2B5EF4-FFF2-40B4-BE49-F238E27FC236}">
                <a16:creationId xmlns:a16="http://schemas.microsoft.com/office/drawing/2014/main" id="{0348FDAC-BB8D-EE05-649D-F9427FB5C1D7}"/>
              </a:ext>
              <a:ext uri="{C183D7F6-B498-43B3-948B-1728B52AA6E4}">
                <adec:decorative xmlns:adec="http://schemas.microsoft.com/office/drawing/2017/decorative" val="0"/>
              </a:ext>
            </a:extLst>
          </p:cNvPr>
          <p:cNvSpPr/>
          <p:nvPr userDrawn="1"/>
        </p:nvSpPr>
        <p:spPr>
          <a:xfrm>
            <a:off x="10944224" y="6309897"/>
            <a:ext cx="819151" cy="250488"/>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a:p>
        </p:txBody>
      </p:sp>
      <p:sp>
        <p:nvSpPr>
          <p:cNvPr id="7" name="Picture Placeholder 6">
            <a:extLst>
              <a:ext uri="{FF2B5EF4-FFF2-40B4-BE49-F238E27FC236}">
                <a16:creationId xmlns:a16="http://schemas.microsoft.com/office/drawing/2014/main" id="{8A5AEFA2-DD77-7344-3047-A0816989267B}"/>
              </a:ext>
              <a:ext uri="{C183D7F6-B498-43B3-948B-1728B52AA6E4}">
                <adec:decorative xmlns:adec="http://schemas.microsoft.com/office/drawing/2017/decorative" val="1"/>
              </a:ext>
            </a:extLst>
          </p:cNvPr>
          <p:cNvSpPr>
            <a:spLocks noGrp="1"/>
          </p:cNvSpPr>
          <p:nvPr>
            <p:ph type="pic" sz="quarter" idx="11" hasCustomPrompt="1"/>
          </p:nvPr>
        </p:nvSpPr>
        <p:spPr>
          <a:xfrm>
            <a:off x="0" y="0"/>
            <a:ext cx="6099048" cy="6858000"/>
          </a:xfrm>
        </p:spPr>
        <p:txBody>
          <a:bodyPr tIns="1554480" bIns="0" anchor="ctr"/>
          <a:lstStyle>
            <a:lvl1pPr marL="0" indent="0" algn="ctr">
              <a:spcAft>
                <a:spcPts val="0"/>
              </a:spcAft>
              <a:buNone/>
              <a:defRPr>
                <a:solidFill>
                  <a:schemeClr val="accent3"/>
                </a:solidFill>
              </a:defRPr>
            </a:lvl1pPr>
          </a:lstStyle>
          <a:p>
            <a:r>
              <a:rPr lang="en-US"/>
              <a:t>Click icon to add picture</a:t>
            </a:r>
            <a:br>
              <a:rPr lang="en-US"/>
            </a:br>
            <a:r>
              <a:rPr lang="en-US"/>
              <a:t>[Reading order of this slide is failing currently as </a:t>
            </a:r>
            <a:br>
              <a:rPr lang="en-US"/>
            </a:br>
            <a:r>
              <a:rPr lang="en-US"/>
              <a:t>you need to either label your image decorative]</a:t>
            </a:r>
          </a:p>
        </p:txBody>
      </p:sp>
    </p:spTree>
    <p:extLst>
      <p:ext uri="{BB962C8B-B14F-4D97-AF65-F5344CB8AC3E}">
        <p14:creationId xmlns:p14="http://schemas.microsoft.com/office/powerpoint/2010/main" val="2389073793"/>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showMasterSp="0" preserve="1" userDrawn="1">
  <p:cSld name="Chapter 31">
    <p:spTree>
      <p:nvGrpSpPr>
        <p:cNvPr id="1" name=""/>
        <p:cNvGrpSpPr/>
        <p:nvPr/>
      </p:nvGrpSpPr>
      <p:grpSpPr>
        <a:xfrm>
          <a:off x="0" y="0"/>
          <a:ext cx="0" cy="0"/>
          <a:chOff x="0" y="0"/>
          <a:chExt cx="0" cy="0"/>
        </a:xfrm>
      </p:grpSpPr>
      <p:sp>
        <p:nvSpPr>
          <p:cNvPr id="2" name="Title 4">
            <a:extLst>
              <a:ext uri="{FF2B5EF4-FFF2-40B4-BE49-F238E27FC236}">
                <a16:creationId xmlns:a16="http://schemas.microsoft.com/office/drawing/2014/main" id="{FD63BAEC-737F-3455-6E41-44847E5F7C58}"/>
              </a:ext>
            </a:extLst>
          </p:cNvPr>
          <p:cNvSpPr>
            <a:spLocks noGrp="1"/>
          </p:cNvSpPr>
          <p:nvPr>
            <p:ph type="title" hasCustomPrompt="1"/>
          </p:nvPr>
        </p:nvSpPr>
        <p:spPr>
          <a:xfrm>
            <a:off x="413247" y="1895312"/>
            <a:ext cx="5486400" cy="1920240"/>
          </a:xfrm>
        </p:spPr>
        <p:txBody>
          <a:bodyPr/>
          <a:lstStyle>
            <a:lvl1pPr>
              <a:spcAft>
                <a:spcPts val="300"/>
              </a:spcAft>
              <a:defRPr lang="en-US" sz="4800" kern="1200" dirty="0">
                <a:solidFill>
                  <a:schemeClr val="accent3"/>
                </a:solidFill>
                <a:latin typeface="+mj-lt"/>
                <a:ea typeface="+mn-ea"/>
                <a:cs typeface="+mn-cs"/>
              </a:defRPr>
            </a:lvl1pPr>
          </a:lstStyle>
          <a:p>
            <a:pPr lvl="0"/>
            <a:r>
              <a:rPr lang="en-US"/>
              <a:t>Chapter title</a:t>
            </a:r>
            <a:br>
              <a:rPr lang="en-US"/>
            </a:br>
            <a:r>
              <a:rPr lang="en-US"/>
              <a:t>two lines</a:t>
            </a:r>
          </a:p>
        </p:txBody>
      </p:sp>
      <p:sp>
        <p:nvSpPr>
          <p:cNvPr id="4" name="Text Placeholder 8">
            <a:extLst>
              <a:ext uri="{FF2B5EF4-FFF2-40B4-BE49-F238E27FC236}">
                <a16:creationId xmlns:a16="http://schemas.microsoft.com/office/drawing/2014/main" id="{9C972C1F-FA07-7B32-C804-2F9D9DBDCA4B}"/>
              </a:ext>
            </a:extLst>
          </p:cNvPr>
          <p:cNvSpPr>
            <a:spLocks noGrp="1"/>
          </p:cNvSpPr>
          <p:nvPr>
            <p:ph type="body" sz="quarter" idx="14" hasCustomPrompt="1"/>
          </p:nvPr>
        </p:nvSpPr>
        <p:spPr>
          <a:xfrm>
            <a:off x="390098" y="389618"/>
            <a:ext cx="1232710" cy="1477328"/>
          </a:xfrm>
        </p:spPr>
        <p:txBody>
          <a:bodyPr wrap="none">
            <a:spAutoFit/>
          </a:bodyPr>
          <a:lstStyle>
            <a:lvl1pPr marL="0" indent="0" algn="l" defTabSz="914400" rtl="0" eaLnBrk="1" latinLnBrk="0" hangingPunct="1">
              <a:lnSpc>
                <a:spcPct val="100000"/>
              </a:lnSpc>
              <a:spcBef>
                <a:spcPct val="0"/>
              </a:spcBef>
              <a:buNone/>
              <a:defRPr lang="en-US" sz="9600" kern="1200" dirty="0">
                <a:solidFill>
                  <a:schemeClr val="accent3"/>
                </a:solidFill>
                <a:latin typeface="+mj-lt"/>
                <a:ea typeface="+mj-ea"/>
                <a:cs typeface="+mj-cs"/>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a:t>31</a:t>
            </a:r>
          </a:p>
        </p:txBody>
      </p:sp>
      <p:sp>
        <p:nvSpPr>
          <p:cNvPr id="3" name="Graphique 10" descr="Atos logo">
            <a:extLst>
              <a:ext uri="{FF2B5EF4-FFF2-40B4-BE49-F238E27FC236}">
                <a16:creationId xmlns:a16="http://schemas.microsoft.com/office/drawing/2014/main" id="{93908D97-756A-94B0-3B08-88685AE4598F}"/>
              </a:ext>
              <a:ext uri="{C183D7F6-B498-43B3-948B-1728B52AA6E4}">
                <adec:decorative xmlns:adec="http://schemas.microsoft.com/office/drawing/2017/decorative" val="0"/>
              </a:ext>
            </a:extLst>
          </p:cNvPr>
          <p:cNvSpPr/>
          <p:nvPr userDrawn="1"/>
        </p:nvSpPr>
        <p:spPr>
          <a:xfrm>
            <a:off x="10944224" y="6309897"/>
            <a:ext cx="819151" cy="250488"/>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accent1"/>
          </a:solidFill>
          <a:ln w="5690" cap="flat">
            <a:noFill/>
            <a:prstDash val="solid"/>
            <a:miter/>
          </a:ln>
        </p:spPr>
        <p:txBody>
          <a:bodyPr rtlCol="0" anchor="ctr"/>
          <a:lstStyle/>
          <a:p>
            <a:endParaRPr lang="fr-FR"/>
          </a:p>
        </p:txBody>
      </p:sp>
      <p:sp>
        <p:nvSpPr>
          <p:cNvPr id="19" name="Picture Placeholder 6">
            <a:extLst>
              <a:ext uri="{FF2B5EF4-FFF2-40B4-BE49-F238E27FC236}">
                <a16:creationId xmlns:a16="http://schemas.microsoft.com/office/drawing/2014/main" id="{A25555FE-C8DD-623E-93FB-3A1B6E1E3091}"/>
              </a:ext>
              <a:ext uri="{C183D7F6-B498-43B3-948B-1728B52AA6E4}">
                <adec:decorative xmlns:adec="http://schemas.microsoft.com/office/drawing/2017/decorative" val="1"/>
              </a:ext>
            </a:extLst>
          </p:cNvPr>
          <p:cNvSpPr>
            <a:spLocks noGrp="1" noChangeAspect="1"/>
          </p:cNvSpPr>
          <p:nvPr>
            <p:ph type="pic" sz="quarter" idx="12"/>
          </p:nvPr>
        </p:nvSpPr>
        <p:spPr>
          <a:xfrm>
            <a:off x="5333999" y="-2"/>
            <a:ext cx="6859655" cy="6862329"/>
          </a:xfrm>
          <a:custGeom>
            <a:avLst/>
            <a:gdLst>
              <a:gd name="connsiteX0" fmla="*/ 0 w 13716008"/>
              <a:gd name="connsiteY0" fmla="*/ 6858000 h 13716000"/>
              <a:gd name="connsiteX1" fmla="*/ 6858004 w 13716008"/>
              <a:gd name="connsiteY1" fmla="*/ 0 h 13716000"/>
              <a:gd name="connsiteX2" fmla="*/ 13716008 w 13716008"/>
              <a:gd name="connsiteY2" fmla="*/ 6858000 h 13716000"/>
              <a:gd name="connsiteX3" fmla="*/ 6858004 w 13716008"/>
              <a:gd name="connsiteY3" fmla="*/ 13716000 h 13716000"/>
              <a:gd name="connsiteX4" fmla="*/ 0 w 13716008"/>
              <a:gd name="connsiteY4" fmla="*/ 6858000 h 13716000"/>
              <a:gd name="connsiteX0" fmla="*/ 0 w 13836759"/>
              <a:gd name="connsiteY0" fmla="*/ 7199252 h 14057252"/>
              <a:gd name="connsiteX1" fmla="*/ 6858004 w 13836759"/>
              <a:gd name="connsiteY1" fmla="*/ 341252 h 14057252"/>
              <a:gd name="connsiteX2" fmla="*/ 10915650 w 13836759"/>
              <a:gd name="connsiteY2" fmla="*/ 1674752 h 14057252"/>
              <a:gd name="connsiteX3" fmla="*/ 13716008 w 13836759"/>
              <a:gd name="connsiteY3" fmla="*/ 7199252 h 14057252"/>
              <a:gd name="connsiteX4" fmla="*/ 6858004 w 13836759"/>
              <a:gd name="connsiteY4" fmla="*/ 14057252 h 14057252"/>
              <a:gd name="connsiteX5" fmla="*/ 0 w 13836759"/>
              <a:gd name="connsiteY5" fmla="*/ 7199252 h 14057252"/>
              <a:gd name="connsiteX0" fmla="*/ 0 w 13836759"/>
              <a:gd name="connsiteY0" fmla="*/ 7199252 h 14057252"/>
              <a:gd name="connsiteX1" fmla="*/ 6858004 w 13836759"/>
              <a:gd name="connsiteY1" fmla="*/ 341252 h 14057252"/>
              <a:gd name="connsiteX2" fmla="*/ 10915650 w 13836759"/>
              <a:gd name="connsiteY2" fmla="*/ 1674752 h 14057252"/>
              <a:gd name="connsiteX3" fmla="*/ 13716008 w 13836759"/>
              <a:gd name="connsiteY3" fmla="*/ 7199252 h 14057252"/>
              <a:gd name="connsiteX4" fmla="*/ 6858004 w 13836759"/>
              <a:gd name="connsiteY4" fmla="*/ 14057252 h 14057252"/>
              <a:gd name="connsiteX5" fmla="*/ 0 w 13836759"/>
              <a:gd name="connsiteY5" fmla="*/ 7199252 h 14057252"/>
              <a:gd name="connsiteX0" fmla="*/ 0 w 13836759"/>
              <a:gd name="connsiteY0" fmla="*/ 6858000 h 13716000"/>
              <a:gd name="connsiteX1" fmla="*/ 6858004 w 13836759"/>
              <a:gd name="connsiteY1" fmla="*/ 0 h 13716000"/>
              <a:gd name="connsiteX2" fmla="*/ 10915650 w 13836759"/>
              <a:gd name="connsiteY2" fmla="*/ 1333500 h 13716000"/>
              <a:gd name="connsiteX3" fmla="*/ 13716008 w 13836759"/>
              <a:gd name="connsiteY3" fmla="*/ 6858000 h 13716000"/>
              <a:gd name="connsiteX4" fmla="*/ 6858004 w 13836759"/>
              <a:gd name="connsiteY4" fmla="*/ 13716000 h 13716000"/>
              <a:gd name="connsiteX5" fmla="*/ 0 w 13836759"/>
              <a:gd name="connsiteY5" fmla="*/ 6858000 h 13716000"/>
              <a:gd name="connsiteX0" fmla="*/ 0 w 13766467"/>
              <a:gd name="connsiteY0" fmla="*/ 6858000 h 13716000"/>
              <a:gd name="connsiteX1" fmla="*/ 6858004 w 13766467"/>
              <a:gd name="connsiteY1" fmla="*/ 0 h 13716000"/>
              <a:gd name="connsiteX2" fmla="*/ 6924222 w 13766467"/>
              <a:gd name="connsiteY2" fmla="*/ 2784928 h 13716000"/>
              <a:gd name="connsiteX3" fmla="*/ 13716008 w 13766467"/>
              <a:gd name="connsiteY3" fmla="*/ 6858000 h 13716000"/>
              <a:gd name="connsiteX4" fmla="*/ 6858004 w 13766467"/>
              <a:gd name="connsiteY4" fmla="*/ 13716000 h 13716000"/>
              <a:gd name="connsiteX5" fmla="*/ 0 w 13766467"/>
              <a:gd name="connsiteY5" fmla="*/ 6858000 h 13716000"/>
              <a:gd name="connsiteX0" fmla="*/ 0 w 13766467"/>
              <a:gd name="connsiteY0" fmla="*/ 6858000 h 13716000"/>
              <a:gd name="connsiteX1" fmla="*/ 6858004 w 13766467"/>
              <a:gd name="connsiteY1" fmla="*/ 0 h 13716000"/>
              <a:gd name="connsiteX2" fmla="*/ 6924222 w 13766467"/>
              <a:gd name="connsiteY2" fmla="*/ 2784928 h 13716000"/>
              <a:gd name="connsiteX3" fmla="*/ 13716008 w 13766467"/>
              <a:gd name="connsiteY3" fmla="*/ 6858000 h 13716000"/>
              <a:gd name="connsiteX4" fmla="*/ 6858004 w 13766467"/>
              <a:gd name="connsiteY4" fmla="*/ 13716000 h 13716000"/>
              <a:gd name="connsiteX5" fmla="*/ 0 w 13766467"/>
              <a:gd name="connsiteY5" fmla="*/ 6858000 h 13716000"/>
              <a:gd name="connsiteX0" fmla="*/ 0 w 13766467"/>
              <a:gd name="connsiteY0" fmla="*/ 6858000 h 13716000"/>
              <a:gd name="connsiteX1" fmla="*/ 6858004 w 13766467"/>
              <a:gd name="connsiteY1" fmla="*/ 0 h 13716000"/>
              <a:gd name="connsiteX2" fmla="*/ 6924222 w 13766467"/>
              <a:gd name="connsiteY2" fmla="*/ 2784928 h 13716000"/>
              <a:gd name="connsiteX3" fmla="*/ 13716008 w 13766467"/>
              <a:gd name="connsiteY3" fmla="*/ 6858000 h 13716000"/>
              <a:gd name="connsiteX4" fmla="*/ 6858004 w 13766467"/>
              <a:gd name="connsiteY4" fmla="*/ 13716000 h 13716000"/>
              <a:gd name="connsiteX5" fmla="*/ 0 w 13766467"/>
              <a:gd name="connsiteY5" fmla="*/ 6858000 h 13716000"/>
              <a:gd name="connsiteX0" fmla="*/ 0 w 13765909"/>
              <a:gd name="connsiteY0" fmla="*/ 6858000 h 13716000"/>
              <a:gd name="connsiteX1" fmla="*/ 6858004 w 13765909"/>
              <a:gd name="connsiteY1" fmla="*/ 0 h 13716000"/>
              <a:gd name="connsiteX2" fmla="*/ 6848022 w 13765909"/>
              <a:gd name="connsiteY2" fmla="*/ 2784928 h 13716000"/>
              <a:gd name="connsiteX3" fmla="*/ 13716008 w 13765909"/>
              <a:gd name="connsiteY3" fmla="*/ 6858000 h 13716000"/>
              <a:gd name="connsiteX4" fmla="*/ 6858004 w 13765909"/>
              <a:gd name="connsiteY4" fmla="*/ 13716000 h 13716000"/>
              <a:gd name="connsiteX5" fmla="*/ 0 w 13765909"/>
              <a:gd name="connsiteY5" fmla="*/ 6858000 h 13716000"/>
              <a:gd name="connsiteX0" fmla="*/ 0 w 13765909"/>
              <a:gd name="connsiteY0" fmla="*/ 6858000 h 13716000"/>
              <a:gd name="connsiteX1" fmla="*/ 6858004 w 13765909"/>
              <a:gd name="connsiteY1" fmla="*/ 0 h 13716000"/>
              <a:gd name="connsiteX2" fmla="*/ 6848022 w 13765909"/>
              <a:gd name="connsiteY2" fmla="*/ 2784928 h 13716000"/>
              <a:gd name="connsiteX3" fmla="*/ 13716008 w 13765909"/>
              <a:gd name="connsiteY3" fmla="*/ 6858000 h 13716000"/>
              <a:gd name="connsiteX4" fmla="*/ 6858004 w 13765909"/>
              <a:gd name="connsiteY4" fmla="*/ 13716000 h 13716000"/>
              <a:gd name="connsiteX5" fmla="*/ 0 w 13765909"/>
              <a:gd name="connsiteY5" fmla="*/ 6858000 h 13716000"/>
              <a:gd name="connsiteX0" fmla="*/ 0 w 7128220"/>
              <a:gd name="connsiteY0" fmla="*/ 6858000 h 13738479"/>
              <a:gd name="connsiteX1" fmla="*/ 6858004 w 7128220"/>
              <a:gd name="connsiteY1" fmla="*/ 0 h 13738479"/>
              <a:gd name="connsiteX2" fmla="*/ 6848022 w 7128220"/>
              <a:gd name="connsiteY2" fmla="*/ 2784928 h 13738479"/>
              <a:gd name="connsiteX3" fmla="*/ 4635508 w 7128220"/>
              <a:gd name="connsiteY3" fmla="*/ 4864100 h 13738479"/>
              <a:gd name="connsiteX4" fmla="*/ 6858004 w 7128220"/>
              <a:gd name="connsiteY4" fmla="*/ 13716000 h 13738479"/>
              <a:gd name="connsiteX5" fmla="*/ 0 w 7128220"/>
              <a:gd name="connsiteY5" fmla="*/ 6858000 h 13738479"/>
              <a:gd name="connsiteX0" fmla="*/ 99728 w 7227948"/>
              <a:gd name="connsiteY0" fmla="*/ 6858000 h 7668464"/>
              <a:gd name="connsiteX1" fmla="*/ 6957732 w 7227948"/>
              <a:gd name="connsiteY1" fmla="*/ 0 h 7668464"/>
              <a:gd name="connsiteX2" fmla="*/ 6947750 w 7227948"/>
              <a:gd name="connsiteY2" fmla="*/ 2784928 h 7668464"/>
              <a:gd name="connsiteX3" fmla="*/ 4735236 w 7227948"/>
              <a:gd name="connsiteY3" fmla="*/ 4864100 h 7668464"/>
              <a:gd name="connsiteX4" fmla="*/ 3005164 w 7227948"/>
              <a:gd name="connsiteY4" fmla="*/ 7315200 h 7668464"/>
              <a:gd name="connsiteX5" fmla="*/ 99728 w 7227948"/>
              <a:gd name="connsiteY5" fmla="*/ 6858000 h 7668464"/>
              <a:gd name="connsiteX0" fmla="*/ 99728 w 7227948"/>
              <a:gd name="connsiteY0" fmla="*/ 6858000 h 7668464"/>
              <a:gd name="connsiteX1" fmla="*/ 6957732 w 7227948"/>
              <a:gd name="connsiteY1" fmla="*/ 0 h 7668464"/>
              <a:gd name="connsiteX2" fmla="*/ 6947750 w 7227948"/>
              <a:gd name="connsiteY2" fmla="*/ 2784928 h 7668464"/>
              <a:gd name="connsiteX3" fmla="*/ 4735236 w 7227948"/>
              <a:gd name="connsiteY3" fmla="*/ 4864100 h 7668464"/>
              <a:gd name="connsiteX4" fmla="*/ 3005164 w 7227948"/>
              <a:gd name="connsiteY4" fmla="*/ 7315200 h 7668464"/>
              <a:gd name="connsiteX5" fmla="*/ 99728 w 7227948"/>
              <a:gd name="connsiteY5" fmla="*/ 6858000 h 7668464"/>
              <a:gd name="connsiteX0" fmla="*/ 99728 w 7227948"/>
              <a:gd name="connsiteY0" fmla="*/ 6858000 h 7668464"/>
              <a:gd name="connsiteX1" fmla="*/ 6957732 w 7227948"/>
              <a:gd name="connsiteY1" fmla="*/ 0 h 7668464"/>
              <a:gd name="connsiteX2" fmla="*/ 6947750 w 7227948"/>
              <a:gd name="connsiteY2" fmla="*/ 2784928 h 7668464"/>
              <a:gd name="connsiteX3" fmla="*/ 4735236 w 7227948"/>
              <a:gd name="connsiteY3" fmla="*/ 4864100 h 7668464"/>
              <a:gd name="connsiteX4" fmla="*/ 3005164 w 7227948"/>
              <a:gd name="connsiteY4" fmla="*/ 7315200 h 7668464"/>
              <a:gd name="connsiteX5" fmla="*/ 99728 w 7227948"/>
              <a:gd name="connsiteY5" fmla="*/ 6858000 h 7668464"/>
              <a:gd name="connsiteX0" fmla="*/ 99728 w 7227948"/>
              <a:gd name="connsiteY0" fmla="*/ 6858000 h 7668464"/>
              <a:gd name="connsiteX1" fmla="*/ 6957732 w 7227948"/>
              <a:gd name="connsiteY1" fmla="*/ 0 h 7668464"/>
              <a:gd name="connsiteX2" fmla="*/ 6947750 w 7227948"/>
              <a:gd name="connsiteY2" fmla="*/ 2784928 h 7668464"/>
              <a:gd name="connsiteX3" fmla="*/ 4735236 w 7227948"/>
              <a:gd name="connsiteY3" fmla="*/ 4864100 h 7668464"/>
              <a:gd name="connsiteX4" fmla="*/ 3005164 w 7227948"/>
              <a:gd name="connsiteY4" fmla="*/ 7315200 h 7668464"/>
              <a:gd name="connsiteX5" fmla="*/ 99728 w 7227948"/>
              <a:gd name="connsiteY5" fmla="*/ 6858000 h 7668464"/>
              <a:gd name="connsiteX0" fmla="*/ 99728 w 7227948"/>
              <a:gd name="connsiteY0" fmla="*/ 6858000 h 7668464"/>
              <a:gd name="connsiteX1" fmla="*/ 6957732 w 7227948"/>
              <a:gd name="connsiteY1" fmla="*/ 0 h 7668464"/>
              <a:gd name="connsiteX2" fmla="*/ 6947750 w 7227948"/>
              <a:gd name="connsiteY2" fmla="*/ 2784928 h 7668464"/>
              <a:gd name="connsiteX3" fmla="*/ 4735236 w 7227948"/>
              <a:gd name="connsiteY3" fmla="*/ 4864100 h 7668464"/>
              <a:gd name="connsiteX4" fmla="*/ 3005164 w 7227948"/>
              <a:gd name="connsiteY4" fmla="*/ 7315200 h 7668464"/>
              <a:gd name="connsiteX5" fmla="*/ 99728 w 7227948"/>
              <a:gd name="connsiteY5" fmla="*/ 6858000 h 7668464"/>
              <a:gd name="connsiteX0" fmla="*/ 0 w 7128220"/>
              <a:gd name="connsiteY0" fmla="*/ 6858000 h 7395439"/>
              <a:gd name="connsiteX1" fmla="*/ 6858004 w 7128220"/>
              <a:gd name="connsiteY1" fmla="*/ 0 h 7395439"/>
              <a:gd name="connsiteX2" fmla="*/ 6848022 w 7128220"/>
              <a:gd name="connsiteY2" fmla="*/ 2784928 h 7395439"/>
              <a:gd name="connsiteX3" fmla="*/ 4635508 w 7128220"/>
              <a:gd name="connsiteY3" fmla="*/ 4864100 h 7395439"/>
              <a:gd name="connsiteX4" fmla="*/ 2905436 w 7128220"/>
              <a:gd name="connsiteY4" fmla="*/ 7315200 h 7395439"/>
              <a:gd name="connsiteX5" fmla="*/ 0 w 7128220"/>
              <a:gd name="connsiteY5" fmla="*/ 6858000 h 7395439"/>
              <a:gd name="connsiteX0" fmla="*/ 0 w 7128220"/>
              <a:gd name="connsiteY0" fmla="*/ 6858000 h 7016049"/>
              <a:gd name="connsiteX1" fmla="*/ 6858004 w 7128220"/>
              <a:gd name="connsiteY1" fmla="*/ 0 h 7016049"/>
              <a:gd name="connsiteX2" fmla="*/ 6848022 w 7128220"/>
              <a:gd name="connsiteY2" fmla="*/ 2784928 h 7016049"/>
              <a:gd name="connsiteX3" fmla="*/ 4635508 w 7128220"/>
              <a:gd name="connsiteY3" fmla="*/ 4864100 h 7016049"/>
              <a:gd name="connsiteX4" fmla="*/ 2810186 w 7128220"/>
              <a:gd name="connsiteY4" fmla="*/ 6877050 h 7016049"/>
              <a:gd name="connsiteX5" fmla="*/ 0 w 7128220"/>
              <a:gd name="connsiteY5" fmla="*/ 6858000 h 7016049"/>
              <a:gd name="connsiteX0" fmla="*/ 0 w 7128220"/>
              <a:gd name="connsiteY0" fmla="*/ 6858000 h 7016049"/>
              <a:gd name="connsiteX1" fmla="*/ 6858004 w 7128220"/>
              <a:gd name="connsiteY1" fmla="*/ 0 h 7016049"/>
              <a:gd name="connsiteX2" fmla="*/ 6848022 w 7128220"/>
              <a:gd name="connsiteY2" fmla="*/ 2784928 h 7016049"/>
              <a:gd name="connsiteX3" fmla="*/ 4635508 w 7128220"/>
              <a:gd name="connsiteY3" fmla="*/ 4864100 h 7016049"/>
              <a:gd name="connsiteX4" fmla="*/ 2810186 w 7128220"/>
              <a:gd name="connsiteY4" fmla="*/ 6877050 h 7016049"/>
              <a:gd name="connsiteX5" fmla="*/ 0 w 7128220"/>
              <a:gd name="connsiteY5" fmla="*/ 6858000 h 7016049"/>
              <a:gd name="connsiteX0" fmla="*/ 0 w 7128220"/>
              <a:gd name="connsiteY0" fmla="*/ 6858000 h 7016049"/>
              <a:gd name="connsiteX1" fmla="*/ 6858004 w 7128220"/>
              <a:gd name="connsiteY1" fmla="*/ 0 h 7016049"/>
              <a:gd name="connsiteX2" fmla="*/ 6848022 w 7128220"/>
              <a:gd name="connsiteY2" fmla="*/ 2784928 h 7016049"/>
              <a:gd name="connsiteX3" fmla="*/ 4635508 w 7128220"/>
              <a:gd name="connsiteY3" fmla="*/ 4864100 h 7016049"/>
              <a:gd name="connsiteX4" fmla="*/ 2810186 w 7128220"/>
              <a:gd name="connsiteY4" fmla="*/ 6877050 h 7016049"/>
              <a:gd name="connsiteX5" fmla="*/ 0 w 7128220"/>
              <a:gd name="connsiteY5" fmla="*/ 6858000 h 7016049"/>
              <a:gd name="connsiteX0" fmla="*/ 0 w 7128220"/>
              <a:gd name="connsiteY0" fmla="*/ 6858000 h 6877050"/>
              <a:gd name="connsiteX1" fmla="*/ 6858004 w 7128220"/>
              <a:gd name="connsiteY1" fmla="*/ 0 h 6877050"/>
              <a:gd name="connsiteX2" fmla="*/ 6848022 w 7128220"/>
              <a:gd name="connsiteY2" fmla="*/ 2784928 h 6877050"/>
              <a:gd name="connsiteX3" fmla="*/ 4635508 w 7128220"/>
              <a:gd name="connsiteY3" fmla="*/ 4864100 h 6877050"/>
              <a:gd name="connsiteX4" fmla="*/ 2810186 w 7128220"/>
              <a:gd name="connsiteY4" fmla="*/ 6877050 h 6877050"/>
              <a:gd name="connsiteX5" fmla="*/ 0 w 7128220"/>
              <a:gd name="connsiteY5" fmla="*/ 6858000 h 6877050"/>
              <a:gd name="connsiteX0" fmla="*/ 0 w 7128220"/>
              <a:gd name="connsiteY0" fmla="*/ 6858000 h 6858000"/>
              <a:gd name="connsiteX1" fmla="*/ 6858004 w 7128220"/>
              <a:gd name="connsiteY1" fmla="*/ 0 h 6858000"/>
              <a:gd name="connsiteX2" fmla="*/ 6848022 w 7128220"/>
              <a:gd name="connsiteY2" fmla="*/ 2784928 h 6858000"/>
              <a:gd name="connsiteX3" fmla="*/ 4635508 w 7128220"/>
              <a:gd name="connsiteY3" fmla="*/ 4864100 h 6858000"/>
              <a:gd name="connsiteX4" fmla="*/ 2772086 w 7128220"/>
              <a:gd name="connsiteY4" fmla="*/ 6848475 h 6858000"/>
              <a:gd name="connsiteX5" fmla="*/ 0 w 7128220"/>
              <a:gd name="connsiteY5" fmla="*/ 6858000 h 6858000"/>
              <a:gd name="connsiteX0" fmla="*/ 0 w 6858895"/>
              <a:gd name="connsiteY0" fmla="*/ 6858000 h 6858000"/>
              <a:gd name="connsiteX1" fmla="*/ 6858004 w 6858895"/>
              <a:gd name="connsiteY1" fmla="*/ 0 h 6858000"/>
              <a:gd name="connsiteX2" fmla="*/ 6848022 w 6858895"/>
              <a:gd name="connsiteY2" fmla="*/ 2784928 h 6858000"/>
              <a:gd name="connsiteX3" fmla="*/ 2772086 w 6858895"/>
              <a:gd name="connsiteY3" fmla="*/ 6848475 h 6858000"/>
              <a:gd name="connsiteX4" fmla="*/ 0 w 6858895"/>
              <a:gd name="connsiteY4" fmla="*/ 6858000 h 6858000"/>
              <a:gd name="connsiteX0" fmla="*/ 0 w 6858895"/>
              <a:gd name="connsiteY0" fmla="*/ 6858000 h 6858000"/>
              <a:gd name="connsiteX1" fmla="*/ 6858004 w 6858895"/>
              <a:gd name="connsiteY1" fmla="*/ 0 h 6858000"/>
              <a:gd name="connsiteX2" fmla="*/ 6848022 w 6858895"/>
              <a:gd name="connsiteY2" fmla="*/ 2784928 h 6858000"/>
              <a:gd name="connsiteX3" fmla="*/ 2772086 w 6858895"/>
              <a:gd name="connsiteY3" fmla="*/ 6848475 h 6858000"/>
              <a:gd name="connsiteX4" fmla="*/ 0 w 6858895"/>
              <a:gd name="connsiteY4" fmla="*/ 6858000 h 6858000"/>
              <a:gd name="connsiteX0" fmla="*/ 0 w 6858895"/>
              <a:gd name="connsiteY0" fmla="*/ 6858000 h 6858000"/>
              <a:gd name="connsiteX1" fmla="*/ 6858004 w 6858895"/>
              <a:gd name="connsiteY1" fmla="*/ 0 h 6858000"/>
              <a:gd name="connsiteX2" fmla="*/ 6848022 w 6858895"/>
              <a:gd name="connsiteY2" fmla="*/ 2784928 h 6858000"/>
              <a:gd name="connsiteX3" fmla="*/ 2772086 w 6858895"/>
              <a:gd name="connsiteY3" fmla="*/ 6848475 h 6858000"/>
              <a:gd name="connsiteX4" fmla="*/ 0 w 6858895"/>
              <a:gd name="connsiteY4" fmla="*/ 6858000 h 6858000"/>
              <a:gd name="connsiteX0" fmla="*/ 0 w 6859655"/>
              <a:gd name="connsiteY0" fmla="*/ 6858000 h 6858000"/>
              <a:gd name="connsiteX1" fmla="*/ 6858004 w 6859655"/>
              <a:gd name="connsiteY1" fmla="*/ 0 h 6858000"/>
              <a:gd name="connsiteX2" fmla="*/ 6857547 w 6859655"/>
              <a:gd name="connsiteY2" fmla="*/ 2775403 h 6858000"/>
              <a:gd name="connsiteX3" fmla="*/ 2772086 w 6859655"/>
              <a:gd name="connsiteY3" fmla="*/ 6848475 h 6858000"/>
              <a:gd name="connsiteX4" fmla="*/ 0 w 6859655"/>
              <a:gd name="connsiteY4" fmla="*/ 6858000 h 6858000"/>
              <a:gd name="connsiteX0" fmla="*/ 0 w 6859655"/>
              <a:gd name="connsiteY0" fmla="*/ 6858000 h 6858000"/>
              <a:gd name="connsiteX1" fmla="*/ 6858004 w 6859655"/>
              <a:gd name="connsiteY1" fmla="*/ 0 h 6858000"/>
              <a:gd name="connsiteX2" fmla="*/ 6857547 w 6859655"/>
              <a:gd name="connsiteY2" fmla="*/ 2775403 h 6858000"/>
              <a:gd name="connsiteX3" fmla="*/ 2827504 w 6859655"/>
              <a:gd name="connsiteY3" fmla="*/ 6848475 h 6858000"/>
              <a:gd name="connsiteX4" fmla="*/ 0 w 6859655"/>
              <a:gd name="connsiteY4" fmla="*/ 6858000 h 6858000"/>
              <a:gd name="connsiteX0" fmla="*/ 0 w 6859655"/>
              <a:gd name="connsiteY0" fmla="*/ 6858000 h 6858000"/>
              <a:gd name="connsiteX1" fmla="*/ 6858004 w 6859655"/>
              <a:gd name="connsiteY1" fmla="*/ 0 h 6858000"/>
              <a:gd name="connsiteX2" fmla="*/ 6857547 w 6859655"/>
              <a:gd name="connsiteY2" fmla="*/ 2775403 h 6858000"/>
              <a:gd name="connsiteX3" fmla="*/ 2827504 w 6859655"/>
              <a:gd name="connsiteY3" fmla="*/ 6848475 h 6858000"/>
              <a:gd name="connsiteX4" fmla="*/ 0 w 6859655"/>
              <a:gd name="connsiteY4" fmla="*/ 6858000 h 6858000"/>
              <a:gd name="connsiteX0" fmla="*/ 0 w 6859655"/>
              <a:gd name="connsiteY0" fmla="*/ 6858000 h 6858000"/>
              <a:gd name="connsiteX1" fmla="*/ 6858004 w 6859655"/>
              <a:gd name="connsiteY1" fmla="*/ 0 h 6858000"/>
              <a:gd name="connsiteX2" fmla="*/ 6857547 w 6859655"/>
              <a:gd name="connsiteY2" fmla="*/ 2775403 h 6858000"/>
              <a:gd name="connsiteX3" fmla="*/ 2785941 w 6859655"/>
              <a:gd name="connsiteY3" fmla="*/ 6848475 h 6858000"/>
              <a:gd name="connsiteX4" fmla="*/ 0 w 6859655"/>
              <a:gd name="connsiteY4" fmla="*/ 6858000 h 6858000"/>
              <a:gd name="connsiteX0" fmla="*/ 0 w 6859655"/>
              <a:gd name="connsiteY0" fmla="*/ 6858000 h 6858000"/>
              <a:gd name="connsiteX1" fmla="*/ 6858004 w 6859655"/>
              <a:gd name="connsiteY1" fmla="*/ 0 h 6858000"/>
              <a:gd name="connsiteX2" fmla="*/ 6857547 w 6859655"/>
              <a:gd name="connsiteY2" fmla="*/ 2775403 h 6858000"/>
              <a:gd name="connsiteX3" fmla="*/ 2785941 w 6859655"/>
              <a:gd name="connsiteY3" fmla="*/ 6848475 h 6858000"/>
              <a:gd name="connsiteX4" fmla="*/ 0 w 6859655"/>
              <a:gd name="connsiteY4" fmla="*/ 6858000 h 6858000"/>
              <a:gd name="connsiteX0" fmla="*/ 0 w 6859655"/>
              <a:gd name="connsiteY0" fmla="*/ 6858000 h 6858000"/>
              <a:gd name="connsiteX1" fmla="*/ 6858004 w 6859655"/>
              <a:gd name="connsiteY1" fmla="*/ 0 h 6858000"/>
              <a:gd name="connsiteX2" fmla="*/ 6857547 w 6859655"/>
              <a:gd name="connsiteY2" fmla="*/ 2775403 h 6858000"/>
              <a:gd name="connsiteX3" fmla="*/ 2785941 w 6859655"/>
              <a:gd name="connsiteY3" fmla="*/ 6848475 h 6858000"/>
              <a:gd name="connsiteX4" fmla="*/ 0 w 6859655"/>
              <a:gd name="connsiteY4" fmla="*/ 6858000 h 6858000"/>
              <a:gd name="connsiteX0" fmla="*/ 0 w 6859655"/>
              <a:gd name="connsiteY0" fmla="*/ 6858000 h 6858000"/>
              <a:gd name="connsiteX1" fmla="*/ 6858004 w 6859655"/>
              <a:gd name="connsiteY1" fmla="*/ 0 h 6858000"/>
              <a:gd name="connsiteX2" fmla="*/ 6857547 w 6859655"/>
              <a:gd name="connsiteY2" fmla="*/ 2775403 h 6858000"/>
              <a:gd name="connsiteX3" fmla="*/ 2785941 w 6859655"/>
              <a:gd name="connsiteY3" fmla="*/ 6848475 h 6858000"/>
              <a:gd name="connsiteX4" fmla="*/ 0 w 6859655"/>
              <a:gd name="connsiteY4" fmla="*/ 6858000 h 6858000"/>
              <a:gd name="connsiteX0" fmla="*/ 0 w 6859655"/>
              <a:gd name="connsiteY0" fmla="*/ 6858000 h 6858000"/>
              <a:gd name="connsiteX1" fmla="*/ 6858004 w 6859655"/>
              <a:gd name="connsiteY1" fmla="*/ 0 h 6858000"/>
              <a:gd name="connsiteX2" fmla="*/ 6857547 w 6859655"/>
              <a:gd name="connsiteY2" fmla="*/ 2775403 h 6858000"/>
              <a:gd name="connsiteX3" fmla="*/ 2785941 w 6859655"/>
              <a:gd name="connsiteY3" fmla="*/ 6848475 h 6858000"/>
              <a:gd name="connsiteX4" fmla="*/ 0 w 6859655"/>
              <a:gd name="connsiteY4" fmla="*/ 6858000 h 6858000"/>
              <a:gd name="connsiteX0" fmla="*/ 0 w 6859655"/>
              <a:gd name="connsiteY0" fmla="*/ 6858000 h 6858000"/>
              <a:gd name="connsiteX1" fmla="*/ 6858004 w 6859655"/>
              <a:gd name="connsiteY1" fmla="*/ 0 h 6858000"/>
              <a:gd name="connsiteX2" fmla="*/ 6857547 w 6859655"/>
              <a:gd name="connsiteY2" fmla="*/ 2775403 h 6858000"/>
              <a:gd name="connsiteX3" fmla="*/ 2785941 w 6859655"/>
              <a:gd name="connsiteY3" fmla="*/ 6848475 h 6858000"/>
              <a:gd name="connsiteX4" fmla="*/ 0 w 6859655"/>
              <a:gd name="connsiteY4" fmla="*/ 6858000 h 6858000"/>
              <a:gd name="connsiteX0" fmla="*/ 0 w 6859655"/>
              <a:gd name="connsiteY0" fmla="*/ 6858000 h 6876184"/>
              <a:gd name="connsiteX1" fmla="*/ 6858004 w 6859655"/>
              <a:gd name="connsiteY1" fmla="*/ 0 h 6876184"/>
              <a:gd name="connsiteX2" fmla="*/ 6857547 w 6859655"/>
              <a:gd name="connsiteY2" fmla="*/ 2775403 h 6876184"/>
              <a:gd name="connsiteX3" fmla="*/ 2785941 w 6859655"/>
              <a:gd name="connsiteY3" fmla="*/ 6876184 h 6876184"/>
              <a:gd name="connsiteX4" fmla="*/ 0 w 6859655"/>
              <a:gd name="connsiteY4" fmla="*/ 6858000 h 6876184"/>
              <a:gd name="connsiteX0" fmla="*/ 0 w 6859655"/>
              <a:gd name="connsiteY0" fmla="*/ 6858000 h 6862329"/>
              <a:gd name="connsiteX1" fmla="*/ 6858004 w 6859655"/>
              <a:gd name="connsiteY1" fmla="*/ 0 h 6862329"/>
              <a:gd name="connsiteX2" fmla="*/ 6857547 w 6859655"/>
              <a:gd name="connsiteY2" fmla="*/ 2775403 h 6862329"/>
              <a:gd name="connsiteX3" fmla="*/ 2785941 w 6859655"/>
              <a:gd name="connsiteY3" fmla="*/ 6862329 h 6862329"/>
              <a:gd name="connsiteX4" fmla="*/ 0 w 6859655"/>
              <a:gd name="connsiteY4" fmla="*/ 6858000 h 6862329"/>
              <a:gd name="connsiteX0" fmla="*/ 0 w 6859655"/>
              <a:gd name="connsiteY0" fmla="*/ 6858000 h 6862329"/>
              <a:gd name="connsiteX1" fmla="*/ 6858004 w 6859655"/>
              <a:gd name="connsiteY1" fmla="*/ 0 h 6862329"/>
              <a:gd name="connsiteX2" fmla="*/ 6857547 w 6859655"/>
              <a:gd name="connsiteY2" fmla="*/ 2775403 h 6862329"/>
              <a:gd name="connsiteX3" fmla="*/ 2785941 w 6859655"/>
              <a:gd name="connsiteY3" fmla="*/ 6862329 h 6862329"/>
              <a:gd name="connsiteX4" fmla="*/ 0 w 6859655"/>
              <a:gd name="connsiteY4" fmla="*/ 6858000 h 6862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59655" h="6862329">
                <a:moveTo>
                  <a:pt x="0" y="6858000"/>
                </a:moveTo>
                <a:cubicBezTo>
                  <a:pt x="92703" y="2794000"/>
                  <a:pt x="3259119" y="29029"/>
                  <a:pt x="6858004" y="0"/>
                </a:cubicBezTo>
                <a:cubicBezTo>
                  <a:pt x="6862993" y="1749878"/>
                  <a:pt x="6854824" y="2086881"/>
                  <a:pt x="6857547" y="2775403"/>
                </a:cubicBezTo>
                <a:cubicBezTo>
                  <a:pt x="3237665" y="2988560"/>
                  <a:pt x="2735787" y="6128065"/>
                  <a:pt x="2785941" y="6862329"/>
                </a:cubicBezTo>
                <a:cubicBezTo>
                  <a:pt x="1965731" y="6851746"/>
                  <a:pt x="2255889" y="6838950"/>
                  <a:pt x="0" y="6858000"/>
                </a:cubicBezTo>
                <a:close/>
              </a:path>
            </a:pathLst>
          </a:custGeom>
        </p:spPr>
        <p:txBody>
          <a:bodyPr bIns="822960" anchor="ctr"/>
          <a:lstStyle>
            <a:lvl1pPr marL="0" indent="0" algn="ctr">
              <a:buNone/>
              <a:defRPr/>
            </a:lvl1pPr>
          </a:lstStyle>
          <a:p>
            <a:r>
              <a:rPr lang="fr-FR"/>
              <a:t>Cliquez sur l'icône pour ajouter une image</a:t>
            </a:r>
            <a:endParaRPr lang="en-US"/>
          </a:p>
        </p:txBody>
      </p:sp>
    </p:spTree>
    <p:extLst>
      <p:ext uri="{BB962C8B-B14F-4D97-AF65-F5344CB8AC3E}">
        <p14:creationId xmlns:p14="http://schemas.microsoft.com/office/powerpoint/2010/main" val="171861679"/>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showMasterSp="0" preserve="1" userDrawn="1">
  <p:cSld name="Chapter 32">
    <p:bg>
      <p:bgPr>
        <a:solidFill>
          <a:schemeClr val="accent2"/>
        </a:solidFill>
        <a:effectLst/>
      </p:bgPr>
    </p:bg>
    <p:spTree>
      <p:nvGrpSpPr>
        <p:cNvPr id="1" name=""/>
        <p:cNvGrpSpPr/>
        <p:nvPr/>
      </p:nvGrpSpPr>
      <p:grpSpPr>
        <a:xfrm>
          <a:off x="0" y="0"/>
          <a:ext cx="0" cy="0"/>
          <a:chOff x="0" y="0"/>
          <a:chExt cx="0" cy="0"/>
        </a:xfrm>
      </p:grpSpPr>
      <p:sp>
        <p:nvSpPr>
          <p:cNvPr id="2" name="Title 4">
            <a:extLst>
              <a:ext uri="{FF2B5EF4-FFF2-40B4-BE49-F238E27FC236}">
                <a16:creationId xmlns:a16="http://schemas.microsoft.com/office/drawing/2014/main" id="{EAFEB385-6C15-1998-C95A-636D88E66DE8}"/>
              </a:ext>
            </a:extLst>
          </p:cNvPr>
          <p:cNvSpPr>
            <a:spLocks noGrp="1"/>
          </p:cNvSpPr>
          <p:nvPr>
            <p:ph type="title" hasCustomPrompt="1"/>
          </p:nvPr>
        </p:nvSpPr>
        <p:spPr>
          <a:xfrm>
            <a:off x="413247" y="1895312"/>
            <a:ext cx="5486400" cy="1920240"/>
          </a:xfrm>
        </p:spPr>
        <p:txBody>
          <a:bodyPr/>
          <a:lstStyle>
            <a:lvl1pPr>
              <a:spcAft>
                <a:spcPts val="300"/>
              </a:spcAft>
              <a:defRPr lang="en-US" sz="4800" kern="1200" dirty="0">
                <a:solidFill>
                  <a:schemeClr val="accent3"/>
                </a:solidFill>
                <a:latin typeface="+mj-lt"/>
                <a:ea typeface="+mn-ea"/>
                <a:cs typeface="+mn-cs"/>
              </a:defRPr>
            </a:lvl1pPr>
          </a:lstStyle>
          <a:p>
            <a:pPr lvl="0"/>
            <a:r>
              <a:rPr lang="en-US"/>
              <a:t>Chapter title</a:t>
            </a:r>
            <a:br>
              <a:rPr lang="en-US"/>
            </a:br>
            <a:r>
              <a:rPr lang="en-US"/>
              <a:t>two lines</a:t>
            </a:r>
          </a:p>
        </p:txBody>
      </p:sp>
      <p:sp>
        <p:nvSpPr>
          <p:cNvPr id="6" name="Text Placeholder 8">
            <a:extLst>
              <a:ext uri="{FF2B5EF4-FFF2-40B4-BE49-F238E27FC236}">
                <a16:creationId xmlns:a16="http://schemas.microsoft.com/office/drawing/2014/main" id="{DFBAB907-EF18-597F-DC14-A83EBE422567}"/>
              </a:ext>
            </a:extLst>
          </p:cNvPr>
          <p:cNvSpPr>
            <a:spLocks noGrp="1"/>
          </p:cNvSpPr>
          <p:nvPr>
            <p:ph type="body" sz="quarter" idx="14" hasCustomPrompt="1"/>
          </p:nvPr>
        </p:nvSpPr>
        <p:spPr>
          <a:xfrm>
            <a:off x="390098" y="389618"/>
            <a:ext cx="1439497" cy="1477328"/>
          </a:xfrm>
        </p:spPr>
        <p:txBody>
          <a:bodyPr wrap="none">
            <a:spAutoFit/>
          </a:bodyPr>
          <a:lstStyle>
            <a:lvl1pPr marL="0" indent="0" algn="l" defTabSz="914400" rtl="0" eaLnBrk="1" latinLnBrk="0" hangingPunct="1">
              <a:lnSpc>
                <a:spcPct val="100000"/>
              </a:lnSpc>
              <a:spcBef>
                <a:spcPct val="0"/>
              </a:spcBef>
              <a:buNone/>
              <a:defRPr lang="en-US" sz="9600" kern="1200" dirty="0">
                <a:solidFill>
                  <a:schemeClr val="accent3"/>
                </a:solidFill>
                <a:latin typeface="+mj-lt"/>
                <a:ea typeface="+mj-ea"/>
                <a:cs typeface="+mj-cs"/>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a:t>32</a:t>
            </a:r>
          </a:p>
        </p:txBody>
      </p:sp>
      <p:sp>
        <p:nvSpPr>
          <p:cNvPr id="3" name="Graphique 10" descr="Atos logo">
            <a:extLst>
              <a:ext uri="{FF2B5EF4-FFF2-40B4-BE49-F238E27FC236}">
                <a16:creationId xmlns:a16="http://schemas.microsoft.com/office/drawing/2014/main" id="{955EAE60-076F-B3BA-2FD9-F291924DE944}"/>
              </a:ext>
              <a:ext uri="{C183D7F6-B498-43B3-948B-1728B52AA6E4}">
                <adec:decorative xmlns:adec="http://schemas.microsoft.com/office/drawing/2017/decorative" val="0"/>
              </a:ext>
            </a:extLst>
          </p:cNvPr>
          <p:cNvSpPr/>
          <p:nvPr userDrawn="1"/>
        </p:nvSpPr>
        <p:spPr>
          <a:xfrm>
            <a:off x="10944224" y="6309897"/>
            <a:ext cx="819151" cy="250488"/>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a:p>
        </p:txBody>
      </p:sp>
      <p:sp>
        <p:nvSpPr>
          <p:cNvPr id="11" name="Picture Placeholder 6">
            <a:extLst>
              <a:ext uri="{FF2B5EF4-FFF2-40B4-BE49-F238E27FC236}">
                <a16:creationId xmlns:a16="http://schemas.microsoft.com/office/drawing/2014/main" id="{8FC58AAA-366C-B87C-83CD-72182A819A9C}"/>
              </a:ext>
              <a:ext uri="{C183D7F6-B498-43B3-948B-1728B52AA6E4}">
                <adec:decorative xmlns:adec="http://schemas.microsoft.com/office/drawing/2017/decorative" val="1"/>
              </a:ext>
            </a:extLst>
          </p:cNvPr>
          <p:cNvSpPr>
            <a:spLocks noGrp="1" noChangeAspect="1"/>
          </p:cNvSpPr>
          <p:nvPr>
            <p:ph type="pic" sz="quarter" idx="12"/>
          </p:nvPr>
        </p:nvSpPr>
        <p:spPr>
          <a:xfrm>
            <a:off x="5333999" y="-2"/>
            <a:ext cx="6859655" cy="6862329"/>
          </a:xfrm>
          <a:custGeom>
            <a:avLst/>
            <a:gdLst>
              <a:gd name="connsiteX0" fmla="*/ 0 w 13716008"/>
              <a:gd name="connsiteY0" fmla="*/ 6858000 h 13716000"/>
              <a:gd name="connsiteX1" fmla="*/ 6858004 w 13716008"/>
              <a:gd name="connsiteY1" fmla="*/ 0 h 13716000"/>
              <a:gd name="connsiteX2" fmla="*/ 13716008 w 13716008"/>
              <a:gd name="connsiteY2" fmla="*/ 6858000 h 13716000"/>
              <a:gd name="connsiteX3" fmla="*/ 6858004 w 13716008"/>
              <a:gd name="connsiteY3" fmla="*/ 13716000 h 13716000"/>
              <a:gd name="connsiteX4" fmla="*/ 0 w 13716008"/>
              <a:gd name="connsiteY4" fmla="*/ 6858000 h 13716000"/>
              <a:gd name="connsiteX0" fmla="*/ 0 w 13836759"/>
              <a:gd name="connsiteY0" fmla="*/ 7199252 h 14057252"/>
              <a:gd name="connsiteX1" fmla="*/ 6858004 w 13836759"/>
              <a:gd name="connsiteY1" fmla="*/ 341252 h 14057252"/>
              <a:gd name="connsiteX2" fmla="*/ 10915650 w 13836759"/>
              <a:gd name="connsiteY2" fmla="*/ 1674752 h 14057252"/>
              <a:gd name="connsiteX3" fmla="*/ 13716008 w 13836759"/>
              <a:gd name="connsiteY3" fmla="*/ 7199252 h 14057252"/>
              <a:gd name="connsiteX4" fmla="*/ 6858004 w 13836759"/>
              <a:gd name="connsiteY4" fmla="*/ 14057252 h 14057252"/>
              <a:gd name="connsiteX5" fmla="*/ 0 w 13836759"/>
              <a:gd name="connsiteY5" fmla="*/ 7199252 h 14057252"/>
              <a:gd name="connsiteX0" fmla="*/ 0 w 13836759"/>
              <a:gd name="connsiteY0" fmla="*/ 7199252 h 14057252"/>
              <a:gd name="connsiteX1" fmla="*/ 6858004 w 13836759"/>
              <a:gd name="connsiteY1" fmla="*/ 341252 h 14057252"/>
              <a:gd name="connsiteX2" fmla="*/ 10915650 w 13836759"/>
              <a:gd name="connsiteY2" fmla="*/ 1674752 h 14057252"/>
              <a:gd name="connsiteX3" fmla="*/ 13716008 w 13836759"/>
              <a:gd name="connsiteY3" fmla="*/ 7199252 h 14057252"/>
              <a:gd name="connsiteX4" fmla="*/ 6858004 w 13836759"/>
              <a:gd name="connsiteY4" fmla="*/ 14057252 h 14057252"/>
              <a:gd name="connsiteX5" fmla="*/ 0 w 13836759"/>
              <a:gd name="connsiteY5" fmla="*/ 7199252 h 14057252"/>
              <a:gd name="connsiteX0" fmla="*/ 0 w 13836759"/>
              <a:gd name="connsiteY0" fmla="*/ 6858000 h 13716000"/>
              <a:gd name="connsiteX1" fmla="*/ 6858004 w 13836759"/>
              <a:gd name="connsiteY1" fmla="*/ 0 h 13716000"/>
              <a:gd name="connsiteX2" fmla="*/ 10915650 w 13836759"/>
              <a:gd name="connsiteY2" fmla="*/ 1333500 h 13716000"/>
              <a:gd name="connsiteX3" fmla="*/ 13716008 w 13836759"/>
              <a:gd name="connsiteY3" fmla="*/ 6858000 h 13716000"/>
              <a:gd name="connsiteX4" fmla="*/ 6858004 w 13836759"/>
              <a:gd name="connsiteY4" fmla="*/ 13716000 h 13716000"/>
              <a:gd name="connsiteX5" fmla="*/ 0 w 13836759"/>
              <a:gd name="connsiteY5" fmla="*/ 6858000 h 13716000"/>
              <a:gd name="connsiteX0" fmla="*/ 0 w 13766467"/>
              <a:gd name="connsiteY0" fmla="*/ 6858000 h 13716000"/>
              <a:gd name="connsiteX1" fmla="*/ 6858004 w 13766467"/>
              <a:gd name="connsiteY1" fmla="*/ 0 h 13716000"/>
              <a:gd name="connsiteX2" fmla="*/ 6924222 w 13766467"/>
              <a:gd name="connsiteY2" fmla="*/ 2784928 h 13716000"/>
              <a:gd name="connsiteX3" fmla="*/ 13716008 w 13766467"/>
              <a:gd name="connsiteY3" fmla="*/ 6858000 h 13716000"/>
              <a:gd name="connsiteX4" fmla="*/ 6858004 w 13766467"/>
              <a:gd name="connsiteY4" fmla="*/ 13716000 h 13716000"/>
              <a:gd name="connsiteX5" fmla="*/ 0 w 13766467"/>
              <a:gd name="connsiteY5" fmla="*/ 6858000 h 13716000"/>
              <a:gd name="connsiteX0" fmla="*/ 0 w 13766467"/>
              <a:gd name="connsiteY0" fmla="*/ 6858000 h 13716000"/>
              <a:gd name="connsiteX1" fmla="*/ 6858004 w 13766467"/>
              <a:gd name="connsiteY1" fmla="*/ 0 h 13716000"/>
              <a:gd name="connsiteX2" fmla="*/ 6924222 w 13766467"/>
              <a:gd name="connsiteY2" fmla="*/ 2784928 h 13716000"/>
              <a:gd name="connsiteX3" fmla="*/ 13716008 w 13766467"/>
              <a:gd name="connsiteY3" fmla="*/ 6858000 h 13716000"/>
              <a:gd name="connsiteX4" fmla="*/ 6858004 w 13766467"/>
              <a:gd name="connsiteY4" fmla="*/ 13716000 h 13716000"/>
              <a:gd name="connsiteX5" fmla="*/ 0 w 13766467"/>
              <a:gd name="connsiteY5" fmla="*/ 6858000 h 13716000"/>
              <a:gd name="connsiteX0" fmla="*/ 0 w 13766467"/>
              <a:gd name="connsiteY0" fmla="*/ 6858000 h 13716000"/>
              <a:gd name="connsiteX1" fmla="*/ 6858004 w 13766467"/>
              <a:gd name="connsiteY1" fmla="*/ 0 h 13716000"/>
              <a:gd name="connsiteX2" fmla="*/ 6924222 w 13766467"/>
              <a:gd name="connsiteY2" fmla="*/ 2784928 h 13716000"/>
              <a:gd name="connsiteX3" fmla="*/ 13716008 w 13766467"/>
              <a:gd name="connsiteY3" fmla="*/ 6858000 h 13716000"/>
              <a:gd name="connsiteX4" fmla="*/ 6858004 w 13766467"/>
              <a:gd name="connsiteY4" fmla="*/ 13716000 h 13716000"/>
              <a:gd name="connsiteX5" fmla="*/ 0 w 13766467"/>
              <a:gd name="connsiteY5" fmla="*/ 6858000 h 13716000"/>
              <a:gd name="connsiteX0" fmla="*/ 0 w 13765909"/>
              <a:gd name="connsiteY0" fmla="*/ 6858000 h 13716000"/>
              <a:gd name="connsiteX1" fmla="*/ 6858004 w 13765909"/>
              <a:gd name="connsiteY1" fmla="*/ 0 h 13716000"/>
              <a:gd name="connsiteX2" fmla="*/ 6848022 w 13765909"/>
              <a:gd name="connsiteY2" fmla="*/ 2784928 h 13716000"/>
              <a:gd name="connsiteX3" fmla="*/ 13716008 w 13765909"/>
              <a:gd name="connsiteY3" fmla="*/ 6858000 h 13716000"/>
              <a:gd name="connsiteX4" fmla="*/ 6858004 w 13765909"/>
              <a:gd name="connsiteY4" fmla="*/ 13716000 h 13716000"/>
              <a:gd name="connsiteX5" fmla="*/ 0 w 13765909"/>
              <a:gd name="connsiteY5" fmla="*/ 6858000 h 13716000"/>
              <a:gd name="connsiteX0" fmla="*/ 0 w 13765909"/>
              <a:gd name="connsiteY0" fmla="*/ 6858000 h 13716000"/>
              <a:gd name="connsiteX1" fmla="*/ 6858004 w 13765909"/>
              <a:gd name="connsiteY1" fmla="*/ 0 h 13716000"/>
              <a:gd name="connsiteX2" fmla="*/ 6848022 w 13765909"/>
              <a:gd name="connsiteY2" fmla="*/ 2784928 h 13716000"/>
              <a:gd name="connsiteX3" fmla="*/ 13716008 w 13765909"/>
              <a:gd name="connsiteY3" fmla="*/ 6858000 h 13716000"/>
              <a:gd name="connsiteX4" fmla="*/ 6858004 w 13765909"/>
              <a:gd name="connsiteY4" fmla="*/ 13716000 h 13716000"/>
              <a:gd name="connsiteX5" fmla="*/ 0 w 13765909"/>
              <a:gd name="connsiteY5" fmla="*/ 6858000 h 13716000"/>
              <a:gd name="connsiteX0" fmla="*/ 0 w 7128220"/>
              <a:gd name="connsiteY0" fmla="*/ 6858000 h 13738479"/>
              <a:gd name="connsiteX1" fmla="*/ 6858004 w 7128220"/>
              <a:gd name="connsiteY1" fmla="*/ 0 h 13738479"/>
              <a:gd name="connsiteX2" fmla="*/ 6848022 w 7128220"/>
              <a:gd name="connsiteY2" fmla="*/ 2784928 h 13738479"/>
              <a:gd name="connsiteX3" fmla="*/ 4635508 w 7128220"/>
              <a:gd name="connsiteY3" fmla="*/ 4864100 h 13738479"/>
              <a:gd name="connsiteX4" fmla="*/ 6858004 w 7128220"/>
              <a:gd name="connsiteY4" fmla="*/ 13716000 h 13738479"/>
              <a:gd name="connsiteX5" fmla="*/ 0 w 7128220"/>
              <a:gd name="connsiteY5" fmla="*/ 6858000 h 13738479"/>
              <a:gd name="connsiteX0" fmla="*/ 99728 w 7227948"/>
              <a:gd name="connsiteY0" fmla="*/ 6858000 h 7668464"/>
              <a:gd name="connsiteX1" fmla="*/ 6957732 w 7227948"/>
              <a:gd name="connsiteY1" fmla="*/ 0 h 7668464"/>
              <a:gd name="connsiteX2" fmla="*/ 6947750 w 7227948"/>
              <a:gd name="connsiteY2" fmla="*/ 2784928 h 7668464"/>
              <a:gd name="connsiteX3" fmla="*/ 4735236 w 7227948"/>
              <a:gd name="connsiteY3" fmla="*/ 4864100 h 7668464"/>
              <a:gd name="connsiteX4" fmla="*/ 3005164 w 7227948"/>
              <a:gd name="connsiteY4" fmla="*/ 7315200 h 7668464"/>
              <a:gd name="connsiteX5" fmla="*/ 99728 w 7227948"/>
              <a:gd name="connsiteY5" fmla="*/ 6858000 h 7668464"/>
              <a:gd name="connsiteX0" fmla="*/ 99728 w 7227948"/>
              <a:gd name="connsiteY0" fmla="*/ 6858000 h 7668464"/>
              <a:gd name="connsiteX1" fmla="*/ 6957732 w 7227948"/>
              <a:gd name="connsiteY1" fmla="*/ 0 h 7668464"/>
              <a:gd name="connsiteX2" fmla="*/ 6947750 w 7227948"/>
              <a:gd name="connsiteY2" fmla="*/ 2784928 h 7668464"/>
              <a:gd name="connsiteX3" fmla="*/ 4735236 w 7227948"/>
              <a:gd name="connsiteY3" fmla="*/ 4864100 h 7668464"/>
              <a:gd name="connsiteX4" fmla="*/ 3005164 w 7227948"/>
              <a:gd name="connsiteY4" fmla="*/ 7315200 h 7668464"/>
              <a:gd name="connsiteX5" fmla="*/ 99728 w 7227948"/>
              <a:gd name="connsiteY5" fmla="*/ 6858000 h 7668464"/>
              <a:gd name="connsiteX0" fmla="*/ 99728 w 7227948"/>
              <a:gd name="connsiteY0" fmla="*/ 6858000 h 7668464"/>
              <a:gd name="connsiteX1" fmla="*/ 6957732 w 7227948"/>
              <a:gd name="connsiteY1" fmla="*/ 0 h 7668464"/>
              <a:gd name="connsiteX2" fmla="*/ 6947750 w 7227948"/>
              <a:gd name="connsiteY2" fmla="*/ 2784928 h 7668464"/>
              <a:gd name="connsiteX3" fmla="*/ 4735236 w 7227948"/>
              <a:gd name="connsiteY3" fmla="*/ 4864100 h 7668464"/>
              <a:gd name="connsiteX4" fmla="*/ 3005164 w 7227948"/>
              <a:gd name="connsiteY4" fmla="*/ 7315200 h 7668464"/>
              <a:gd name="connsiteX5" fmla="*/ 99728 w 7227948"/>
              <a:gd name="connsiteY5" fmla="*/ 6858000 h 7668464"/>
              <a:gd name="connsiteX0" fmla="*/ 99728 w 7227948"/>
              <a:gd name="connsiteY0" fmla="*/ 6858000 h 7668464"/>
              <a:gd name="connsiteX1" fmla="*/ 6957732 w 7227948"/>
              <a:gd name="connsiteY1" fmla="*/ 0 h 7668464"/>
              <a:gd name="connsiteX2" fmla="*/ 6947750 w 7227948"/>
              <a:gd name="connsiteY2" fmla="*/ 2784928 h 7668464"/>
              <a:gd name="connsiteX3" fmla="*/ 4735236 w 7227948"/>
              <a:gd name="connsiteY3" fmla="*/ 4864100 h 7668464"/>
              <a:gd name="connsiteX4" fmla="*/ 3005164 w 7227948"/>
              <a:gd name="connsiteY4" fmla="*/ 7315200 h 7668464"/>
              <a:gd name="connsiteX5" fmla="*/ 99728 w 7227948"/>
              <a:gd name="connsiteY5" fmla="*/ 6858000 h 7668464"/>
              <a:gd name="connsiteX0" fmla="*/ 99728 w 7227948"/>
              <a:gd name="connsiteY0" fmla="*/ 6858000 h 7668464"/>
              <a:gd name="connsiteX1" fmla="*/ 6957732 w 7227948"/>
              <a:gd name="connsiteY1" fmla="*/ 0 h 7668464"/>
              <a:gd name="connsiteX2" fmla="*/ 6947750 w 7227948"/>
              <a:gd name="connsiteY2" fmla="*/ 2784928 h 7668464"/>
              <a:gd name="connsiteX3" fmla="*/ 4735236 w 7227948"/>
              <a:gd name="connsiteY3" fmla="*/ 4864100 h 7668464"/>
              <a:gd name="connsiteX4" fmla="*/ 3005164 w 7227948"/>
              <a:gd name="connsiteY4" fmla="*/ 7315200 h 7668464"/>
              <a:gd name="connsiteX5" fmla="*/ 99728 w 7227948"/>
              <a:gd name="connsiteY5" fmla="*/ 6858000 h 7668464"/>
              <a:gd name="connsiteX0" fmla="*/ 0 w 7128220"/>
              <a:gd name="connsiteY0" fmla="*/ 6858000 h 7395439"/>
              <a:gd name="connsiteX1" fmla="*/ 6858004 w 7128220"/>
              <a:gd name="connsiteY1" fmla="*/ 0 h 7395439"/>
              <a:gd name="connsiteX2" fmla="*/ 6848022 w 7128220"/>
              <a:gd name="connsiteY2" fmla="*/ 2784928 h 7395439"/>
              <a:gd name="connsiteX3" fmla="*/ 4635508 w 7128220"/>
              <a:gd name="connsiteY3" fmla="*/ 4864100 h 7395439"/>
              <a:gd name="connsiteX4" fmla="*/ 2905436 w 7128220"/>
              <a:gd name="connsiteY4" fmla="*/ 7315200 h 7395439"/>
              <a:gd name="connsiteX5" fmla="*/ 0 w 7128220"/>
              <a:gd name="connsiteY5" fmla="*/ 6858000 h 7395439"/>
              <a:gd name="connsiteX0" fmla="*/ 0 w 7128220"/>
              <a:gd name="connsiteY0" fmla="*/ 6858000 h 7016049"/>
              <a:gd name="connsiteX1" fmla="*/ 6858004 w 7128220"/>
              <a:gd name="connsiteY1" fmla="*/ 0 h 7016049"/>
              <a:gd name="connsiteX2" fmla="*/ 6848022 w 7128220"/>
              <a:gd name="connsiteY2" fmla="*/ 2784928 h 7016049"/>
              <a:gd name="connsiteX3" fmla="*/ 4635508 w 7128220"/>
              <a:gd name="connsiteY3" fmla="*/ 4864100 h 7016049"/>
              <a:gd name="connsiteX4" fmla="*/ 2810186 w 7128220"/>
              <a:gd name="connsiteY4" fmla="*/ 6877050 h 7016049"/>
              <a:gd name="connsiteX5" fmla="*/ 0 w 7128220"/>
              <a:gd name="connsiteY5" fmla="*/ 6858000 h 7016049"/>
              <a:gd name="connsiteX0" fmla="*/ 0 w 7128220"/>
              <a:gd name="connsiteY0" fmla="*/ 6858000 h 7016049"/>
              <a:gd name="connsiteX1" fmla="*/ 6858004 w 7128220"/>
              <a:gd name="connsiteY1" fmla="*/ 0 h 7016049"/>
              <a:gd name="connsiteX2" fmla="*/ 6848022 w 7128220"/>
              <a:gd name="connsiteY2" fmla="*/ 2784928 h 7016049"/>
              <a:gd name="connsiteX3" fmla="*/ 4635508 w 7128220"/>
              <a:gd name="connsiteY3" fmla="*/ 4864100 h 7016049"/>
              <a:gd name="connsiteX4" fmla="*/ 2810186 w 7128220"/>
              <a:gd name="connsiteY4" fmla="*/ 6877050 h 7016049"/>
              <a:gd name="connsiteX5" fmla="*/ 0 w 7128220"/>
              <a:gd name="connsiteY5" fmla="*/ 6858000 h 7016049"/>
              <a:gd name="connsiteX0" fmla="*/ 0 w 7128220"/>
              <a:gd name="connsiteY0" fmla="*/ 6858000 h 7016049"/>
              <a:gd name="connsiteX1" fmla="*/ 6858004 w 7128220"/>
              <a:gd name="connsiteY1" fmla="*/ 0 h 7016049"/>
              <a:gd name="connsiteX2" fmla="*/ 6848022 w 7128220"/>
              <a:gd name="connsiteY2" fmla="*/ 2784928 h 7016049"/>
              <a:gd name="connsiteX3" fmla="*/ 4635508 w 7128220"/>
              <a:gd name="connsiteY3" fmla="*/ 4864100 h 7016049"/>
              <a:gd name="connsiteX4" fmla="*/ 2810186 w 7128220"/>
              <a:gd name="connsiteY4" fmla="*/ 6877050 h 7016049"/>
              <a:gd name="connsiteX5" fmla="*/ 0 w 7128220"/>
              <a:gd name="connsiteY5" fmla="*/ 6858000 h 7016049"/>
              <a:gd name="connsiteX0" fmla="*/ 0 w 7128220"/>
              <a:gd name="connsiteY0" fmla="*/ 6858000 h 6877050"/>
              <a:gd name="connsiteX1" fmla="*/ 6858004 w 7128220"/>
              <a:gd name="connsiteY1" fmla="*/ 0 h 6877050"/>
              <a:gd name="connsiteX2" fmla="*/ 6848022 w 7128220"/>
              <a:gd name="connsiteY2" fmla="*/ 2784928 h 6877050"/>
              <a:gd name="connsiteX3" fmla="*/ 4635508 w 7128220"/>
              <a:gd name="connsiteY3" fmla="*/ 4864100 h 6877050"/>
              <a:gd name="connsiteX4" fmla="*/ 2810186 w 7128220"/>
              <a:gd name="connsiteY4" fmla="*/ 6877050 h 6877050"/>
              <a:gd name="connsiteX5" fmla="*/ 0 w 7128220"/>
              <a:gd name="connsiteY5" fmla="*/ 6858000 h 6877050"/>
              <a:gd name="connsiteX0" fmla="*/ 0 w 7128220"/>
              <a:gd name="connsiteY0" fmla="*/ 6858000 h 6858000"/>
              <a:gd name="connsiteX1" fmla="*/ 6858004 w 7128220"/>
              <a:gd name="connsiteY1" fmla="*/ 0 h 6858000"/>
              <a:gd name="connsiteX2" fmla="*/ 6848022 w 7128220"/>
              <a:gd name="connsiteY2" fmla="*/ 2784928 h 6858000"/>
              <a:gd name="connsiteX3" fmla="*/ 4635508 w 7128220"/>
              <a:gd name="connsiteY3" fmla="*/ 4864100 h 6858000"/>
              <a:gd name="connsiteX4" fmla="*/ 2772086 w 7128220"/>
              <a:gd name="connsiteY4" fmla="*/ 6848475 h 6858000"/>
              <a:gd name="connsiteX5" fmla="*/ 0 w 7128220"/>
              <a:gd name="connsiteY5" fmla="*/ 6858000 h 6858000"/>
              <a:gd name="connsiteX0" fmla="*/ 0 w 6858895"/>
              <a:gd name="connsiteY0" fmla="*/ 6858000 h 6858000"/>
              <a:gd name="connsiteX1" fmla="*/ 6858004 w 6858895"/>
              <a:gd name="connsiteY1" fmla="*/ 0 h 6858000"/>
              <a:gd name="connsiteX2" fmla="*/ 6848022 w 6858895"/>
              <a:gd name="connsiteY2" fmla="*/ 2784928 h 6858000"/>
              <a:gd name="connsiteX3" fmla="*/ 2772086 w 6858895"/>
              <a:gd name="connsiteY3" fmla="*/ 6848475 h 6858000"/>
              <a:gd name="connsiteX4" fmla="*/ 0 w 6858895"/>
              <a:gd name="connsiteY4" fmla="*/ 6858000 h 6858000"/>
              <a:gd name="connsiteX0" fmla="*/ 0 w 6858895"/>
              <a:gd name="connsiteY0" fmla="*/ 6858000 h 6858000"/>
              <a:gd name="connsiteX1" fmla="*/ 6858004 w 6858895"/>
              <a:gd name="connsiteY1" fmla="*/ 0 h 6858000"/>
              <a:gd name="connsiteX2" fmla="*/ 6848022 w 6858895"/>
              <a:gd name="connsiteY2" fmla="*/ 2784928 h 6858000"/>
              <a:gd name="connsiteX3" fmla="*/ 2772086 w 6858895"/>
              <a:gd name="connsiteY3" fmla="*/ 6848475 h 6858000"/>
              <a:gd name="connsiteX4" fmla="*/ 0 w 6858895"/>
              <a:gd name="connsiteY4" fmla="*/ 6858000 h 6858000"/>
              <a:gd name="connsiteX0" fmla="*/ 0 w 6858895"/>
              <a:gd name="connsiteY0" fmla="*/ 6858000 h 6858000"/>
              <a:gd name="connsiteX1" fmla="*/ 6858004 w 6858895"/>
              <a:gd name="connsiteY1" fmla="*/ 0 h 6858000"/>
              <a:gd name="connsiteX2" fmla="*/ 6848022 w 6858895"/>
              <a:gd name="connsiteY2" fmla="*/ 2784928 h 6858000"/>
              <a:gd name="connsiteX3" fmla="*/ 2772086 w 6858895"/>
              <a:gd name="connsiteY3" fmla="*/ 6848475 h 6858000"/>
              <a:gd name="connsiteX4" fmla="*/ 0 w 6858895"/>
              <a:gd name="connsiteY4" fmla="*/ 6858000 h 6858000"/>
              <a:gd name="connsiteX0" fmla="*/ 0 w 6859655"/>
              <a:gd name="connsiteY0" fmla="*/ 6858000 h 6858000"/>
              <a:gd name="connsiteX1" fmla="*/ 6858004 w 6859655"/>
              <a:gd name="connsiteY1" fmla="*/ 0 h 6858000"/>
              <a:gd name="connsiteX2" fmla="*/ 6857547 w 6859655"/>
              <a:gd name="connsiteY2" fmla="*/ 2775403 h 6858000"/>
              <a:gd name="connsiteX3" fmla="*/ 2772086 w 6859655"/>
              <a:gd name="connsiteY3" fmla="*/ 6848475 h 6858000"/>
              <a:gd name="connsiteX4" fmla="*/ 0 w 6859655"/>
              <a:gd name="connsiteY4" fmla="*/ 6858000 h 6858000"/>
              <a:gd name="connsiteX0" fmla="*/ 0 w 6859655"/>
              <a:gd name="connsiteY0" fmla="*/ 6858000 h 6858000"/>
              <a:gd name="connsiteX1" fmla="*/ 6858004 w 6859655"/>
              <a:gd name="connsiteY1" fmla="*/ 0 h 6858000"/>
              <a:gd name="connsiteX2" fmla="*/ 6857547 w 6859655"/>
              <a:gd name="connsiteY2" fmla="*/ 2775403 h 6858000"/>
              <a:gd name="connsiteX3" fmla="*/ 2827504 w 6859655"/>
              <a:gd name="connsiteY3" fmla="*/ 6848475 h 6858000"/>
              <a:gd name="connsiteX4" fmla="*/ 0 w 6859655"/>
              <a:gd name="connsiteY4" fmla="*/ 6858000 h 6858000"/>
              <a:gd name="connsiteX0" fmla="*/ 0 w 6859655"/>
              <a:gd name="connsiteY0" fmla="*/ 6858000 h 6858000"/>
              <a:gd name="connsiteX1" fmla="*/ 6858004 w 6859655"/>
              <a:gd name="connsiteY1" fmla="*/ 0 h 6858000"/>
              <a:gd name="connsiteX2" fmla="*/ 6857547 w 6859655"/>
              <a:gd name="connsiteY2" fmla="*/ 2775403 h 6858000"/>
              <a:gd name="connsiteX3" fmla="*/ 2827504 w 6859655"/>
              <a:gd name="connsiteY3" fmla="*/ 6848475 h 6858000"/>
              <a:gd name="connsiteX4" fmla="*/ 0 w 6859655"/>
              <a:gd name="connsiteY4" fmla="*/ 6858000 h 6858000"/>
              <a:gd name="connsiteX0" fmla="*/ 0 w 6859655"/>
              <a:gd name="connsiteY0" fmla="*/ 6858000 h 6858000"/>
              <a:gd name="connsiteX1" fmla="*/ 6858004 w 6859655"/>
              <a:gd name="connsiteY1" fmla="*/ 0 h 6858000"/>
              <a:gd name="connsiteX2" fmla="*/ 6857547 w 6859655"/>
              <a:gd name="connsiteY2" fmla="*/ 2775403 h 6858000"/>
              <a:gd name="connsiteX3" fmla="*/ 2785941 w 6859655"/>
              <a:gd name="connsiteY3" fmla="*/ 6848475 h 6858000"/>
              <a:gd name="connsiteX4" fmla="*/ 0 w 6859655"/>
              <a:gd name="connsiteY4" fmla="*/ 6858000 h 6858000"/>
              <a:gd name="connsiteX0" fmla="*/ 0 w 6859655"/>
              <a:gd name="connsiteY0" fmla="*/ 6858000 h 6858000"/>
              <a:gd name="connsiteX1" fmla="*/ 6858004 w 6859655"/>
              <a:gd name="connsiteY1" fmla="*/ 0 h 6858000"/>
              <a:gd name="connsiteX2" fmla="*/ 6857547 w 6859655"/>
              <a:gd name="connsiteY2" fmla="*/ 2775403 h 6858000"/>
              <a:gd name="connsiteX3" fmla="*/ 2785941 w 6859655"/>
              <a:gd name="connsiteY3" fmla="*/ 6848475 h 6858000"/>
              <a:gd name="connsiteX4" fmla="*/ 0 w 6859655"/>
              <a:gd name="connsiteY4" fmla="*/ 6858000 h 6858000"/>
              <a:gd name="connsiteX0" fmla="*/ 0 w 6859655"/>
              <a:gd name="connsiteY0" fmla="*/ 6858000 h 6858000"/>
              <a:gd name="connsiteX1" fmla="*/ 6858004 w 6859655"/>
              <a:gd name="connsiteY1" fmla="*/ 0 h 6858000"/>
              <a:gd name="connsiteX2" fmla="*/ 6857547 w 6859655"/>
              <a:gd name="connsiteY2" fmla="*/ 2775403 h 6858000"/>
              <a:gd name="connsiteX3" fmla="*/ 2785941 w 6859655"/>
              <a:gd name="connsiteY3" fmla="*/ 6848475 h 6858000"/>
              <a:gd name="connsiteX4" fmla="*/ 0 w 6859655"/>
              <a:gd name="connsiteY4" fmla="*/ 6858000 h 6858000"/>
              <a:gd name="connsiteX0" fmla="*/ 0 w 6859655"/>
              <a:gd name="connsiteY0" fmla="*/ 6858000 h 6858000"/>
              <a:gd name="connsiteX1" fmla="*/ 6858004 w 6859655"/>
              <a:gd name="connsiteY1" fmla="*/ 0 h 6858000"/>
              <a:gd name="connsiteX2" fmla="*/ 6857547 w 6859655"/>
              <a:gd name="connsiteY2" fmla="*/ 2775403 h 6858000"/>
              <a:gd name="connsiteX3" fmla="*/ 2785941 w 6859655"/>
              <a:gd name="connsiteY3" fmla="*/ 6848475 h 6858000"/>
              <a:gd name="connsiteX4" fmla="*/ 0 w 6859655"/>
              <a:gd name="connsiteY4" fmla="*/ 6858000 h 6858000"/>
              <a:gd name="connsiteX0" fmla="*/ 0 w 6859655"/>
              <a:gd name="connsiteY0" fmla="*/ 6858000 h 6858000"/>
              <a:gd name="connsiteX1" fmla="*/ 6858004 w 6859655"/>
              <a:gd name="connsiteY1" fmla="*/ 0 h 6858000"/>
              <a:gd name="connsiteX2" fmla="*/ 6857547 w 6859655"/>
              <a:gd name="connsiteY2" fmla="*/ 2775403 h 6858000"/>
              <a:gd name="connsiteX3" fmla="*/ 2785941 w 6859655"/>
              <a:gd name="connsiteY3" fmla="*/ 6848475 h 6858000"/>
              <a:gd name="connsiteX4" fmla="*/ 0 w 6859655"/>
              <a:gd name="connsiteY4" fmla="*/ 6858000 h 6858000"/>
              <a:gd name="connsiteX0" fmla="*/ 0 w 6859655"/>
              <a:gd name="connsiteY0" fmla="*/ 6858000 h 6858000"/>
              <a:gd name="connsiteX1" fmla="*/ 6858004 w 6859655"/>
              <a:gd name="connsiteY1" fmla="*/ 0 h 6858000"/>
              <a:gd name="connsiteX2" fmla="*/ 6857547 w 6859655"/>
              <a:gd name="connsiteY2" fmla="*/ 2775403 h 6858000"/>
              <a:gd name="connsiteX3" fmla="*/ 2785941 w 6859655"/>
              <a:gd name="connsiteY3" fmla="*/ 6848475 h 6858000"/>
              <a:gd name="connsiteX4" fmla="*/ 0 w 6859655"/>
              <a:gd name="connsiteY4" fmla="*/ 6858000 h 6858000"/>
              <a:gd name="connsiteX0" fmla="*/ 0 w 6859655"/>
              <a:gd name="connsiteY0" fmla="*/ 6858000 h 6876184"/>
              <a:gd name="connsiteX1" fmla="*/ 6858004 w 6859655"/>
              <a:gd name="connsiteY1" fmla="*/ 0 h 6876184"/>
              <a:gd name="connsiteX2" fmla="*/ 6857547 w 6859655"/>
              <a:gd name="connsiteY2" fmla="*/ 2775403 h 6876184"/>
              <a:gd name="connsiteX3" fmla="*/ 2785941 w 6859655"/>
              <a:gd name="connsiteY3" fmla="*/ 6876184 h 6876184"/>
              <a:gd name="connsiteX4" fmla="*/ 0 w 6859655"/>
              <a:gd name="connsiteY4" fmla="*/ 6858000 h 6876184"/>
              <a:gd name="connsiteX0" fmla="*/ 0 w 6859655"/>
              <a:gd name="connsiteY0" fmla="*/ 6858000 h 6862329"/>
              <a:gd name="connsiteX1" fmla="*/ 6858004 w 6859655"/>
              <a:gd name="connsiteY1" fmla="*/ 0 h 6862329"/>
              <a:gd name="connsiteX2" fmla="*/ 6857547 w 6859655"/>
              <a:gd name="connsiteY2" fmla="*/ 2775403 h 6862329"/>
              <a:gd name="connsiteX3" fmla="*/ 2785941 w 6859655"/>
              <a:gd name="connsiteY3" fmla="*/ 6862329 h 6862329"/>
              <a:gd name="connsiteX4" fmla="*/ 0 w 6859655"/>
              <a:gd name="connsiteY4" fmla="*/ 6858000 h 6862329"/>
              <a:gd name="connsiteX0" fmla="*/ 0 w 6859655"/>
              <a:gd name="connsiteY0" fmla="*/ 6858000 h 6862329"/>
              <a:gd name="connsiteX1" fmla="*/ 6858004 w 6859655"/>
              <a:gd name="connsiteY1" fmla="*/ 0 h 6862329"/>
              <a:gd name="connsiteX2" fmla="*/ 6857547 w 6859655"/>
              <a:gd name="connsiteY2" fmla="*/ 2775403 h 6862329"/>
              <a:gd name="connsiteX3" fmla="*/ 2785941 w 6859655"/>
              <a:gd name="connsiteY3" fmla="*/ 6862329 h 6862329"/>
              <a:gd name="connsiteX4" fmla="*/ 0 w 6859655"/>
              <a:gd name="connsiteY4" fmla="*/ 6858000 h 6862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59655" h="6862329">
                <a:moveTo>
                  <a:pt x="0" y="6858000"/>
                </a:moveTo>
                <a:cubicBezTo>
                  <a:pt x="92703" y="2794000"/>
                  <a:pt x="3259119" y="29029"/>
                  <a:pt x="6858004" y="0"/>
                </a:cubicBezTo>
                <a:cubicBezTo>
                  <a:pt x="6862993" y="1749878"/>
                  <a:pt x="6854824" y="2086881"/>
                  <a:pt x="6857547" y="2775403"/>
                </a:cubicBezTo>
                <a:cubicBezTo>
                  <a:pt x="3237665" y="2988560"/>
                  <a:pt x="2735787" y="6128065"/>
                  <a:pt x="2785941" y="6862329"/>
                </a:cubicBezTo>
                <a:cubicBezTo>
                  <a:pt x="1965731" y="6851746"/>
                  <a:pt x="2255889" y="6838950"/>
                  <a:pt x="0" y="6858000"/>
                </a:cubicBezTo>
                <a:close/>
              </a:path>
            </a:pathLst>
          </a:custGeom>
        </p:spPr>
        <p:txBody>
          <a:bodyPr bIns="822960" anchor="ctr"/>
          <a:lstStyle>
            <a:lvl1pPr marL="0" indent="0" algn="ctr">
              <a:buNone/>
              <a:defRPr/>
            </a:lvl1pPr>
          </a:lstStyle>
          <a:p>
            <a:r>
              <a:rPr lang="fr-FR"/>
              <a:t>Cliquez sur l'icône pour ajouter une image</a:t>
            </a:r>
            <a:endParaRPr lang="en-US"/>
          </a:p>
        </p:txBody>
      </p:sp>
    </p:spTree>
    <p:extLst>
      <p:ext uri="{BB962C8B-B14F-4D97-AF65-F5344CB8AC3E}">
        <p14:creationId xmlns:p14="http://schemas.microsoft.com/office/powerpoint/2010/main" val="3931328848"/>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showMasterSp="0" preserve="1" userDrawn="1">
  <p:cSld name="Chapter 33">
    <p:bg>
      <p:bgPr>
        <a:solidFill>
          <a:schemeClr val="accent3"/>
        </a:solidFill>
        <a:effectLst/>
      </p:bgPr>
    </p:bg>
    <p:spTree>
      <p:nvGrpSpPr>
        <p:cNvPr id="1" name=""/>
        <p:cNvGrpSpPr/>
        <p:nvPr/>
      </p:nvGrpSpPr>
      <p:grpSpPr>
        <a:xfrm>
          <a:off x="0" y="0"/>
          <a:ext cx="0" cy="0"/>
          <a:chOff x="0" y="0"/>
          <a:chExt cx="0" cy="0"/>
        </a:xfrm>
      </p:grpSpPr>
      <p:sp>
        <p:nvSpPr>
          <p:cNvPr id="2" name="Title 4">
            <a:extLst>
              <a:ext uri="{FF2B5EF4-FFF2-40B4-BE49-F238E27FC236}">
                <a16:creationId xmlns:a16="http://schemas.microsoft.com/office/drawing/2014/main" id="{9778FBFA-9C80-C717-AECD-AD7663400FAF}"/>
              </a:ext>
            </a:extLst>
          </p:cNvPr>
          <p:cNvSpPr>
            <a:spLocks noGrp="1"/>
          </p:cNvSpPr>
          <p:nvPr>
            <p:ph type="title" hasCustomPrompt="1"/>
          </p:nvPr>
        </p:nvSpPr>
        <p:spPr>
          <a:xfrm>
            <a:off x="413247" y="1895312"/>
            <a:ext cx="5486400" cy="1920240"/>
          </a:xfrm>
        </p:spPr>
        <p:txBody>
          <a:bodyPr/>
          <a:lstStyle>
            <a:lvl1pPr>
              <a:spcAft>
                <a:spcPts val="300"/>
              </a:spcAft>
              <a:defRPr lang="en-US" sz="4800" kern="1200" dirty="0">
                <a:solidFill>
                  <a:schemeClr val="bg1"/>
                </a:solidFill>
                <a:latin typeface="+mj-lt"/>
                <a:ea typeface="+mn-ea"/>
                <a:cs typeface="+mn-cs"/>
              </a:defRPr>
            </a:lvl1pPr>
          </a:lstStyle>
          <a:p>
            <a:pPr lvl="0"/>
            <a:r>
              <a:rPr lang="en-US"/>
              <a:t>Chapter title</a:t>
            </a:r>
            <a:br>
              <a:rPr lang="en-US"/>
            </a:br>
            <a:r>
              <a:rPr lang="en-US"/>
              <a:t>two lines</a:t>
            </a:r>
          </a:p>
        </p:txBody>
      </p:sp>
      <p:sp>
        <p:nvSpPr>
          <p:cNvPr id="6" name="Text Placeholder 8">
            <a:extLst>
              <a:ext uri="{FF2B5EF4-FFF2-40B4-BE49-F238E27FC236}">
                <a16:creationId xmlns:a16="http://schemas.microsoft.com/office/drawing/2014/main" id="{C7E16845-FE66-9F38-5076-6B9C6444A612}"/>
              </a:ext>
            </a:extLst>
          </p:cNvPr>
          <p:cNvSpPr>
            <a:spLocks noGrp="1"/>
          </p:cNvSpPr>
          <p:nvPr>
            <p:ph type="body" sz="quarter" idx="14" hasCustomPrompt="1"/>
          </p:nvPr>
        </p:nvSpPr>
        <p:spPr>
          <a:xfrm>
            <a:off x="390098" y="389618"/>
            <a:ext cx="1445909" cy="1477328"/>
          </a:xfrm>
        </p:spPr>
        <p:txBody>
          <a:bodyPr wrap="none">
            <a:spAutoFit/>
          </a:bodyPr>
          <a:lstStyle>
            <a:lvl1pPr marL="0" indent="0" algn="l" defTabSz="914400" rtl="0" eaLnBrk="1" latinLnBrk="0" hangingPunct="1">
              <a:lnSpc>
                <a:spcPct val="100000"/>
              </a:lnSpc>
              <a:spcBef>
                <a:spcPct val="0"/>
              </a:spcBef>
              <a:buNone/>
              <a:defRPr lang="en-US" sz="9600" kern="1200" dirty="0">
                <a:solidFill>
                  <a:schemeClr val="bg1"/>
                </a:solidFill>
                <a:latin typeface="+mj-lt"/>
                <a:ea typeface="+mj-ea"/>
                <a:cs typeface="+mj-cs"/>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a:t>33</a:t>
            </a:r>
          </a:p>
        </p:txBody>
      </p:sp>
      <p:sp>
        <p:nvSpPr>
          <p:cNvPr id="3" name="Graphique 10" descr="Atos logo">
            <a:extLst>
              <a:ext uri="{FF2B5EF4-FFF2-40B4-BE49-F238E27FC236}">
                <a16:creationId xmlns:a16="http://schemas.microsoft.com/office/drawing/2014/main" id="{73155FAC-6202-FC96-C442-D15F7CE1A2BA}"/>
              </a:ext>
              <a:ext uri="{C183D7F6-B498-43B3-948B-1728B52AA6E4}">
                <adec:decorative xmlns:adec="http://schemas.microsoft.com/office/drawing/2017/decorative" val="0"/>
              </a:ext>
            </a:extLst>
          </p:cNvPr>
          <p:cNvSpPr/>
          <p:nvPr userDrawn="1"/>
        </p:nvSpPr>
        <p:spPr>
          <a:xfrm>
            <a:off x="10944224" y="6309897"/>
            <a:ext cx="819151" cy="250488"/>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a:p>
        </p:txBody>
      </p:sp>
      <p:sp>
        <p:nvSpPr>
          <p:cNvPr id="7" name="Picture Placeholder 6">
            <a:extLst>
              <a:ext uri="{FF2B5EF4-FFF2-40B4-BE49-F238E27FC236}">
                <a16:creationId xmlns:a16="http://schemas.microsoft.com/office/drawing/2014/main" id="{63FFF2BC-0633-62B6-C5A8-79CD51B6B2D7}"/>
              </a:ext>
              <a:ext uri="{C183D7F6-B498-43B3-948B-1728B52AA6E4}">
                <adec:decorative xmlns:adec="http://schemas.microsoft.com/office/drawing/2017/decorative" val="1"/>
              </a:ext>
            </a:extLst>
          </p:cNvPr>
          <p:cNvSpPr>
            <a:spLocks noGrp="1" noChangeAspect="1"/>
          </p:cNvSpPr>
          <p:nvPr>
            <p:ph type="pic" sz="quarter" idx="12"/>
          </p:nvPr>
        </p:nvSpPr>
        <p:spPr>
          <a:xfrm>
            <a:off x="5333999" y="-2"/>
            <a:ext cx="6859655" cy="6862329"/>
          </a:xfrm>
          <a:custGeom>
            <a:avLst/>
            <a:gdLst>
              <a:gd name="connsiteX0" fmla="*/ 0 w 13716008"/>
              <a:gd name="connsiteY0" fmla="*/ 6858000 h 13716000"/>
              <a:gd name="connsiteX1" fmla="*/ 6858004 w 13716008"/>
              <a:gd name="connsiteY1" fmla="*/ 0 h 13716000"/>
              <a:gd name="connsiteX2" fmla="*/ 13716008 w 13716008"/>
              <a:gd name="connsiteY2" fmla="*/ 6858000 h 13716000"/>
              <a:gd name="connsiteX3" fmla="*/ 6858004 w 13716008"/>
              <a:gd name="connsiteY3" fmla="*/ 13716000 h 13716000"/>
              <a:gd name="connsiteX4" fmla="*/ 0 w 13716008"/>
              <a:gd name="connsiteY4" fmla="*/ 6858000 h 13716000"/>
              <a:gd name="connsiteX0" fmla="*/ 0 w 13836759"/>
              <a:gd name="connsiteY0" fmla="*/ 7199252 h 14057252"/>
              <a:gd name="connsiteX1" fmla="*/ 6858004 w 13836759"/>
              <a:gd name="connsiteY1" fmla="*/ 341252 h 14057252"/>
              <a:gd name="connsiteX2" fmla="*/ 10915650 w 13836759"/>
              <a:gd name="connsiteY2" fmla="*/ 1674752 h 14057252"/>
              <a:gd name="connsiteX3" fmla="*/ 13716008 w 13836759"/>
              <a:gd name="connsiteY3" fmla="*/ 7199252 h 14057252"/>
              <a:gd name="connsiteX4" fmla="*/ 6858004 w 13836759"/>
              <a:gd name="connsiteY4" fmla="*/ 14057252 h 14057252"/>
              <a:gd name="connsiteX5" fmla="*/ 0 w 13836759"/>
              <a:gd name="connsiteY5" fmla="*/ 7199252 h 14057252"/>
              <a:gd name="connsiteX0" fmla="*/ 0 w 13836759"/>
              <a:gd name="connsiteY0" fmla="*/ 7199252 h 14057252"/>
              <a:gd name="connsiteX1" fmla="*/ 6858004 w 13836759"/>
              <a:gd name="connsiteY1" fmla="*/ 341252 h 14057252"/>
              <a:gd name="connsiteX2" fmla="*/ 10915650 w 13836759"/>
              <a:gd name="connsiteY2" fmla="*/ 1674752 h 14057252"/>
              <a:gd name="connsiteX3" fmla="*/ 13716008 w 13836759"/>
              <a:gd name="connsiteY3" fmla="*/ 7199252 h 14057252"/>
              <a:gd name="connsiteX4" fmla="*/ 6858004 w 13836759"/>
              <a:gd name="connsiteY4" fmla="*/ 14057252 h 14057252"/>
              <a:gd name="connsiteX5" fmla="*/ 0 w 13836759"/>
              <a:gd name="connsiteY5" fmla="*/ 7199252 h 14057252"/>
              <a:gd name="connsiteX0" fmla="*/ 0 w 13836759"/>
              <a:gd name="connsiteY0" fmla="*/ 6858000 h 13716000"/>
              <a:gd name="connsiteX1" fmla="*/ 6858004 w 13836759"/>
              <a:gd name="connsiteY1" fmla="*/ 0 h 13716000"/>
              <a:gd name="connsiteX2" fmla="*/ 10915650 w 13836759"/>
              <a:gd name="connsiteY2" fmla="*/ 1333500 h 13716000"/>
              <a:gd name="connsiteX3" fmla="*/ 13716008 w 13836759"/>
              <a:gd name="connsiteY3" fmla="*/ 6858000 h 13716000"/>
              <a:gd name="connsiteX4" fmla="*/ 6858004 w 13836759"/>
              <a:gd name="connsiteY4" fmla="*/ 13716000 h 13716000"/>
              <a:gd name="connsiteX5" fmla="*/ 0 w 13836759"/>
              <a:gd name="connsiteY5" fmla="*/ 6858000 h 13716000"/>
              <a:gd name="connsiteX0" fmla="*/ 0 w 13766467"/>
              <a:gd name="connsiteY0" fmla="*/ 6858000 h 13716000"/>
              <a:gd name="connsiteX1" fmla="*/ 6858004 w 13766467"/>
              <a:gd name="connsiteY1" fmla="*/ 0 h 13716000"/>
              <a:gd name="connsiteX2" fmla="*/ 6924222 w 13766467"/>
              <a:gd name="connsiteY2" fmla="*/ 2784928 h 13716000"/>
              <a:gd name="connsiteX3" fmla="*/ 13716008 w 13766467"/>
              <a:gd name="connsiteY3" fmla="*/ 6858000 h 13716000"/>
              <a:gd name="connsiteX4" fmla="*/ 6858004 w 13766467"/>
              <a:gd name="connsiteY4" fmla="*/ 13716000 h 13716000"/>
              <a:gd name="connsiteX5" fmla="*/ 0 w 13766467"/>
              <a:gd name="connsiteY5" fmla="*/ 6858000 h 13716000"/>
              <a:gd name="connsiteX0" fmla="*/ 0 w 13766467"/>
              <a:gd name="connsiteY0" fmla="*/ 6858000 h 13716000"/>
              <a:gd name="connsiteX1" fmla="*/ 6858004 w 13766467"/>
              <a:gd name="connsiteY1" fmla="*/ 0 h 13716000"/>
              <a:gd name="connsiteX2" fmla="*/ 6924222 w 13766467"/>
              <a:gd name="connsiteY2" fmla="*/ 2784928 h 13716000"/>
              <a:gd name="connsiteX3" fmla="*/ 13716008 w 13766467"/>
              <a:gd name="connsiteY3" fmla="*/ 6858000 h 13716000"/>
              <a:gd name="connsiteX4" fmla="*/ 6858004 w 13766467"/>
              <a:gd name="connsiteY4" fmla="*/ 13716000 h 13716000"/>
              <a:gd name="connsiteX5" fmla="*/ 0 w 13766467"/>
              <a:gd name="connsiteY5" fmla="*/ 6858000 h 13716000"/>
              <a:gd name="connsiteX0" fmla="*/ 0 w 13766467"/>
              <a:gd name="connsiteY0" fmla="*/ 6858000 h 13716000"/>
              <a:gd name="connsiteX1" fmla="*/ 6858004 w 13766467"/>
              <a:gd name="connsiteY1" fmla="*/ 0 h 13716000"/>
              <a:gd name="connsiteX2" fmla="*/ 6924222 w 13766467"/>
              <a:gd name="connsiteY2" fmla="*/ 2784928 h 13716000"/>
              <a:gd name="connsiteX3" fmla="*/ 13716008 w 13766467"/>
              <a:gd name="connsiteY3" fmla="*/ 6858000 h 13716000"/>
              <a:gd name="connsiteX4" fmla="*/ 6858004 w 13766467"/>
              <a:gd name="connsiteY4" fmla="*/ 13716000 h 13716000"/>
              <a:gd name="connsiteX5" fmla="*/ 0 w 13766467"/>
              <a:gd name="connsiteY5" fmla="*/ 6858000 h 13716000"/>
              <a:gd name="connsiteX0" fmla="*/ 0 w 13765909"/>
              <a:gd name="connsiteY0" fmla="*/ 6858000 h 13716000"/>
              <a:gd name="connsiteX1" fmla="*/ 6858004 w 13765909"/>
              <a:gd name="connsiteY1" fmla="*/ 0 h 13716000"/>
              <a:gd name="connsiteX2" fmla="*/ 6848022 w 13765909"/>
              <a:gd name="connsiteY2" fmla="*/ 2784928 h 13716000"/>
              <a:gd name="connsiteX3" fmla="*/ 13716008 w 13765909"/>
              <a:gd name="connsiteY3" fmla="*/ 6858000 h 13716000"/>
              <a:gd name="connsiteX4" fmla="*/ 6858004 w 13765909"/>
              <a:gd name="connsiteY4" fmla="*/ 13716000 h 13716000"/>
              <a:gd name="connsiteX5" fmla="*/ 0 w 13765909"/>
              <a:gd name="connsiteY5" fmla="*/ 6858000 h 13716000"/>
              <a:gd name="connsiteX0" fmla="*/ 0 w 13765909"/>
              <a:gd name="connsiteY0" fmla="*/ 6858000 h 13716000"/>
              <a:gd name="connsiteX1" fmla="*/ 6858004 w 13765909"/>
              <a:gd name="connsiteY1" fmla="*/ 0 h 13716000"/>
              <a:gd name="connsiteX2" fmla="*/ 6848022 w 13765909"/>
              <a:gd name="connsiteY2" fmla="*/ 2784928 h 13716000"/>
              <a:gd name="connsiteX3" fmla="*/ 13716008 w 13765909"/>
              <a:gd name="connsiteY3" fmla="*/ 6858000 h 13716000"/>
              <a:gd name="connsiteX4" fmla="*/ 6858004 w 13765909"/>
              <a:gd name="connsiteY4" fmla="*/ 13716000 h 13716000"/>
              <a:gd name="connsiteX5" fmla="*/ 0 w 13765909"/>
              <a:gd name="connsiteY5" fmla="*/ 6858000 h 13716000"/>
              <a:gd name="connsiteX0" fmla="*/ 0 w 7128220"/>
              <a:gd name="connsiteY0" fmla="*/ 6858000 h 13738479"/>
              <a:gd name="connsiteX1" fmla="*/ 6858004 w 7128220"/>
              <a:gd name="connsiteY1" fmla="*/ 0 h 13738479"/>
              <a:gd name="connsiteX2" fmla="*/ 6848022 w 7128220"/>
              <a:gd name="connsiteY2" fmla="*/ 2784928 h 13738479"/>
              <a:gd name="connsiteX3" fmla="*/ 4635508 w 7128220"/>
              <a:gd name="connsiteY3" fmla="*/ 4864100 h 13738479"/>
              <a:gd name="connsiteX4" fmla="*/ 6858004 w 7128220"/>
              <a:gd name="connsiteY4" fmla="*/ 13716000 h 13738479"/>
              <a:gd name="connsiteX5" fmla="*/ 0 w 7128220"/>
              <a:gd name="connsiteY5" fmla="*/ 6858000 h 13738479"/>
              <a:gd name="connsiteX0" fmla="*/ 99728 w 7227948"/>
              <a:gd name="connsiteY0" fmla="*/ 6858000 h 7668464"/>
              <a:gd name="connsiteX1" fmla="*/ 6957732 w 7227948"/>
              <a:gd name="connsiteY1" fmla="*/ 0 h 7668464"/>
              <a:gd name="connsiteX2" fmla="*/ 6947750 w 7227948"/>
              <a:gd name="connsiteY2" fmla="*/ 2784928 h 7668464"/>
              <a:gd name="connsiteX3" fmla="*/ 4735236 w 7227948"/>
              <a:gd name="connsiteY3" fmla="*/ 4864100 h 7668464"/>
              <a:gd name="connsiteX4" fmla="*/ 3005164 w 7227948"/>
              <a:gd name="connsiteY4" fmla="*/ 7315200 h 7668464"/>
              <a:gd name="connsiteX5" fmla="*/ 99728 w 7227948"/>
              <a:gd name="connsiteY5" fmla="*/ 6858000 h 7668464"/>
              <a:gd name="connsiteX0" fmla="*/ 99728 w 7227948"/>
              <a:gd name="connsiteY0" fmla="*/ 6858000 h 7668464"/>
              <a:gd name="connsiteX1" fmla="*/ 6957732 w 7227948"/>
              <a:gd name="connsiteY1" fmla="*/ 0 h 7668464"/>
              <a:gd name="connsiteX2" fmla="*/ 6947750 w 7227948"/>
              <a:gd name="connsiteY2" fmla="*/ 2784928 h 7668464"/>
              <a:gd name="connsiteX3" fmla="*/ 4735236 w 7227948"/>
              <a:gd name="connsiteY3" fmla="*/ 4864100 h 7668464"/>
              <a:gd name="connsiteX4" fmla="*/ 3005164 w 7227948"/>
              <a:gd name="connsiteY4" fmla="*/ 7315200 h 7668464"/>
              <a:gd name="connsiteX5" fmla="*/ 99728 w 7227948"/>
              <a:gd name="connsiteY5" fmla="*/ 6858000 h 7668464"/>
              <a:gd name="connsiteX0" fmla="*/ 99728 w 7227948"/>
              <a:gd name="connsiteY0" fmla="*/ 6858000 h 7668464"/>
              <a:gd name="connsiteX1" fmla="*/ 6957732 w 7227948"/>
              <a:gd name="connsiteY1" fmla="*/ 0 h 7668464"/>
              <a:gd name="connsiteX2" fmla="*/ 6947750 w 7227948"/>
              <a:gd name="connsiteY2" fmla="*/ 2784928 h 7668464"/>
              <a:gd name="connsiteX3" fmla="*/ 4735236 w 7227948"/>
              <a:gd name="connsiteY3" fmla="*/ 4864100 h 7668464"/>
              <a:gd name="connsiteX4" fmla="*/ 3005164 w 7227948"/>
              <a:gd name="connsiteY4" fmla="*/ 7315200 h 7668464"/>
              <a:gd name="connsiteX5" fmla="*/ 99728 w 7227948"/>
              <a:gd name="connsiteY5" fmla="*/ 6858000 h 7668464"/>
              <a:gd name="connsiteX0" fmla="*/ 99728 w 7227948"/>
              <a:gd name="connsiteY0" fmla="*/ 6858000 h 7668464"/>
              <a:gd name="connsiteX1" fmla="*/ 6957732 w 7227948"/>
              <a:gd name="connsiteY1" fmla="*/ 0 h 7668464"/>
              <a:gd name="connsiteX2" fmla="*/ 6947750 w 7227948"/>
              <a:gd name="connsiteY2" fmla="*/ 2784928 h 7668464"/>
              <a:gd name="connsiteX3" fmla="*/ 4735236 w 7227948"/>
              <a:gd name="connsiteY3" fmla="*/ 4864100 h 7668464"/>
              <a:gd name="connsiteX4" fmla="*/ 3005164 w 7227948"/>
              <a:gd name="connsiteY4" fmla="*/ 7315200 h 7668464"/>
              <a:gd name="connsiteX5" fmla="*/ 99728 w 7227948"/>
              <a:gd name="connsiteY5" fmla="*/ 6858000 h 7668464"/>
              <a:gd name="connsiteX0" fmla="*/ 99728 w 7227948"/>
              <a:gd name="connsiteY0" fmla="*/ 6858000 h 7668464"/>
              <a:gd name="connsiteX1" fmla="*/ 6957732 w 7227948"/>
              <a:gd name="connsiteY1" fmla="*/ 0 h 7668464"/>
              <a:gd name="connsiteX2" fmla="*/ 6947750 w 7227948"/>
              <a:gd name="connsiteY2" fmla="*/ 2784928 h 7668464"/>
              <a:gd name="connsiteX3" fmla="*/ 4735236 w 7227948"/>
              <a:gd name="connsiteY3" fmla="*/ 4864100 h 7668464"/>
              <a:gd name="connsiteX4" fmla="*/ 3005164 w 7227948"/>
              <a:gd name="connsiteY4" fmla="*/ 7315200 h 7668464"/>
              <a:gd name="connsiteX5" fmla="*/ 99728 w 7227948"/>
              <a:gd name="connsiteY5" fmla="*/ 6858000 h 7668464"/>
              <a:gd name="connsiteX0" fmla="*/ 0 w 7128220"/>
              <a:gd name="connsiteY0" fmla="*/ 6858000 h 7395439"/>
              <a:gd name="connsiteX1" fmla="*/ 6858004 w 7128220"/>
              <a:gd name="connsiteY1" fmla="*/ 0 h 7395439"/>
              <a:gd name="connsiteX2" fmla="*/ 6848022 w 7128220"/>
              <a:gd name="connsiteY2" fmla="*/ 2784928 h 7395439"/>
              <a:gd name="connsiteX3" fmla="*/ 4635508 w 7128220"/>
              <a:gd name="connsiteY3" fmla="*/ 4864100 h 7395439"/>
              <a:gd name="connsiteX4" fmla="*/ 2905436 w 7128220"/>
              <a:gd name="connsiteY4" fmla="*/ 7315200 h 7395439"/>
              <a:gd name="connsiteX5" fmla="*/ 0 w 7128220"/>
              <a:gd name="connsiteY5" fmla="*/ 6858000 h 7395439"/>
              <a:gd name="connsiteX0" fmla="*/ 0 w 7128220"/>
              <a:gd name="connsiteY0" fmla="*/ 6858000 h 7016049"/>
              <a:gd name="connsiteX1" fmla="*/ 6858004 w 7128220"/>
              <a:gd name="connsiteY1" fmla="*/ 0 h 7016049"/>
              <a:gd name="connsiteX2" fmla="*/ 6848022 w 7128220"/>
              <a:gd name="connsiteY2" fmla="*/ 2784928 h 7016049"/>
              <a:gd name="connsiteX3" fmla="*/ 4635508 w 7128220"/>
              <a:gd name="connsiteY3" fmla="*/ 4864100 h 7016049"/>
              <a:gd name="connsiteX4" fmla="*/ 2810186 w 7128220"/>
              <a:gd name="connsiteY4" fmla="*/ 6877050 h 7016049"/>
              <a:gd name="connsiteX5" fmla="*/ 0 w 7128220"/>
              <a:gd name="connsiteY5" fmla="*/ 6858000 h 7016049"/>
              <a:gd name="connsiteX0" fmla="*/ 0 w 7128220"/>
              <a:gd name="connsiteY0" fmla="*/ 6858000 h 7016049"/>
              <a:gd name="connsiteX1" fmla="*/ 6858004 w 7128220"/>
              <a:gd name="connsiteY1" fmla="*/ 0 h 7016049"/>
              <a:gd name="connsiteX2" fmla="*/ 6848022 w 7128220"/>
              <a:gd name="connsiteY2" fmla="*/ 2784928 h 7016049"/>
              <a:gd name="connsiteX3" fmla="*/ 4635508 w 7128220"/>
              <a:gd name="connsiteY3" fmla="*/ 4864100 h 7016049"/>
              <a:gd name="connsiteX4" fmla="*/ 2810186 w 7128220"/>
              <a:gd name="connsiteY4" fmla="*/ 6877050 h 7016049"/>
              <a:gd name="connsiteX5" fmla="*/ 0 w 7128220"/>
              <a:gd name="connsiteY5" fmla="*/ 6858000 h 7016049"/>
              <a:gd name="connsiteX0" fmla="*/ 0 w 7128220"/>
              <a:gd name="connsiteY0" fmla="*/ 6858000 h 7016049"/>
              <a:gd name="connsiteX1" fmla="*/ 6858004 w 7128220"/>
              <a:gd name="connsiteY1" fmla="*/ 0 h 7016049"/>
              <a:gd name="connsiteX2" fmla="*/ 6848022 w 7128220"/>
              <a:gd name="connsiteY2" fmla="*/ 2784928 h 7016049"/>
              <a:gd name="connsiteX3" fmla="*/ 4635508 w 7128220"/>
              <a:gd name="connsiteY3" fmla="*/ 4864100 h 7016049"/>
              <a:gd name="connsiteX4" fmla="*/ 2810186 w 7128220"/>
              <a:gd name="connsiteY4" fmla="*/ 6877050 h 7016049"/>
              <a:gd name="connsiteX5" fmla="*/ 0 w 7128220"/>
              <a:gd name="connsiteY5" fmla="*/ 6858000 h 7016049"/>
              <a:gd name="connsiteX0" fmla="*/ 0 w 7128220"/>
              <a:gd name="connsiteY0" fmla="*/ 6858000 h 6877050"/>
              <a:gd name="connsiteX1" fmla="*/ 6858004 w 7128220"/>
              <a:gd name="connsiteY1" fmla="*/ 0 h 6877050"/>
              <a:gd name="connsiteX2" fmla="*/ 6848022 w 7128220"/>
              <a:gd name="connsiteY2" fmla="*/ 2784928 h 6877050"/>
              <a:gd name="connsiteX3" fmla="*/ 4635508 w 7128220"/>
              <a:gd name="connsiteY3" fmla="*/ 4864100 h 6877050"/>
              <a:gd name="connsiteX4" fmla="*/ 2810186 w 7128220"/>
              <a:gd name="connsiteY4" fmla="*/ 6877050 h 6877050"/>
              <a:gd name="connsiteX5" fmla="*/ 0 w 7128220"/>
              <a:gd name="connsiteY5" fmla="*/ 6858000 h 6877050"/>
              <a:gd name="connsiteX0" fmla="*/ 0 w 7128220"/>
              <a:gd name="connsiteY0" fmla="*/ 6858000 h 6858000"/>
              <a:gd name="connsiteX1" fmla="*/ 6858004 w 7128220"/>
              <a:gd name="connsiteY1" fmla="*/ 0 h 6858000"/>
              <a:gd name="connsiteX2" fmla="*/ 6848022 w 7128220"/>
              <a:gd name="connsiteY2" fmla="*/ 2784928 h 6858000"/>
              <a:gd name="connsiteX3" fmla="*/ 4635508 w 7128220"/>
              <a:gd name="connsiteY3" fmla="*/ 4864100 h 6858000"/>
              <a:gd name="connsiteX4" fmla="*/ 2772086 w 7128220"/>
              <a:gd name="connsiteY4" fmla="*/ 6848475 h 6858000"/>
              <a:gd name="connsiteX5" fmla="*/ 0 w 7128220"/>
              <a:gd name="connsiteY5" fmla="*/ 6858000 h 6858000"/>
              <a:gd name="connsiteX0" fmla="*/ 0 w 6858895"/>
              <a:gd name="connsiteY0" fmla="*/ 6858000 h 6858000"/>
              <a:gd name="connsiteX1" fmla="*/ 6858004 w 6858895"/>
              <a:gd name="connsiteY1" fmla="*/ 0 h 6858000"/>
              <a:gd name="connsiteX2" fmla="*/ 6848022 w 6858895"/>
              <a:gd name="connsiteY2" fmla="*/ 2784928 h 6858000"/>
              <a:gd name="connsiteX3" fmla="*/ 2772086 w 6858895"/>
              <a:gd name="connsiteY3" fmla="*/ 6848475 h 6858000"/>
              <a:gd name="connsiteX4" fmla="*/ 0 w 6858895"/>
              <a:gd name="connsiteY4" fmla="*/ 6858000 h 6858000"/>
              <a:gd name="connsiteX0" fmla="*/ 0 w 6858895"/>
              <a:gd name="connsiteY0" fmla="*/ 6858000 h 6858000"/>
              <a:gd name="connsiteX1" fmla="*/ 6858004 w 6858895"/>
              <a:gd name="connsiteY1" fmla="*/ 0 h 6858000"/>
              <a:gd name="connsiteX2" fmla="*/ 6848022 w 6858895"/>
              <a:gd name="connsiteY2" fmla="*/ 2784928 h 6858000"/>
              <a:gd name="connsiteX3" fmla="*/ 2772086 w 6858895"/>
              <a:gd name="connsiteY3" fmla="*/ 6848475 h 6858000"/>
              <a:gd name="connsiteX4" fmla="*/ 0 w 6858895"/>
              <a:gd name="connsiteY4" fmla="*/ 6858000 h 6858000"/>
              <a:gd name="connsiteX0" fmla="*/ 0 w 6858895"/>
              <a:gd name="connsiteY0" fmla="*/ 6858000 h 6858000"/>
              <a:gd name="connsiteX1" fmla="*/ 6858004 w 6858895"/>
              <a:gd name="connsiteY1" fmla="*/ 0 h 6858000"/>
              <a:gd name="connsiteX2" fmla="*/ 6848022 w 6858895"/>
              <a:gd name="connsiteY2" fmla="*/ 2784928 h 6858000"/>
              <a:gd name="connsiteX3" fmla="*/ 2772086 w 6858895"/>
              <a:gd name="connsiteY3" fmla="*/ 6848475 h 6858000"/>
              <a:gd name="connsiteX4" fmla="*/ 0 w 6858895"/>
              <a:gd name="connsiteY4" fmla="*/ 6858000 h 6858000"/>
              <a:gd name="connsiteX0" fmla="*/ 0 w 6859655"/>
              <a:gd name="connsiteY0" fmla="*/ 6858000 h 6858000"/>
              <a:gd name="connsiteX1" fmla="*/ 6858004 w 6859655"/>
              <a:gd name="connsiteY1" fmla="*/ 0 h 6858000"/>
              <a:gd name="connsiteX2" fmla="*/ 6857547 w 6859655"/>
              <a:gd name="connsiteY2" fmla="*/ 2775403 h 6858000"/>
              <a:gd name="connsiteX3" fmla="*/ 2772086 w 6859655"/>
              <a:gd name="connsiteY3" fmla="*/ 6848475 h 6858000"/>
              <a:gd name="connsiteX4" fmla="*/ 0 w 6859655"/>
              <a:gd name="connsiteY4" fmla="*/ 6858000 h 6858000"/>
              <a:gd name="connsiteX0" fmla="*/ 0 w 6859655"/>
              <a:gd name="connsiteY0" fmla="*/ 6858000 h 6858000"/>
              <a:gd name="connsiteX1" fmla="*/ 6858004 w 6859655"/>
              <a:gd name="connsiteY1" fmla="*/ 0 h 6858000"/>
              <a:gd name="connsiteX2" fmla="*/ 6857547 w 6859655"/>
              <a:gd name="connsiteY2" fmla="*/ 2775403 h 6858000"/>
              <a:gd name="connsiteX3" fmla="*/ 2827504 w 6859655"/>
              <a:gd name="connsiteY3" fmla="*/ 6848475 h 6858000"/>
              <a:gd name="connsiteX4" fmla="*/ 0 w 6859655"/>
              <a:gd name="connsiteY4" fmla="*/ 6858000 h 6858000"/>
              <a:gd name="connsiteX0" fmla="*/ 0 w 6859655"/>
              <a:gd name="connsiteY0" fmla="*/ 6858000 h 6858000"/>
              <a:gd name="connsiteX1" fmla="*/ 6858004 w 6859655"/>
              <a:gd name="connsiteY1" fmla="*/ 0 h 6858000"/>
              <a:gd name="connsiteX2" fmla="*/ 6857547 w 6859655"/>
              <a:gd name="connsiteY2" fmla="*/ 2775403 h 6858000"/>
              <a:gd name="connsiteX3" fmla="*/ 2827504 w 6859655"/>
              <a:gd name="connsiteY3" fmla="*/ 6848475 h 6858000"/>
              <a:gd name="connsiteX4" fmla="*/ 0 w 6859655"/>
              <a:gd name="connsiteY4" fmla="*/ 6858000 h 6858000"/>
              <a:gd name="connsiteX0" fmla="*/ 0 w 6859655"/>
              <a:gd name="connsiteY0" fmla="*/ 6858000 h 6858000"/>
              <a:gd name="connsiteX1" fmla="*/ 6858004 w 6859655"/>
              <a:gd name="connsiteY1" fmla="*/ 0 h 6858000"/>
              <a:gd name="connsiteX2" fmla="*/ 6857547 w 6859655"/>
              <a:gd name="connsiteY2" fmla="*/ 2775403 h 6858000"/>
              <a:gd name="connsiteX3" fmla="*/ 2785941 w 6859655"/>
              <a:gd name="connsiteY3" fmla="*/ 6848475 h 6858000"/>
              <a:gd name="connsiteX4" fmla="*/ 0 w 6859655"/>
              <a:gd name="connsiteY4" fmla="*/ 6858000 h 6858000"/>
              <a:gd name="connsiteX0" fmla="*/ 0 w 6859655"/>
              <a:gd name="connsiteY0" fmla="*/ 6858000 h 6858000"/>
              <a:gd name="connsiteX1" fmla="*/ 6858004 w 6859655"/>
              <a:gd name="connsiteY1" fmla="*/ 0 h 6858000"/>
              <a:gd name="connsiteX2" fmla="*/ 6857547 w 6859655"/>
              <a:gd name="connsiteY2" fmla="*/ 2775403 h 6858000"/>
              <a:gd name="connsiteX3" fmla="*/ 2785941 w 6859655"/>
              <a:gd name="connsiteY3" fmla="*/ 6848475 h 6858000"/>
              <a:gd name="connsiteX4" fmla="*/ 0 w 6859655"/>
              <a:gd name="connsiteY4" fmla="*/ 6858000 h 6858000"/>
              <a:gd name="connsiteX0" fmla="*/ 0 w 6859655"/>
              <a:gd name="connsiteY0" fmla="*/ 6858000 h 6858000"/>
              <a:gd name="connsiteX1" fmla="*/ 6858004 w 6859655"/>
              <a:gd name="connsiteY1" fmla="*/ 0 h 6858000"/>
              <a:gd name="connsiteX2" fmla="*/ 6857547 w 6859655"/>
              <a:gd name="connsiteY2" fmla="*/ 2775403 h 6858000"/>
              <a:gd name="connsiteX3" fmla="*/ 2785941 w 6859655"/>
              <a:gd name="connsiteY3" fmla="*/ 6848475 h 6858000"/>
              <a:gd name="connsiteX4" fmla="*/ 0 w 6859655"/>
              <a:gd name="connsiteY4" fmla="*/ 6858000 h 6858000"/>
              <a:gd name="connsiteX0" fmla="*/ 0 w 6859655"/>
              <a:gd name="connsiteY0" fmla="*/ 6858000 h 6858000"/>
              <a:gd name="connsiteX1" fmla="*/ 6858004 w 6859655"/>
              <a:gd name="connsiteY1" fmla="*/ 0 h 6858000"/>
              <a:gd name="connsiteX2" fmla="*/ 6857547 w 6859655"/>
              <a:gd name="connsiteY2" fmla="*/ 2775403 h 6858000"/>
              <a:gd name="connsiteX3" fmla="*/ 2785941 w 6859655"/>
              <a:gd name="connsiteY3" fmla="*/ 6848475 h 6858000"/>
              <a:gd name="connsiteX4" fmla="*/ 0 w 6859655"/>
              <a:gd name="connsiteY4" fmla="*/ 6858000 h 6858000"/>
              <a:gd name="connsiteX0" fmla="*/ 0 w 6859655"/>
              <a:gd name="connsiteY0" fmla="*/ 6858000 h 6858000"/>
              <a:gd name="connsiteX1" fmla="*/ 6858004 w 6859655"/>
              <a:gd name="connsiteY1" fmla="*/ 0 h 6858000"/>
              <a:gd name="connsiteX2" fmla="*/ 6857547 w 6859655"/>
              <a:gd name="connsiteY2" fmla="*/ 2775403 h 6858000"/>
              <a:gd name="connsiteX3" fmla="*/ 2785941 w 6859655"/>
              <a:gd name="connsiteY3" fmla="*/ 6848475 h 6858000"/>
              <a:gd name="connsiteX4" fmla="*/ 0 w 6859655"/>
              <a:gd name="connsiteY4" fmla="*/ 6858000 h 6858000"/>
              <a:gd name="connsiteX0" fmla="*/ 0 w 6859655"/>
              <a:gd name="connsiteY0" fmla="*/ 6858000 h 6858000"/>
              <a:gd name="connsiteX1" fmla="*/ 6858004 w 6859655"/>
              <a:gd name="connsiteY1" fmla="*/ 0 h 6858000"/>
              <a:gd name="connsiteX2" fmla="*/ 6857547 w 6859655"/>
              <a:gd name="connsiteY2" fmla="*/ 2775403 h 6858000"/>
              <a:gd name="connsiteX3" fmla="*/ 2785941 w 6859655"/>
              <a:gd name="connsiteY3" fmla="*/ 6848475 h 6858000"/>
              <a:gd name="connsiteX4" fmla="*/ 0 w 6859655"/>
              <a:gd name="connsiteY4" fmla="*/ 6858000 h 6858000"/>
              <a:gd name="connsiteX0" fmla="*/ 0 w 6859655"/>
              <a:gd name="connsiteY0" fmla="*/ 6858000 h 6876184"/>
              <a:gd name="connsiteX1" fmla="*/ 6858004 w 6859655"/>
              <a:gd name="connsiteY1" fmla="*/ 0 h 6876184"/>
              <a:gd name="connsiteX2" fmla="*/ 6857547 w 6859655"/>
              <a:gd name="connsiteY2" fmla="*/ 2775403 h 6876184"/>
              <a:gd name="connsiteX3" fmla="*/ 2785941 w 6859655"/>
              <a:gd name="connsiteY3" fmla="*/ 6876184 h 6876184"/>
              <a:gd name="connsiteX4" fmla="*/ 0 w 6859655"/>
              <a:gd name="connsiteY4" fmla="*/ 6858000 h 6876184"/>
              <a:gd name="connsiteX0" fmla="*/ 0 w 6859655"/>
              <a:gd name="connsiteY0" fmla="*/ 6858000 h 6862329"/>
              <a:gd name="connsiteX1" fmla="*/ 6858004 w 6859655"/>
              <a:gd name="connsiteY1" fmla="*/ 0 h 6862329"/>
              <a:gd name="connsiteX2" fmla="*/ 6857547 w 6859655"/>
              <a:gd name="connsiteY2" fmla="*/ 2775403 h 6862329"/>
              <a:gd name="connsiteX3" fmla="*/ 2785941 w 6859655"/>
              <a:gd name="connsiteY3" fmla="*/ 6862329 h 6862329"/>
              <a:gd name="connsiteX4" fmla="*/ 0 w 6859655"/>
              <a:gd name="connsiteY4" fmla="*/ 6858000 h 6862329"/>
              <a:gd name="connsiteX0" fmla="*/ 0 w 6859655"/>
              <a:gd name="connsiteY0" fmla="*/ 6858000 h 6862329"/>
              <a:gd name="connsiteX1" fmla="*/ 6858004 w 6859655"/>
              <a:gd name="connsiteY1" fmla="*/ 0 h 6862329"/>
              <a:gd name="connsiteX2" fmla="*/ 6857547 w 6859655"/>
              <a:gd name="connsiteY2" fmla="*/ 2775403 h 6862329"/>
              <a:gd name="connsiteX3" fmla="*/ 2785941 w 6859655"/>
              <a:gd name="connsiteY3" fmla="*/ 6862329 h 6862329"/>
              <a:gd name="connsiteX4" fmla="*/ 0 w 6859655"/>
              <a:gd name="connsiteY4" fmla="*/ 6858000 h 6862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59655" h="6862329">
                <a:moveTo>
                  <a:pt x="0" y="6858000"/>
                </a:moveTo>
                <a:cubicBezTo>
                  <a:pt x="92703" y="2794000"/>
                  <a:pt x="3259119" y="29029"/>
                  <a:pt x="6858004" y="0"/>
                </a:cubicBezTo>
                <a:cubicBezTo>
                  <a:pt x="6862993" y="1749878"/>
                  <a:pt x="6854824" y="2086881"/>
                  <a:pt x="6857547" y="2775403"/>
                </a:cubicBezTo>
                <a:cubicBezTo>
                  <a:pt x="3237665" y="2988560"/>
                  <a:pt x="2735787" y="6128065"/>
                  <a:pt x="2785941" y="6862329"/>
                </a:cubicBezTo>
                <a:cubicBezTo>
                  <a:pt x="1965731" y="6851746"/>
                  <a:pt x="2255889" y="6838950"/>
                  <a:pt x="0" y="6858000"/>
                </a:cubicBezTo>
                <a:close/>
              </a:path>
            </a:pathLst>
          </a:custGeom>
        </p:spPr>
        <p:txBody>
          <a:bodyPr bIns="822960" anchor="ctr"/>
          <a:lstStyle>
            <a:lvl1pPr marL="0" indent="0" algn="ctr">
              <a:buNone/>
              <a:defRPr>
                <a:solidFill>
                  <a:schemeClr val="bg1"/>
                </a:solidFill>
              </a:defRPr>
            </a:lvl1pPr>
          </a:lstStyle>
          <a:p>
            <a:r>
              <a:rPr lang="fr-FR"/>
              <a:t>Cliquez sur l'icône pour ajouter une image</a:t>
            </a:r>
            <a:endParaRPr lang="en-US"/>
          </a:p>
        </p:txBody>
      </p:sp>
    </p:spTree>
    <p:extLst>
      <p:ext uri="{BB962C8B-B14F-4D97-AF65-F5344CB8AC3E}">
        <p14:creationId xmlns:p14="http://schemas.microsoft.com/office/powerpoint/2010/main" val="1538860058"/>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showMasterSp="0" preserve="1" userDrawn="1">
  <p:cSld name="Questions">
    <p:bg>
      <p:bgPr>
        <a:solidFill>
          <a:schemeClr val="accent3"/>
        </a:solidFill>
        <a:effectLst/>
      </p:bgPr>
    </p:bg>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DB4AB316-183C-82C5-C1A7-C4659A85C6A7}"/>
              </a:ext>
              <a:ext uri="{C183D7F6-B498-43B3-948B-1728B52AA6E4}">
                <adec:decorative xmlns:adec="http://schemas.microsoft.com/office/drawing/2017/decorative" val="1"/>
              </a:ext>
            </a:extLst>
          </p:cNvPr>
          <p:cNvGrpSpPr/>
          <p:nvPr userDrawn="1"/>
        </p:nvGrpSpPr>
        <p:grpSpPr>
          <a:xfrm>
            <a:off x="3189525" y="522525"/>
            <a:ext cx="5812951" cy="5812951"/>
            <a:chOff x="6364404" y="688572"/>
            <a:chExt cx="5398971" cy="5398971"/>
          </a:xfrm>
        </p:grpSpPr>
        <p:pic>
          <p:nvPicPr>
            <p:cNvPr id="7" name="Graphic 6">
              <a:extLst>
                <a:ext uri="{FF2B5EF4-FFF2-40B4-BE49-F238E27FC236}">
                  <a16:creationId xmlns:a16="http://schemas.microsoft.com/office/drawing/2014/main" id="{7CBB66C1-6853-8EB3-75B2-B940DFD44C1D}"/>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flipV="1">
              <a:off x="6364404" y="3388057"/>
              <a:ext cx="2699486" cy="2699486"/>
            </a:xfrm>
            <a:prstGeom prst="rect">
              <a:avLst/>
            </a:prstGeom>
          </p:spPr>
        </p:pic>
        <p:pic>
          <p:nvPicPr>
            <p:cNvPr id="9" name="Graphic 8">
              <a:extLst>
                <a:ext uri="{FF2B5EF4-FFF2-40B4-BE49-F238E27FC236}">
                  <a16:creationId xmlns:a16="http://schemas.microsoft.com/office/drawing/2014/main" id="{D8FE0FFE-617B-11DD-4D76-3FF25292384C}"/>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flipH="1">
              <a:off x="9063889" y="688572"/>
              <a:ext cx="2699486" cy="2699486"/>
            </a:xfrm>
            <a:prstGeom prst="rect">
              <a:avLst/>
            </a:prstGeom>
          </p:spPr>
        </p:pic>
      </p:grpSp>
      <p:sp>
        <p:nvSpPr>
          <p:cNvPr id="3" name="Title 1">
            <a:extLst>
              <a:ext uri="{FF2B5EF4-FFF2-40B4-BE49-F238E27FC236}">
                <a16:creationId xmlns:a16="http://schemas.microsoft.com/office/drawing/2014/main" id="{3F73AD35-6458-4A2A-9A03-0222FC4D9395}"/>
              </a:ext>
            </a:extLst>
          </p:cNvPr>
          <p:cNvSpPr>
            <a:spLocks noGrp="1"/>
          </p:cNvSpPr>
          <p:nvPr>
            <p:ph type="title" hasCustomPrompt="1"/>
          </p:nvPr>
        </p:nvSpPr>
        <p:spPr>
          <a:xfrm>
            <a:off x="4385482" y="2731826"/>
            <a:ext cx="3421036" cy="1394348"/>
          </a:xfrm>
        </p:spPr>
        <p:txBody>
          <a:bodyPr wrap="none" anchor="ctr">
            <a:noAutofit/>
          </a:bodyPr>
          <a:lstStyle>
            <a:lvl1pPr algn="ctr">
              <a:lnSpc>
                <a:spcPct val="100000"/>
              </a:lnSpc>
              <a:defRPr sz="4400">
                <a:solidFill>
                  <a:schemeClr val="bg1"/>
                </a:solidFill>
              </a:defRPr>
            </a:lvl1pPr>
          </a:lstStyle>
          <a:p>
            <a:r>
              <a:rPr lang="en-US"/>
              <a:t>Questions</a:t>
            </a:r>
          </a:p>
        </p:txBody>
      </p:sp>
      <p:sp>
        <p:nvSpPr>
          <p:cNvPr id="4" name="Graphique 10" descr="Atos logo">
            <a:extLst>
              <a:ext uri="{FF2B5EF4-FFF2-40B4-BE49-F238E27FC236}">
                <a16:creationId xmlns:a16="http://schemas.microsoft.com/office/drawing/2014/main" id="{00F5AF71-3625-304B-2633-DA8784159D71}"/>
              </a:ext>
            </a:extLst>
          </p:cNvPr>
          <p:cNvSpPr>
            <a:spLocks noChangeAspect="1"/>
          </p:cNvSpPr>
          <p:nvPr userDrawn="1"/>
        </p:nvSpPr>
        <p:spPr>
          <a:xfrm>
            <a:off x="10944224" y="6309897"/>
            <a:ext cx="819151" cy="250488"/>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a:p>
        </p:txBody>
      </p:sp>
    </p:spTree>
    <p:extLst>
      <p:ext uri="{BB962C8B-B14F-4D97-AF65-F5344CB8AC3E}">
        <p14:creationId xmlns:p14="http://schemas.microsoft.com/office/powerpoint/2010/main" val="898375623"/>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showMasterSp="0" preserve="1" userDrawn="1">
  <p:cSld name="Thank you">
    <p:bg>
      <p:bgPr>
        <a:solidFill>
          <a:schemeClr val="accent3"/>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18A606E8-B755-D267-3334-BB72D31CE5DD}"/>
              </a:ext>
              <a:ext uri="{C183D7F6-B498-43B3-948B-1728B52AA6E4}">
                <adec:decorative xmlns:adec="http://schemas.microsoft.com/office/drawing/2017/decorative" val="1"/>
              </a:ext>
            </a:extLst>
          </p:cNvPr>
          <p:cNvGrpSpPr/>
          <p:nvPr userDrawn="1"/>
        </p:nvGrpSpPr>
        <p:grpSpPr>
          <a:xfrm>
            <a:off x="0" y="1"/>
            <a:ext cx="12192000" cy="6857999"/>
            <a:chOff x="0" y="1"/>
            <a:chExt cx="12192000" cy="6857999"/>
          </a:xfrm>
        </p:grpSpPr>
        <p:pic>
          <p:nvPicPr>
            <p:cNvPr id="11" name="Graphic 10">
              <a:extLst>
                <a:ext uri="{FF2B5EF4-FFF2-40B4-BE49-F238E27FC236}">
                  <a16:creationId xmlns:a16="http://schemas.microsoft.com/office/drawing/2014/main" id="{B37E38E8-ADCB-8E97-E61A-DDC65AF315CC}"/>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flipH="1">
              <a:off x="0" y="3474720"/>
              <a:ext cx="3383280" cy="3383280"/>
            </a:xfrm>
            <a:prstGeom prst="rect">
              <a:avLst/>
            </a:prstGeom>
          </p:spPr>
        </p:pic>
        <p:pic>
          <p:nvPicPr>
            <p:cNvPr id="9" name="Graphic 8">
              <a:extLst>
                <a:ext uri="{FF2B5EF4-FFF2-40B4-BE49-F238E27FC236}">
                  <a16:creationId xmlns:a16="http://schemas.microsoft.com/office/drawing/2014/main" id="{D4E82305-2CFC-B442-7D06-48C49A6D08D4}"/>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16200000">
              <a:off x="8808720" y="1"/>
              <a:ext cx="3383280" cy="3383280"/>
            </a:xfrm>
            <a:prstGeom prst="rect">
              <a:avLst/>
            </a:prstGeom>
          </p:spPr>
        </p:pic>
      </p:grpSp>
      <p:sp>
        <p:nvSpPr>
          <p:cNvPr id="8" name="Title 1">
            <a:extLst>
              <a:ext uri="{FF2B5EF4-FFF2-40B4-BE49-F238E27FC236}">
                <a16:creationId xmlns:a16="http://schemas.microsoft.com/office/drawing/2014/main" id="{499553CC-D1FC-0BF8-65E8-622A9A598473}"/>
              </a:ext>
            </a:extLst>
          </p:cNvPr>
          <p:cNvSpPr>
            <a:spLocks noGrp="1"/>
          </p:cNvSpPr>
          <p:nvPr>
            <p:ph type="title" hasCustomPrompt="1"/>
          </p:nvPr>
        </p:nvSpPr>
        <p:spPr>
          <a:xfrm>
            <a:off x="428625" y="678310"/>
            <a:ext cx="3784561" cy="830997"/>
          </a:xfrm>
        </p:spPr>
        <p:txBody>
          <a:bodyPr wrap="none">
            <a:noAutofit/>
          </a:bodyPr>
          <a:lstStyle>
            <a:lvl1pPr>
              <a:lnSpc>
                <a:spcPct val="100000"/>
              </a:lnSpc>
              <a:defRPr sz="5400">
                <a:solidFill>
                  <a:schemeClr val="accent2"/>
                </a:solidFill>
              </a:defRPr>
            </a:lvl1pPr>
          </a:lstStyle>
          <a:p>
            <a:r>
              <a:rPr lang="en-US"/>
              <a:t>Thank you!</a:t>
            </a:r>
          </a:p>
        </p:txBody>
      </p:sp>
      <p:sp>
        <p:nvSpPr>
          <p:cNvPr id="13" name="Text Placeholder 12">
            <a:extLst>
              <a:ext uri="{FF2B5EF4-FFF2-40B4-BE49-F238E27FC236}">
                <a16:creationId xmlns:a16="http://schemas.microsoft.com/office/drawing/2014/main" id="{F2E6D97E-7A6D-5A28-FF0A-4786C40756EC}"/>
              </a:ext>
            </a:extLst>
          </p:cNvPr>
          <p:cNvSpPr>
            <a:spLocks noGrp="1"/>
          </p:cNvSpPr>
          <p:nvPr>
            <p:ph type="body" sz="quarter" idx="10" hasCustomPrompt="1"/>
          </p:nvPr>
        </p:nvSpPr>
        <p:spPr>
          <a:xfrm>
            <a:off x="428624" y="1691640"/>
            <a:ext cx="3784561" cy="1190456"/>
          </a:xfrm>
        </p:spPr>
        <p:txBody>
          <a:bodyPr wrap="none"/>
          <a:lstStyle>
            <a:lvl1pPr marL="0" indent="0">
              <a:spcAft>
                <a:spcPts val="0"/>
              </a:spcAft>
              <a:buNone/>
              <a:defRPr>
                <a:solidFill>
                  <a:schemeClr val="bg1"/>
                </a:solidFill>
              </a:defRPr>
            </a:lvl1pPr>
            <a:lvl2pPr marL="228600" indent="0">
              <a:buNone/>
              <a:defRPr>
                <a:solidFill>
                  <a:schemeClr val="bg1"/>
                </a:solidFill>
              </a:defRPr>
            </a:lvl2pPr>
            <a:lvl3pPr marL="457200" indent="0">
              <a:buNone/>
              <a:defRPr>
                <a:solidFill>
                  <a:schemeClr val="bg1"/>
                </a:solidFill>
              </a:defRPr>
            </a:lvl3pPr>
            <a:lvl4pPr marL="685800" indent="0">
              <a:buNone/>
              <a:defRPr>
                <a:solidFill>
                  <a:schemeClr val="bg1"/>
                </a:solidFill>
              </a:defRPr>
            </a:lvl4pPr>
            <a:lvl5pPr marL="914400" indent="0">
              <a:buNone/>
              <a:defRPr>
                <a:solidFill>
                  <a:schemeClr val="bg1"/>
                </a:solidFill>
              </a:defRPr>
            </a:lvl5pPr>
          </a:lstStyle>
          <a:p>
            <a:pPr lvl="0"/>
            <a:r>
              <a:rPr lang="en-US"/>
              <a:t>For more information please contact:</a:t>
            </a:r>
            <a:br>
              <a:rPr lang="en-US"/>
            </a:br>
            <a:r>
              <a:rPr lang="en-US"/>
              <a:t>T+ 33 1 98765432</a:t>
            </a:r>
            <a:br>
              <a:rPr lang="en-US"/>
            </a:br>
            <a:r>
              <a:rPr lang="en-US"/>
              <a:t>M+ 33 6 44445678</a:t>
            </a:r>
            <a:br>
              <a:rPr lang="en-US"/>
            </a:br>
            <a:r>
              <a:rPr lang="en-US"/>
              <a:t>firstname.lastname@atos.net</a:t>
            </a:r>
          </a:p>
        </p:txBody>
      </p:sp>
      <p:sp>
        <p:nvSpPr>
          <p:cNvPr id="3" name="AddNotifier#1">
            <a:extLst>
              <a:ext uri="{FF2B5EF4-FFF2-40B4-BE49-F238E27FC236}">
                <a16:creationId xmlns:a16="http://schemas.microsoft.com/office/drawing/2014/main" id="{DEB32E4C-FD35-01ED-4923-78A44A2BBA63}"/>
              </a:ext>
            </a:extLst>
          </p:cNvPr>
          <p:cNvSpPr txBox="1">
            <a:spLocks noChangeArrowheads="1"/>
          </p:cNvSpPr>
          <p:nvPr userDrawn="1"/>
        </p:nvSpPr>
        <p:spPr bwMode="invGray">
          <a:xfrm>
            <a:off x="3511965" y="5580670"/>
            <a:ext cx="3383281"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b" anchorCtr="0">
            <a:spAutoFit/>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r>
              <a:rPr lang="en-US" sz="800" kern="1200" baseline="0">
                <a:solidFill>
                  <a:schemeClr val="bg1"/>
                </a:solidFill>
                <a:latin typeface="+mn-lt"/>
                <a:ea typeface="Verdana" pitchFamily="34" charset="0"/>
                <a:cs typeface="Verdana" pitchFamily="34" charset="0"/>
              </a:rPr>
              <a:t>Atos is a registered trademark of Atos SE. © 2024 Atos. Confidential information owned by Atos, to be used by the recipient only. This document, or any part of it, may not be reproduced, copied, circulated and/or distributed nor quoted without prior written approval from Atos.</a:t>
            </a:r>
            <a:endParaRPr lang="en-US" sz="800" baseline="0">
              <a:solidFill>
                <a:schemeClr val="bg1"/>
              </a:solidFill>
              <a:latin typeface="+mn-lt"/>
              <a:ea typeface="Verdana" pitchFamily="34" charset="0"/>
              <a:cs typeface="Verdana" pitchFamily="34" charset="0"/>
            </a:endParaRPr>
          </a:p>
        </p:txBody>
      </p:sp>
      <p:sp>
        <p:nvSpPr>
          <p:cNvPr id="4" name="Text Placeholder 12">
            <a:extLst>
              <a:ext uri="{FF2B5EF4-FFF2-40B4-BE49-F238E27FC236}">
                <a16:creationId xmlns:a16="http://schemas.microsoft.com/office/drawing/2014/main" id="{EB50BEC9-5EE0-B57E-CAE5-7C3F4E023F33}"/>
              </a:ext>
            </a:extLst>
          </p:cNvPr>
          <p:cNvSpPr>
            <a:spLocks noGrp="1"/>
          </p:cNvSpPr>
          <p:nvPr>
            <p:ph type="body" sz="quarter" idx="11" hasCustomPrompt="1"/>
          </p:nvPr>
        </p:nvSpPr>
        <p:spPr>
          <a:xfrm>
            <a:off x="3511965" y="6316314"/>
            <a:ext cx="2560320" cy="92333"/>
          </a:xfrm>
        </p:spPr>
        <p:txBody>
          <a:bodyPr wrap="none" anchor="ctr">
            <a:noAutofit/>
          </a:bodyPr>
          <a:lstStyle>
            <a:lvl1pPr marL="0" indent="0">
              <a:spcAft>
                <a:spcPts val="0"/>
              </a:spcAft>
              <a:buNone/>
              <a:defRPr sz="600">
                <a:solidFill>
                  <a:schemeClr val="bg1"/>
                </a:solidFill>
              </a:defRPr>
            </a:lvl1pPr>
            <a:lvl2pPr marL="228600" indent="0">
              <a:buNone/>
              <a:defRPr>
                <a:solidFill>
                  <a:schemeClr val="bg1"/>
                </a:solidFill>
              </a:defRPr>
            </a:lvl2pPr>
            <a:lvl3pPr marL="457200" indent="0">
              <a:buNone/>
              <a:defRPr>
                <a:solidFill>
                  <a:schemeClr val="bg1"/>
                </a:solidFill>
              </a:defRPr>
            </a:lvl3pPr>
            <a:lvl4pPr marL="685800" indent="0">
              <a:buNone/>
              <a:defRPr>
                <a:solidFill>
                  <a:schemeClr val="bg1"/>
                </a:solidFill>
              </a:defRPr>
            </a:lvl4pPr>
            <a:lvl5pPr marL="914400" indent="0">
              <a:buNone/>
              <a:defRPr>
                <a:solidFill>
                  <a:schemeClr val="bg1"/>
                </a:solidFill>
              </a:defRPr>
            </a:lvl5pPr>
          </a:lstStyle>
          <a:p>
            <a:pPr lvl="0"/>
            <a:r>
              <a:rPr lang="en-US"/>
              <a:t>Job Number-Designer-BP</a:t>
            </a:r>
          </a:p>
        </p:txBody>
      </p:sp>
      <p:sp>
        <p:nvSpPr>
          <p:cNvPr id="5" name="Graphique 10" descr="Atos logo">
            <a:extLst>
              <a:ext uri="{FF2B5EF4-FFF2-40B4-BE49-F238E27FC236}">
                <a16:creationId xmlns:a16="http://schemas.microsoft.com/office/drawing/2014/main" id="{19A80A2F-D5E3-6F7F-C1EB-15EBCE6C6CAC}"/>
              </a:ext>
            </a:extLst>
          </p:cNvPr>
          <p:cNvSpPr>
            <a:spLocks noChangeAspect="1"/>
          </p:cNvSpPr>
          <p:nvPr userDrawn="1"/>
        </p:nvSpPr>
        <p:spPr>
          <a:xfrm>
            <a:off x="9848292" y="5921362"/>
            <a:ext cx="1920640" cy="587312"/>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a:p>
        </p:txBody>
      </p:sp>
    </p:spTree>
    <p:extLst>
      <p:ext uri="{BB962C8B-B14F-4D97-AF65-F5344CB8AC3E}">
        <p14:creationId xmlns:p14="http://schemas.microsoft.com/office/powerpoint/2010/main" val="802629334"/>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showMasterSp="0" preserve="1" userDrawn="1">
  <p:cSld name="Thank you with QR">
    <p:bg>
      <p:bgPr>
        <a:solidFill>
          <a:schemeClr val="accent3"/>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18A606E8-B755-D267-3334-BB72D31CE5DD}"/>
              </a:ext>
              <a:ext uri="{C183D7F6-B498-43B3-948B-1728B52AA6E4}">
                <adec:decorative xmlns:adec="http://schemas.microsoft.com/office/drawing/2017/decorative" val="1"/>
              </a:ext>
            </a:extLst>
          </p:cNvPr>
          <p:cNvGrpSpPr/>
          <p:nvPr userDrawn="1"/>
        </p:nvGrpSpPr>
        <p:grpSpPr>
          <a:xfrm>
            <a:off x="0" y="1"/>
            <a:ext cx="12192000" cy="6857999"/>
            <a:chOff x="0" y="1"/>
            <a:chExt cx="12192000" cy="6857999"/>
          </a:xfrm>
        </p:grpSpPr>
        <p:pic>
          <p:nvPicPr>
            <p:cNvPr id="11" name="Graphic 10">
              <a:extLst>
                <a:ext uri="{FF2B5EF4-FFF2-40B4-BE49-F238E27FC236}">
                  <a16:creationId xmlns:a16="http://schemas.microsoft.com/office/drawing/2014/main" id="{B37E38E8-ADCB-8E97-E61A-DDC65AF315CC}"/>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flipH="1">
              <a:off x="0" y="3474720"/>
              <a:ext cx="3383280" cy="3383280"/>
            </a:xfrm>
            <a:prstGeom prst="rect">
              <a:avLst/>
            </a:prstGeom>
          </p:spPr>
        </p:pic>
        <p:pic>
          <p:nvPicPr>
            <p:cNvPr id="9" name="Graphic 8">
              <a:extLst>
                <a:ext uri="{FF2B5EF4-FFF2-40B4-BE49-F238E27FC236}">
                  <a16:creationId xmlns:a16="http://schemas.microsoft.com/office/drawing/2014/main" id="{D4E82305-2CFC-B442-7D06-48C49A6D08D4}"/>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16200000">
              <a:off x="8808720" y="1"/>
              <a:ext cx="3383280" cy="3383280"/>
            </a:xfrm>
            <a:prstGeom prst="rect">
              <a:avLst/>
            </a:prstGeom>
          </p:spPr>
        </p:pic>
      </p:grpSp>
      <p:sp>
        <p:nvSpPr>
          <p:cNvPr id="8" name="Title 1">
            <a:extLst>
              <a:ext uri="{FF2B5EF4-FFF2-40B4-BE49-F238E27FC236}">
                <a16:creationId xmlns:a16="http://schemas.microsoft.com/office/drawing/2014/main" id="{499553CC-D1FC-0BF8-65E8-622A9A598473}"/>
              </a:ext>
            </a:extLst>
          </p:cNvPr>
          <p:cNvSpPr>
            <a:spLocks noGrp="1"/>
          </p:cNvSpPr>
          <p:nvPr>
            <p:ph type="title" hasCustomPrompt="1"/>
          </p:nvPr>
        </p:nvSpPr>
        <p:spPr>
          <a:xfrm>
            <a:off x="428625" y="678310"/>
            <a:ext cx="3784561" cy="830997"/>
          </a:xfrm>
        </p:spPr>
        <p:txBody>
          <a:bodyPr wrap="none">
            <a:noAutofit/>
          </a:bodyPr>
          <a:lstStyle>
            <a:lvl1pPr>
              <a:lnSpc>
                <a:spcPct val="100000"/>
              </a:lnSpc>
              <a:defRPr sz="5400">
                <a:solidFill>
                  <a:schemeClr val="accent2"/>
                </a:solidFill>
              </a:defRPr>
            </a:lvl1pPr>
          </a:lstStyle>
          <a:p>
            <a:r>
              <a:rPr lang="en-US"/>
              <a:t>Thank you!</a:t>
            </a:r>
          </a:p>
        </p:txBody>
      </p:sp>
      <p:sp>
        <p:nvSpPr>
          <p:cNvPr id="13" name="Text Placeholder 12">
            <a:extLst>
              <a:ext uri="{FF2B5EF4-FFF2-40B4-BE49-F238E27FC236}">
                <a16:creationId xmlns:a16="http://schemas.microsoft.com/office/drawing/2014/main" id="{F2E6D97E-7A6D-5A28-FF0A-4786C40756EC}"/>
              </a:ext>
            </a:extLst>
          </p:cNvPr>
          <p:cNvSpPr>
            <a:spLocks noGrp="1"/>
          </p:cNvSpPr>
          <p:nvPr>
            <p:ph type="body" sz="quarter" idx="10" hasCustomPrompt="1"/>
          </p:nvPr>
        </p:nvSpPr>
        <p:spPr>
          <a:xfrm>
            <a:off x="428624" y="1691640"/>
            <a:ext cx="3784561" cy="1190456"/>
          </a:xfrm>
        </p:spPr>
        <p:txBody>
          <a:bodyPr wrap="none"/>
          <a:lstStyle>
            <a:lvl1pPr marL="0" indent="0">
              <a:spcAft>
                <a:spcPts val="0"/>
              </a:spcAft>
              <a:buNone/>
              <a:defRPr>
                <a:solidFill>
                  <a:schemeClr val="bg1"/>
                </a:solidFill>
              </a:defRPr>
            </a:lvl1pPr>
            <a:lvl2pPr marL="228600" indent="0">
              <a:buNone/>
              <a:defRPr>
                <a:solidFill>
                  <a:schemeClr val="bg1"/>
                </a:solidFill>
              </a:defRPr>
            </a:lvl2pPr>
            <a:lvl3pPr marL="457200" indent="0">
              <a:buNone/>
              <a:defRPr>
                <a:solidFill>
                  <a:schemeClr val="bg1"/>
                </a:solidFill>
              </a:defRPr>
            </a:lvl3pPr>
            <a:lvl4pPr marL="685800" indent="0">
              <a:buNone/>
              <a:defRPr>
                <a:solidFill>
                  <a:schemeClr val="bg1"/>
                </a:solidFill>
              </a:defRPr>
            </a:lvl4pPr>
            <a:lvl5pPr marL="914400" indent="0">
              <a:buNone/>
              <a:defRPr>
                <a:solidFill>
                  <a:schemeClr val="bg1"/>
                </a:solidFill>
              </a:defRPr>
            </a:lvl5pPr>
          </a:lstStyle>
          <a:p>
            <a:pPr lvl="0"/>
            <a:r>
              <a:rPr lang="en-US"/>
              <a:t>For more information please contact:</a:t>
            </a:r>
            <a:br>
              <a:rPr lang="en-US"/>
            </a:br>
            <a:r>
              <a:rPr lang="en-US"/>
              <a:t>T+ 33 1 98765432</a:t>
            </a:r>
            <a:br>
              <a:rPr lang="en-US"/>
            </a:br>
            <a:r>
              <a:rPr lang="en-US"/>
              <a:t>M+ 33 6 44445678</a:t>
            </a:r>
            <a:br>
              <a:rPr lang="en-US"/>
            </a:br>
            <a:r>
              <a:rPr lang="en-US"/>
              <a:t>firstname.lastname@atos.net</a:t>
            </a:r>
          </a:p>
        </p:txBody>
      </p:sp>
      <p:sp>
        <p:nvSpPr>
          <p:cNvPr id="3" name="AddNotifier#1">
            <a:extLst>
              <a:ext uri="{FF2B5EF4-FFF2-40B4-BE49-F238E27FC236}">
                <a16:creationId xmlns:a16="http://schemas.microsoft.com/office/drawing/2014/main" id="{DEB32E4C-FD35-01ED-4923-78A44A2BBA63}"/>
              </a:ext>
            </a:extLst>
          </p:cNvPr>
          <p:cNvSpPr txBox="1">
            <a:spLocks noChangeArrowheads="1"/>
          </p:cNvSpPr>
          <p:nvPr userDrawn="1"/>
        </p:nvSpPr>
        <p:spPr bwMode="invGray">
          <a:xfrm>
            <a:off x="3511965" y="5580669"/>
            <a:ext cx="3383280"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b" anchorCtr="0">
            <a:spAutoFit/>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r>
              <a:rPr lang="en-US" sz="800" kern="1200" baseline="0">
                <a:solidFill>
                  <a:schemeClr val="bg1"/>
                </a:solidFill>
                <a:latin typeface="+mn-lt"/>
                <a:ea typeface="Verdana" pitchFamily="34" charset="0"/>
                <a:cs typeface="Verdana" pitchFamily="34" charset="0"/>
              </a:rPr>
              <a:t>Atos is a registered trademark of Atos SE. © 2024 Atos. Confidential information owned by Atos, to be used by the recipient only. This document, or any part of it, may not be reproduced, copied, circulated and/or distributed nor quoted without prior written approval from Atos.</a:t>
            </a:r>
            <a:endParaRPr lang="en-US" sz="800" baseline="0">
              <a:solidFill>
                <a:schemeClr val="bg1"/>
              </a:solidFill>
              <a:latin typeface="+mn-lt"/>
              <a:ea typeface="Verdana" pitchFamily="34" charset="0"/>
              <a:cs typeface="Verdana" pitchFamily="34" charset="0"/>
            </a:endParaRPr>
          </a:p>
        </p:txBody>
      </p:sp>
      <p:sp>
        <p:nvSpPr>
          <p:cNvPr id="4" name="Text Placeholder 12">
            <a:extLst>
              <a:ext uri="{FF2B5EF4-FFF2-40B4-BE49-F238E27FC236}">
                <a16:creationId xmlns:a16="http://schemas.microsoft.com/office/drawing/2014/main" id="{6781CC69-B03E-7287-C774-E4C42AD5B4B1}"/>
              </a:ext>
            </a:extLst>
          </p:cNvPr>
          <p:cNvSpPr>
            <a:spLocks noGrp="1"/>
          </p:cNvSpPr>
          <p:nvPr>
            <p:ph type="body" sz="quarter" idx="12" hasCustomPrompt="1"/>
          </p:nvPr>
        </p:nvSpPr>
        <p:spPr>
          <a:xfrm>
            <a:off x="3511965" y="6316314"/>
            <a:ext cx="2560320" cy="92333"/>
          </a:xfrm>
        </p:spPr>
        <p:txBody>
          <a:bodyPr wrap="none" anchor="ctr">
            <a:noAutofit/>
          </a:bodyPr>
          <a:lstStyle>
            <a:lvl1pPr marL="0" indent="0">
              <a:spcAft>
                <a:spcPts val="0"/>
              </a:spcAft>
              <a:buNone/>
              <a:defRPr sz="600">
                <a:solidFill>
                  <a:schemeClr val="bg1"/>
                </a:solidFill>
              </a:defRPr>
            </a:lvl1pPr>
            <a:lvl2pPr marL="228600" indent="0">
              <a:buNone/>
              <a:defRPr>
                <a:solidFill>
                  <a:schemeClr val="bg1"/>
                </a:solidFill>
              </a:defRPr>
            </a:lvl2pPr>
            <a:lvl3pPr marL="457200" indent="0">
              <a:buNone/>
              <a:defRPr>
                <a:solidFill>
                  <a:schemeClr val="bg1"/>
                </a:solidFill>
              </a:defRPr>
            </a:lvl3pPr>
            <a:lvl4pPr marL="685800" indent="0">
              <a:buNone/>
              <a:defRPr>
                <a:solidFill>
                  <a:schemeClr val="bg1"/>
                </a:solidFill>
              </a:defRPr>
            </a:lvl4pPr>
            <a:lvl5pPr marL="914400" indent="0">
              <a:buNone/>
              <a:defRPr>
                <a:solidFill>
                  <a:schemeClr val="bg1"/>
                </a:solidFill>
              </a:defRPr>
            </a:lvl5pPr>
          </a:lstStyle>
          <a:p>
            <a:pPr lvl="0"/>
            <a:r>
              <a:rPr lang="en-US"/>
              <a:t>Job Number-Designer-BP</a:t>
            </a:r>
          </a:p>
        </p:txBody>
      </p:sp>
      <p:sp>
        <p:nvSpPr>
          <p:cNvPr id="5" name="Graphique 10" descr="Atos logo">
            <a:extLst>
              <a:ext uri="{FF2B5EF4-FFF2-40B4-BE49-F238E27FC236}">
                <a16:creationId xmlns:a16="http://schemas.microsoft.com/office/drawing/2014/main" id="{19A80A2F-D5E3-6F7F-C1EB-15EBCE6C6CAC}"/>
              </a:ext>
            </a:extLst>
          </p:cNvPr>
          <p:cNvSpPr>
            <a:spLocks noChangeAspect="1"/>
          </p:cNvSpPr>
          <p:nvPr userDrawn="1"/>
        </p:nvSpPr>
        <p:spPr>
          <a:xfrm>
            <a:off x="9848292" y="5921362"/>
            <a:ext cx="1920640" cy="587312"/>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a:p>
        </p:txBody>
      </p:sp>
      <p:sp>
        <p:nvSpPr>
          <p:cNvPr id="12" name="Rectangle 11">
            <a:extLst>
              <a:ext uri="{FF2B5EF4-FFF2-40B4-BE49-F238E27FC236}">
                <a16:creationId xmlns:a16="http://schemas.microsoft.com/office/drawing/2014/main" id="{8296AC93-851F-8873-EB9F-A167B6F3D50B}"/>
              </a:ext>
              <a:ext uri="{C183D7F6-B498-43B3-948B-1728B52AA6E4}">
                <adec:decorative xmlns:adec="http://schemas.microsoft.com/office/drawing/2017/decorative" val="1"/>
              </a:ext>
            </a:extLst>
          </p:cNvPr>
          <p:cNvSpPr/>
          <p:nvPr userDrawn="1"/>
        </p:nvSpPr>
        <p:spPr>
          <a:xfrm>
            <a:off x="4967288" y="678310"/>
            <a:ext cx="2194560" cy="21945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Picture Placeholder 9">
            <a:extLst>
              <a:ext uri="{FF2B5EF4-FFF2-40B4-BE49-F238E27FC236}">
                <a16:creationId xmlns:a16="http://schemas.microsoft.com/office/drawing/2014/main" id="{664728D3-787C-00B9-69B8-1EF2872881D8}"/>
              </a:ext>
              <a:ext uri="{C183D7F6-B498-43B3-948B-1728B52AA6E4}">
                <adec:decorative xmlns:adec="http://schemas.microsoft.com/office/drawing/2017/decorative" val="1"/>
              </a:ext>
            </a:extLst>
          </p:cNvPr>
          <p:cNvSpPr>
            <a:spLocks noGrp="1"/>
          </p:cNvSpPr>
          <p:nvPr>
            <p:ph type="pic" sz="quarter" idx="11" hasCustomPrompt="1"/>
          </p:nvPr>
        </p:nvSpPr>
        <p:spPr>
          <a:xfrm>
            <a:off x="5035868" y="746890"/>
            <a:ext cx="2057400" cy="2057400"/>
          </a:xfrm>
        </p:spPr>
        <p:txBody>
          <a:bodyPr tIns="1097280" bIns="0" anchor="ctr"/>
          <a:lstStyle>
            <a:lvl1pPr marL="0" indent="0" algn="ctr">
              <a:buNone/>
              <a:defRPr sz="1400">
                <a:solidFill>
                  <a:schemeClr val="accent3"/>
                </a:solidFill>
              </a:defRPr>
            </a:lvl1pPr>
          </a:lstStyle>
          <a:p>
            <a:r>
              <a:rPr lang="en-US" noProof="0"/>
              <a:t>Click icon to add QR Code</a:t>
            </a:r>
            <a:endParaRPr lang="en-US"/>
          </a:p>
        </p:txBody>
      </p:sp>
    </p:spTree>
    <p:extLst>
      <p:ext uri="{BB962C8B-B14F-4D97-AF65-F5344CB8AC3E}">
        <p14:creationId xmlns:p14="http://schemas.microsoft.com/office/powerpoint/2010/main" val="4120586415"/>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type="obj">
  <p:cSld name="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A58AB8C-6B7B-EBD3-4D71-F5150448D3B6}"/>
              </a:ext>
            </a:extLst>
          </p:cNvPr>
          <p:cNvSpPr>
            <a:spLocks noGrp="1"/>
          </p:cNvSpPr>
          <p:nvPr>
            <p:ph type="title"/>
          </p:nvPr>
        </p:nvSpPr>
        <p:spPr>
          <a:xfrm>
            <a:off x="685800" y="360221"/>
            <a:ext cx="10515600" cy="1330468"/>
          </a:xfrm>
        </p:spPr>
        <p:txBody>
          <a:bodyPr rtlCol="0"/>
          <a:lstStyle/>
          <a:p>
            <a:pPr rtl="0"/>
            <a:r>
              <a:rPr lang="fr"/>
              <a:t>Modifiez le style du titre</a:t>
            </a:r>
            <a:endParaRPr lang="en-US"/>
          </a:p>
        </p:txBody>
      </p:sp>
      <p:sp>
        <p:nvSpPr>
          <p:cNvPr id="3" name="Espace réservé du contenu 2">
            <a:extLst>
              <a:ext uri="{FF2B5EF4-FFF2-40B4-BE49-F238E27FC236}">
                <a16:creationId xmlns:a16="http://schemas.microsoft.com/office/drawing/2014/main" id="{00327223-CF88-A3FD-E8DF-370D7C19B1B6}"/>
              </a:ext>
            </a:extLst>
          </p:cNvPr>
          <p:cNvSpPr>
            <a:spLocks noGrp="1"/>
          </p:cNvSpPr>
          <p:nvPr>
            <p:ph idx="1"/>
          </p:nvPr>
        </p:nvSpPr>
        <p:spPr>
          <a:xfrm>
            <a:off x="685800" y="2004291"/>
            <a:ext cx="10515600" cy="4172672"/>
          </a:xfrm>
        </p:spPr>
        <p:txBody>
          <a:bodyPr rtlCol="0"/>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a:p>
        </p:txBody>
      </p:sp>
      <p:sp>
        <p:nvSpPr>
          <p:cNvPr id="5" name="Espace réservé du pied de page 4">
            <a:extLst>
              <a:ext uri="{FF2B5EF4-FFF2-40B4-BE49-F238E27FC236}">
                <a16:creationId xmlns:a16="http://schemas.microsoft.com/office/drawing/2014/main" id="{A7E38D70-266E-0D00-4BB2-CEF20A35B76C}"/>
              </a:ext>
            </a:extLst>
          </p:cNvPr>
          <p:cNvSpPr>
            <a:spLocks noGrp="1"/>
          </p:cNvSpPr>
          <p:nvPr>
            <p:ph type="ftr" sz="quarter" idx="11"/>
          </p:nvPr>
        </p:nvSpPr>
        <p:spPr>
          <a:xfrm>
            <a:off x="685800" y="6445997"/>
            <a:ext cx="3949302" cy="365125"/>
          </a:xfrm>
        </p:spPr>
        <p:txBody>
          <a:bodyPr rtlCol="0"/>
          <a:lstStyle/>
          <a:p>
            <a:pPr rtl="0"/>
            <a:r>
              <a:rPr lang="fr"/>
              <a:t>Exemple de texte de pied de page</a:t>
            </a:r>
          </a:p>
        </p:txBody>
      </p:sp>
      <p:sp>
        <p:nvSpPr>
          <p:cNvPr id="4" name="Espace réservé de la date 3">
            <a:extLst>
              <a:ext uri="{FF2B5EF4-FFF2-40B4-BE49-F238E27FC236}">
                <a16:creationId xmlns:a16="http://schemas.microsoft.com/office/drawing/2014/main" id="{ADC28223-FDFF-908F-158A-3401127BA5C7}"/>
              </a:ext>
            </a:extLst>
          </p:cNvPr>
          <p:cNvSpPr>
            <a:spLocks noGrp="1"/>
          </p:cNvSpPr>
          <p:nvPr>
            <p:ph type="dt" sz="half" idx="10"/>
          </p:nvPr>
        </p:nvSpPr>
        <p:spPr/>
        <p:txBody>
          <a:bodyPr rtlCol="0"/>
          <a:lstStyle/>
          <a:p>
            <a:pPr rtl="0"/>
            <a:r>
              <a:rPr lang="en-US"/>
              <a:t>11/8/2025</a:t>
            </a:r>
          </a:p>
        </p:txBody>
      </p:sp>
      <p:sp>
        <p:nvSpPr>
          <p:cNvPr id="6" name="Espace réservé du numéro de diapositive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rtlCol="0"/>
          <a:lstStyle/>
          <a:p>
            <a:pPr rtl="0"/>
            <a:fld id="{DDF60B60-82CA-4BB9-BA6E-A62FADF2374B}" type="slidenum">
              <a:rPr lang="en-US" smtClean="0"/>
              <a:t>‹N°›</a:t>
            </a:fld>
            <a:endParaRPr lang="en-US"/>
          </a:p>
        </p:txBody>
      </p:sp>
      <p:cxnSp>
        <p:nvCxnSpPr>
          <p:cNvPr id="15" name="Connecteur droit 14">
            <a:extLst>
              <a:ext uri="{FF2B5EF4-FFF2-40B4-BE49-F238E27FC236}">
                <a16:creationId xmlns:a16="http://schemas.microsoft.com/office/drawing/2014/main" id="{176D044F-5574-D6D7-2A47-5069E411C22F}"/>
              </a:ext>
            </a:extLst>
          </p:cNvPr>
          <p:cNvCxnSpPr>
            <a:cxnSpLocks/>
          </p:cNvCxnSpPr>
          <p:nvPr/>
        </p:nvCxnSpPr>
        <p:spPr>
          <a:xfrm flipH="1">
            <a:off x="0" y="1825625"/>
            <a:ext cx="12210293"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64969815"/>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lnSpc>
                <a:spcPct val="100000"/>
              </a:lnSpc>
              <a:defRPr/>
            </a:lvl1pPr>
          </a:lstStyle>
          <a:p>
            <a:r>
              <a:rPr lang="en-US"/>
              <a:t>Title</a:t>
            </a:r>
          </a:p>
        </p:txBody>
      </p:sp>
      <p:sp>
        <p:nvSpPr>
          <p:cNvPr id="4" name="Text Placeholder 7">
            <a:extLst>
              <a:ext uri="{FF2B5EF4-FFF2-40B4-BE49-F238E27FC236}">
                <a16:creationId xmlns:a16="http://schemas.microsoft.com/office/drawing/2014/main" id="{F0FEDF7D-16CB-CED7-A7AF-90CBDF7D6705}"/>
              </a:ext>
            </a:extLst>
          </p:cNvPr>
          <p:cNvSpPr>
            <a:spLocks noGrp="1"/>
          </p:cNvSpPr>
          <p:nvPr>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a:t>Subtitle</a:t>
            </a:r>
          </a:p>
        </p:txBody>
      </p:sp>
      <p:sp>
        <p:nvSpPr>
          <p:cNvPr id="3" name="Slide Number Placeholder 5">
            <a:extLst>
              <a:ext uri="{FF2B5EF4-FFF2-40B4-BE49-F238E27FC236}">
                <a16:creationId xmlns:a16="http://schemas.microsoft.com/office/drawing/2014/main" id="{835715C9-752F-27C5-8AC2-5672C84C6123}"/>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a:p>
        </p:txBody>
      </p:sp>
    </p:spTree>
    <p:extLst>
      <p:ext uri="{BB962C8B-B14F-4D97-AF65-F5344CB8AC3E}">
        <p14:creationId xmlns:p14="http://schemas.microsoft.com/office/powerpoint/2010/main" val="4278694900"/>
      </p:ext>
    </p:extLst>
  </p:cSld>
  <p:clrMapOvr>
    <a:masterClrMapping/>
  </p:clrMapOvr>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84" Type="http://schemas.openxmlformats.org/officeDocument/2006/relationships/slideLayout" Target="../slideLayouts/slideLayout84.xml"/><Relationship Id="rId89" Type="http://schemas.openxmlformats.org/officeDocument/2006/relationships/slideLayout" Target="../slideLayouts/slideLayout89.xml"/><Relationship Id="rId16" Type="http://schemas.openxmlformats.org/officeDocument/2006/relationships/slideLayout" Target="../slideLayouts/slideLayout16.xml"/><Relationship Id="rId11" Type="http://schemas.openxmlformats.org/officeDocument/2006/relationships/slideLayout" Target="../slideLayouts/slideLayout11.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74" Type="http://schemas.openxmlformats.org/officeDocument/2006/relationships/slideLayout" Target="../slideLayouts/slideLayout74.xml"/><Relationship Id="rId79" Type="http://schemas.openxmlformats.org/officeDocument/2006/relationships/slideLayout" Target="../slideLayouts/slideLayout79.xml"/><Relationship Id="rId102" Type="http://schemas.openxmlformats.org/officeDocument/2006/relationships/slideLayout" Target="../slideLayouts/slideLayout102.xml"/><Relationship Id="rId5" Type="http://schemas.openxmlformats.org/officeDocument/2006/relationships/slideLayout" Target="../slideLayouts/slideLayout5.xml"/><Relationship Id="rId90" Type="http://schemas.openxmlformats.org/officeDocument/2006/relationships/slideLayout" Target="../slideLayouts/slideLayout90.xml"/><Relationship Id="rId95" Type="http://schemas.openxmlformats.org/officeDocument/2006/relationships/slideLayout" Target="../slideLayouts/slideLayout95.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80" Type="http://schemas.openxmlformats.org/officeDocument/2006/relationships/slideLayout" Target="../slideLayouts/slideLayout80.xml"/><Relationship Id="rId85" Type="http://schemas.openxmlformats.org/officeDocument/2006/relationships/slideLayout" Target="../slideLayouts/slideLayout85.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103" Type="http://schemas.openxmlformats.org/officeDocument/2006/relationships/slideLayout" Target="../slideLayouts/slideLayout103.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slideLayout" Target="../slideLayouts/slideLayout70.xml"/><Relationship Id="rId75" Type="http://schemas.openxmlformats.org/officeDocument/2006/relationships/slideLayout" Target="../slideLayouts/slideLayout75.xml"/><Relationship Id="rId83" Type="http://schemas.openxmlformats.org/officeDocument/2006/relationships/slideLayout" Target="../slideLayouts/slideLayout83.xml"/><Relationship Id="rId88" Type="http://schemas.openxmlformats.org/officeDocument/2006/relationships/slideLayout" Target="../slideLayouts/slideLayout88.xml"/><Relationship Id="rId91" Type="http://schemas.openxmlformats.org/officeDocument/2006/relationships/slideLayout" Target="../slideLayouts/slideLayout91.xml"/><Relationship Id="rId96" Type="http://schemas.openxmlformats.org/officeDocument/2006/relationships/slideLayout" Target="../slideLayouts/slideLayout96.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73" Type="http://schemas.openxmlformats.org/officeDocument/2006/relationships/slideLayout" Target="../slideLayouts/slideLayout73.xml"/><Relationship Id="rId78" Type="http://schemas.openxmlformats.org/officeDocument/2006/relationships/slideLayout" Target="../slideLayouts/slideLayout78.xml"/><Relationship Id="rId81" Type="http://schemas.openxmlformats.org/officeDocument/2006/relationships/slideLayout" Target="../slideLayouts/slideLayout81.xml"/><Relationship Id="rId86" Type="http://schemas.openxmlformats.org/officeDocument/2006/relationships/slideLayout" Target="../slideLayouts/slideLayout86.xml"/><Relationship Id="rId94" Type="http://schemas.openxmlformats.org/officeDocument/2006/relationships/slideLayout" Target="../slideLayouts/slideLayout94.xml"/><Relationship Id="rId99" Type="http://schemas.openxmlformats.org/officeDocument/2006/relationships/slideLayout" Target="../slideLayouts/slideLayout99.xml"/><Relationship Id="rId101" Type="http://schemas.openxmlformats.org/officeDocument/2006/relationships/slideLayout" Target="../slideLayouts/slideLayout101.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6" Type="http://schemas.openxmlformats.org/officeDocument/2006/relationships/slideLayout" Target="../slideLayouts/slideLayout76.xml"/><Relationship Id="rId97" Type="http://schemas.openxmlformats.org/officeDocument/2006/relationships/slideLayout" Target="../slideLayouts/slideLayout97.xml"/><Relationship Id="rId104" Type="http://schemas.openxmlformats.org/officeDocument/2006/relationships/theme" Target="../theme/theme1.xml"/><Relationship Id="rId7" Type="http://schemas.openxmlformats.org/officeDocument/2006/relationships/slideLayout" Target="../slideLayouts/slideLayout7.xml"/><Relationship Id="rId71" Type="http://schemas.openxmlformats.org/officeDocument/2006/relationships/slideLayout" Target="../slideLayouts/slideLayout71.xml"/><Relationship Id="rId92" Type="http://schemas.openxmlformats.org/officeDocument/2006/relationships/slideLayout" Target="../slideLayouts/slideLayout92.xml"/><Relationship Id="rId2" Type="http://schemas.openxmlformats.org/officeDocument/2006/relationships/slideLayout" Target="../slideLayouts/slideLayout2.xml"/><Relationship Id="rId29" Type="http://schemas.openxmlformats.org/officeDocument/2006/relationships/slideLayout" Target="../slideLayouts/slideLayout29.xml"/><Relationship Id="rId24" Type="http://schemas.openxmlformats.org/officeDocument/2006/relationships/slideLayout" Target="../slideLayouts/slideLayout24.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66" Type="http://schemas.openxmlformats.org/officeDocument/2006/relationships/slideLayout" Target="../slideLayouts/slideLayout66.xml"/><Relationship Id="rId87" Type="http://schemas.openxmlformats.org/officeDocument/2006/relationships/slideLayout" Target="../slideLayouts/slideLayout87.xml"/><Relationship Id="rId61" Type="http://schemas.openxmlformats.org/officeDocument/2006/relationships/slideLayout" Target="../slideLayouts/slideLayout61.xml"/><Relationship Id="rId82" Type="http://schemas.openxmlformats.org/officeDocument/2006/relationships/slideLayout" Target="../slideLayouts/slideLayout82.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56" Type="http://schemas.openxmlformats.org/officeDocument/2006/relationships/slideLayout" Target="../slideLayouts/slideLayout56.xml"/><Relationship Id="rId77" Type="http://schemas.openxmlformats.org/officeDocument/2006/relationships/slideLayout" Target="../slideLayouts/slideLayout77.xml"/><Relationship Id="rId100" Type="http://schemas.openxmlformats.org/officeDocument/2006/relationships/slideLayout" Target="../slideLayouts/slideLayout100.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slideLayout" Target="../slideLayouts/slideLayout72.xml"/><Relationship Id="rId93" Type="http://schemas.openxmlformats.org/officeDocument/2006/relationships/slideLayout" Target="../slideLayouts/slideLayout93.xml"/><Relationship Id="rId98" Type="http://schemas.openxmlformats.org/officeDocument/2006/relationships/slideLayout" Target="../slideLayouts/slideLayout98.xml"/><Relationship Id="rId3"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CF9D3E5-713E-2458-85D8-863C02E33FC9}"/>
              </a:ext>
            </a:extLst>
          </p:cNvPr>
          <p:cNvSpPr>
            <a:spLocks noGrp="1"/>
          </p:cNvSpPr>
          <p:nvPr>
            <p:ph type="title"/>
          </p:nvPr>
        </p:nvSpPr>
        <p:spPr>
          <a:xfrm>
            <a:off x="428624" y="291452"/>
            <a:ext cx="11337925" cy="796568"/>
          </a:xfrm>
          <a:prstGeom prst="rect">
            <a:avLst/>
          </a:prstGeom>
        </p:spPr>
        <p:txBody>
          <a:bodyPr vert="horz" lIns="0" tIns="0" rIns="0" bIns="0" rtlCol="0" anchor="t">
            <a:noAutofit/>
          </a:bodyPr>
          <a:lstStyle/>
          <a:p>
            <a:r>
              <a:rPr lang="en-US"/>
              <a:t>Title</a:t>
            </a:r>
          </a:p>
        </p:txBody>
      </p:sp>
      <p:sp>
        <p:nvSpPr>
          <p:cNvPr id="3" name="Text Placeholder 2">
            <a:extLst>
              <a:ext uri="{FF2B5EF4-FFF2-40B4-BE49-F238E27FC236}">
                <a16:creationId xmlns:a16="http://schemas.microsoft.com/office/drawing/2014/main" id="{F4BE1C79-616F-D7C0-02B1-92ECF462DD0D}"/>
              </a:ext>
            </a:extLst>
          </p:cNvPr>
          <p:cNvSpPr>
            <a:spLocks noGrp="1"/>
          </p:cNvSpPr>
          <p:nvPr>
            <p:ph type="body" idx="1"/>
          </p:nvPr>
        </p:nvSpPr>
        <p:spPr>
          <a:xfrm>
            <a:off x="428624" y="1446212"/>
            <a:ext cx="11337926" cy="4630737"/>
          </a:xfrm>
          <a:prstGeom prst="rect">
            <a:avLst/>
          </a:prstGeom>
        </p:spPr>
        <p:txBody>
          <a:bodyPr vert="horz" lIns="0" tIns="0" rIns="0" bIns="0" rtlCol="0">
            <a:noAutofit/>
          </a:bodyPr>
          <a:lstStyle/>
          <a:p>
            <a:pPr lvl="0"/>
            <a:r>
              <a:rPr lang="en-US"/>
              <a:t>Level 01</a:t>
            </a:r>
          </a:p>
          <a:p>
            <a:pPr lvl="1"/>
            <a:r>
              <a:rPr lang="en-US"/>
              <a:t>Level 02</a:t>
            </a:r>
          </a:p>
          <a:p>
            <a:pPr lvl="2"/>
            <a:r>
              <a:rPr lang="en-US"/>
              <a:t>Level 03</a:t>
            </a:r>
          </a:p>
          <a:p>
            <a:pPr lvl="3"/>
            <a:r>
              <a:rPr lang="en-US"/>
              <a:t>Level 04</a:t>
            </a:r>
          </a:p>
          <a:p>
            <a:pPr marL="1143000" marR="0" lvl="4" indent="-228600" algn="l" defTabSz="914400" rtl="0" eaLnBrk="1" fontAlgn="auto" latinLnBrk="0" hangingPunct="1">
              <a:lnSpc>
                <a:spcPct val="100000"/>
              </a:lnSpc>
              <a:spcBef>
                <a:spcPts val="0"/>
              </a:spcBef>
              <a:spcAft>
                <a:spcPts val="600"/>
              </a:spcAft>
              <a:buClr>
                <a:schemeClr val="accent3"/>
              </a:buClr>
              <a:buSzTx/>
              <a:buFont typeface="Arial" panose="020B0604020202020204" pitchFamily="34" charset="0"/>
              <a:buChar char="•"/>
              <a:tabLst/>
              <a:defRPr/>
            </a:pPr>
            <a:r>
              <a:rPr lang="en-US"/>
              <a:t>Level 05</a:t>
            </a:r>
          </a:p>
          <a:p>
            <a:pPr marL="1371600" marR="0" lvl="0" indent="-228600" algn="l" defTabSz="914400" rtl="0" eaLnBrk="1" fontAlgn="auto" latinLnBrk="0" hangingPunct="1">
              <a:lnSpc>
                <a:spcPct val="100000"/>
              </a:lnSpc>
              <a:spcBef>
                <a:spcPts val="0"/>
              </a:spcBef>
              <a:spcAft>
                <a:spcPts val="600"/>
              </a:spcAft>
              <a:buClr>
                <a:schemeClr val="accent3"/>
              </a:buClr>
              <a:buSzTx/>
              <a:buFont typeface="Arial" panose="020B0604020202020204" pitchFamily="34" charset="0"/>
              <a:buChar char="•"/>
              <a:tabLst/>
              <a:defRPr/>
            </a:pPr>
            <a:r>
              <a:rPr lang="en-US"/>
              <a:t>Level 06</a:t>
            </a:r>
          </a:p>
        </p:txBody>
      </p:sp>
      <p:sp>
        <p:nvSpPr>
          <p:cNvPr id="6" name="Slide Number Placeholder 5">
            <a:extLst>
              <a:ext uri="{FF2B5EF4-FFF2-40B4-BE49-F238E27FC236}">
                <a16:creationId xmlns:a16="http://schemas.microsoft.com/office/drawing/2014/main" id="{9F567185-ACB9-908F-2962-5980CB3C095C}"/>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a:p>
        </p:txBody>
      </p:sp>
      <p:sp>
        <p:nvSpPr>
          <p:cNvPr id="7" name="AddCustomFooter#1">
            <a:extLst>
              <a:ext uri="{FF2B5EF4-FFF2-40B4-BE49-F238E27FC236}">
                <a16:creationId xmlns:a16="http://schemas.microsoft.com/office/drawing/2014/main" id="{E00FAE01-94EC-1357-62EB-1169EE36702E}"/>
              </a:ext>
            </a:extLst>
          </p:cNvPr>
          <p:cNvSpPr txBox="1"/>
          <p:nvPr userDrawn="1"/>
        </p:nvSpPr>
        <p:spPr bwMode="gray">
          <a:xfrm>
            <a:off x="428625" y="6420355"/>
            <a:ext cx="3762568" cy="153888"/>
          </a:xfrm>
          <a:prstGeom prst="rect">
            <a:avLst/>
          </a:prstGeom>
          <a:noFill/>
        </p:spPr>
        <p:txBody>
          <a:bodyPr wrap="non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tab pos="274320" algn="l"/>
                <a:tab pos="411480" algn="l"/>
              </a:tabLst>
              <a:defRPr/>
            </a:pPr>
            <a:r>
              <a:rPr kumimoji="0" lang="en-US" sz="1000" b="0" i="0" u="none" strike="noStrike" kern="1200" cap="none" spc="0" normalizeH="0" baseline="0" noProof="0">
                <a:ln>
                  <a:noFill/>
                </a:ln>
                <a:solidFill>
                  <a:schemeClr val="accent3"/>
                </a:solidFill>
                <a:effectLst/>
                <a:uLnTx/>
                <a:uFillTx/>
                <a:latin typeface="+mn-lt"/>
                <a:ea typeface="Verdana" pitchFamily="34" charset="0"/>
                <a:cs typeface="Verdana" pitchFamily="34" charset="0"/>
              </a:rPr>
              <a:t>	|	04/03/2026 | Presentation Title | © Atos - for internal use</a:t>
            </a:r>
            <a:endParaRPr lang="nl-NL" sz="900" baseline="0">
              <a:solidFill>
                <a:schemeClr val="accent3"/>
              </a:solidFill>
              <a:latin typeface="+mn-lt"/>
              <a:ea typeface="Verdana" pitchFamily="34" charset="0"/>
              <a:cs typeface="Verdana" pitchFamily="34" charset="0"/>
            </a:endParaRPr>
          </a:p>
        </p:txBody>
      </p:sp>
      <p:sp>
        <p:nvSpPr>
          <p:cNvPr id="5" name="Graphique 10" descr="Atos logo">
            <a:extLst>
              <a:ext uri="{FF2B5EF4-FFF2-40B4-BE49-F238E27FC236}">
                <a16:creationId xmlns:a16="http://schemas.microsoft.com/office/drawing/2014/main" id="{1C95FD47-5D5D-CF7D-07B8-ABFE4BCD951D}"/>
              </a:ext>
            </a:extLst>
          </p:cNvPr>
          <p:cNvSpPr>
            <a:spLocks noChangeAspect="1"/>
          </p:cNvSpPr>
          <p:nvPr userDrawn="1"/>
        </p:nvSpPr>
        <p:spPr>
          <a:xfrm>
            <a:off x="10944224" y="6309897"/>
            <a:ext cx="819151" cy="250488"/>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accent1"/>
          </a:solidFill>
          <a:ln w="5690" cap="flat">
            <a:noFill/>
            <a:prstDash val="solid"/>
            <a:miter/>
          </a:ln>
        </p:spPr>
        <p:txBody>
          <a:bodyPr rtlCol="0" anchor="ctr"/>
          <a:lstStyle/>
          <a:p>
            <a:endParaRPr lang="fr-FR"/>
          </a:p>
        </p:txBody>
      </p:sp>
    </p:spTree>
    <p:extLst>
      <p:ext uri="{BB962C8B-B14F-4D97-AF65-F5344CB8AC3E}">
        <p14:creationId xmlns:p14="http://schemas.microsoft.com/office/powerpoint/2010/main" val="523802451"/>
      </p:ext>
    </p:extLst>
  </p:cSld>
  <p:clrMap bg1="lt1" tx1="dk1" bg2="lt2" tx2="dk2" accent1="accent1" accent2="accent2" accent3="accent3" accent4="accent4" accent5="accent5" accent6="accent6" hlink="hlink" folHlink="folHlink"/>
  <p:sldLayoutIdLst>
    <p:sldLayoutId id="2147483765" r:id="rId1"/>
    <p:sldLayoutId id="2147483831" r:id="rId2"/>
    <p:sldLayoutId id="2147483766" r:id="rId3"/>
    <p:sldLayoutId id="2147483792" r:id="rId4"/>
    <p:sldLayoutId id="2147483793" r:id="rId5"/>
    <p:sldLayoutId id="2147483767" r:id="rId6"/>
    <p:sldLayoutId id="2147483794" r:id="rId7"/>
    <p:sldLayoutId id="2147483795" r:id="rId8"/>
    <p:sldLayoutId id="2147483796" r:id="rId9"/>
    <p:sldLayoutId id="2147483797" r:id="rId10"/>
    <p:sldLayoutId id="2147483798" r:id="rId11"/>
    <p:sldLayoutId id="2147483799" r:id="rId12"/>
    <p:sldLayoutId id="2147483800" r:id="rId13"/>
    <p:sldLayoutId id="2147483801" r:id="rId14"/>
    <p:sldLayoutId id="2147483802" r:id="rId15"/>
    <p:sldLayoutId id="2147483803" r:id="rId16"/>
    <p:sldLayoutId id="2147483804" r:id="rId17"/>
    <p:sldLayoutId id="2147483782" r:id="rId18"/>
    <p:sldLayoutId id="2147483783" r:id="rId19"/>
    <p:sldLayoutId id="2147483650" r:id="rId20"/>
    <p:sldLayoutId id="2147483693" r:id="rId21"/>
    <p:sldLayoutId id="2147483751" r:id="rId22"/>
    <p:sldLayoutId id="2147483752" r:id="rId23"/>
    <p:sldLayoutId id="2147483753" r:id="rId24"/>
    <p:sldLayoutId id="2147483695" r:id="rId25"/>
    <p:sldLayoutId id="2147483754" r:id="rId26"/>
    <p:sldLayoutId id="2147483755" r:id="rId27"/>
    <p:sldLayoutId id="2147483756" r:id="rId28"/>
    <p:sldLayoutId id="2147483757" r:id="rId29"/>
    <p:sldLayoutId id="2147483758" r:id="rId30"/>
    <p:sldLayoutId id="2147483759" r:id="rId31"/>
    <p:sldLayoutId id="2147483760" r:id="rId32"/>
    <p:sldLayoutId id="2147483761" r:id="rId33"/>
    <p:sldLayoutId id="2147483656" r:id="rId34"/>
    <p:sldLayoutId id="2147483746" r:id="rId35"/>
    <p:sldLayoutId id="2147483655" r:id="rId36"/>
    <p:sldLayoutId id="2147483696" r:id="rId37"/>
    <p:sldLayoutId id="2147483697" r:id="rId38"/>
    <p:sldLayoutId id="2147483722" r:id="rId39"/>
    <p:sldLayoutId id="2147483699" r:id="rId40"/>
    <p:sldLayoutId id="2147483703" r:id="rId41"/>
    <p:sldLayoutId id="2147483701" r:id="rId42"/>
    <p:sldLayoutId id="2147483702" r:id="rId43"/>
    <p:sldLayoutId id="2147483704" r:id="rId44"/>
    <p:sldLayoutId id="2147483707" r:id="rId45"/>
    <p:sldLayoutId id="2147483706" r:id="rId46"/>
    <p:sldLayoutId id="2147483705" r:id="rId47"/>
    <p:sldLayoutId id="2147483708" r:id="rId48"/>
    <p:sldLayoutId id="2147483709" r:id="rId49"/>
    <p:sldLayoutId id="2147483724" r:id="rId50"/>
    <p:sldLayoutId id="2147483712" r:id="rId51"/>
    <p:sldLayoutId id="2147483737" r:id="rId52"/>
    <p:sldLayoutId id="2147483739" r:id="rId53"/>
    <p:sldLayoutId id="2147483738" r:id="rId54"/>
    <p:sldLayoutId id="2147483729" r:id="rId55"/>
    <p:sldLayoutId id="2147483730" r:id="rId56"/>
    <p:sldLayoutId id="2147483731" r:id="rId57"/>
    <p:sldLayoutId id="2147483727" r:id="rId58"/>
    <p:sldLayoutId id="2147483750" r:id="rId59"/>
    <p:sldLayoutId id="2147483805" r:id="rId60"/>
    <p:sldLayoutId id="2147483806" r:id="rId61"/>
    <p:sldLayoutId id="2147483807" r:id="rId62"/>
    <p:sldLayoutId id="2147483832" r:id="rId63"/>
    <p:sldLayoutId id="2147483788" r:id="rId64"/>
    <p:sldLayoutId id="2147483790" r:id="rId65"/>
    <p:sldLayoutId id="2147483791" r:id="rId66"/>
    <p:sldLayoutId id="2147483771" r:id="rId67"/>
    <p:sldLayoutId id="2147483772" r:id="rId68"/>
    <p:sldLayoutId id="2147483773" r:id="rId69"/>
    <p:sldLayoutId id="2147483774" r:id="rId70"/>
    <p:sldLayoutId id="2147483775" r:id="rId71"/>
    <p:sldLayoutId id="2147483776" r:id="rId72"/>
    <p:sldLayoutId id="2147483777" r:id="rId73"/>
    <p:sldLayoutId id="2147483781" r:id="rId74"/>
    <p:sldLayoutId id="2147483780" r:id="rId75"/>
    <p:sldLayoutId id="2147483779" r:id="rId76"/>
    <p:sldLayoutId id="2147483778" r:id="rId77"/>
    <p:sldLayoutId id="2147483808" r:id="rId78"/>
    <p:sldLayoutId id="2147483809" r:id="rId79"/>
    <p:sldLayoutId id="2147483810" r:id="rId80"/>
    <p:sldLayoutId id="2147483811" r:id="rId81"/>
    <p:sldLayoutId id="2147483812" r:id="rId82"/>
    <p:sldLayoutId id="2147483813" r:id="rId83"/>
    <p:sldLayoutId id="2147483814" r:id="rId84"/>
    <p:sldLayoutId id="2147483815" r:id="rId85"/>
    <p:sldLayoutId id="2147483816" r:id="rId86"/>
    <p:sldLayoutId id="2147483817" r:id="rId87"/>
    <p:sldLayoutId id="2147483818" r:id="rId88"/>
    <p:sldLayoutId id="2147483819" r:id="rId89"/>
    <p:sldLayoutId id="2147483820" r:id="rId90"/>
    <p:sldLayoutId id="2147483821" r:id="rId91"/>
    <p:sldLayoutId id="2147483822" r:id="rId92"/>
    <p:sldLayoutId id="2147483823" r:id="rId93"/>
    <p:sldLayoutId id="2147483824" r:id="rId94"/>
    <p:sldLayoutId id="2147483825" r:id="rId95"/>
    <p:sldLayoutId id="2147483826" r:id="rId96"/>
    <p:sldLayoutId id="2147483827" r:id="rId97"/>
    <p:sldLayoutId id="2147483828" r:id="rId98"/>
    <p:sldLayoutId id="2147483748" r:id="rId99"/>
    <p:sldLayoutId id="2147483829" r:id="rId100"/>
    <p:sldLayoutId id="2147483830" r:id="rId101"/>
    <p:sldLayoutId id="2147483833" r:id="rId102"/>
    <p:sldLayoutId id="2147483835" r:id="rId103"/>
  </p:sldLayoutIdLst>
  <p:hf hdr="0" ftr="0" dt="0"/>
  <p:txStyles>
    <p:titleStyle>
      <a:lvl1pPr algn="l" defTabSz="914400" rtl="0" eaLnBrk="1" latinLnBrk="0" hangingPunct="1">
        <a:lnSpc>
          <a:spcPct val="100000"/>
        </a:lnSpc>
        <a:spcBef>
          <a:spcPct val="0"/>
        </a:spcBef>
        <a:buNone/>
        <a:defRPr sz="2800" kern="1200">
          <a:solidFill>
            <a:schemeClr val="accent1"/>
          </a:solidFill>
          <a:latin typeface="+mj-lt"/>
          <a:ea typeface="+mj-ea"/>
          <a:cs typeface="+mj-cs"/>
        </a:defRPr>
      </a:lvl1pPr>
    </p:titleStyle>
    <p:bodyStyle>
      <a:lvl1pPr marL="228600" indent="-2286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600" kern="1200">
          <a:solidFill>
            <a:schemeClr val="accent3"/>
          </a:solidFill>
          <a:latin typeface="+mn-lt"/>
          <a:ea typeface="+mn-ea"/>
          <a:cs typeface="+mn-cs"/>
        </a:defRPr>
      </a:lvl1pPr>
      <a:lvl2pPr marL="457200" indent="-2286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600" kern="1200">
          <a:solidFill>
            <a:schemeClr val="accent3"/>
          </a:solidFill>
          <a:latin typeface="+mn-lt"/>
          <a:ea typeface="+mn-ea"/>
          <a:cs typeface="+mn-cs"/>
        </a:defRPr>
      </a:lvl2pPr>
      <a:lvl3pPr marL="685800" indent="-2286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600" kern="1200">
          <a:solidFill>
            <a:schemeClr val="accent3"/>
          </a:solidFill>
          <a:latin typeface="+mn-lt"/>
          <a:ea typeface="+mn-ea"/>
          <a:cs typeface="+mn-cs"/>
        </a:defRPr>
      </a:lvl3pPr>
      <a:lvl4pPr marL="914400" indent="-2286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600" kern="1200">
          <a:solidFill>
            <a:schemeClr val="accent3"/>
          </a:solidFill>
          <a:latin typeface="+mn-lt"/>
          <a:ea typeface="+mn-ea"/>
          <a:cs typeface="+mn-cs"/>
        </a:defRPr>
      </a:lvl4pPr>
      <a:lvl5pPr marL="914400" indent="0" algn="l" defTabSz="914400" rtl="0" eaLnBrk="1" latinLnBrk="0" hangingPunct="1">
        <a:lnSpc>
          <a:spcPct val="100000"/>
        </a:lnSpc>
        <a:spcBef>
          <a:spcPts val="0"/>
        </a:spcBef>
        <a:spcAft>
          <a:spcPts val="600"/>
        </a:spcAft>
        <a:buClr>
          <a:schemeClr val="accent3"/>
        </a:buClr>
        <a:buFont typeface="Arial" panose="020B0604020202020204" pitchFamily="34" charset="0"/>
        <a:buNone/>
        <a:defRPr sz="1600" kern="1200">
          <a:solidFill>
            <a:schemeClr val="accent3"/>
          </a:solidFill>
          <a:latin typeface="+mn-lt"/>
          <a:ea typeface="+mn-ea"/>
          <a:cs typeface="+mn-cs"/>
        </a:defRPr>
      </a:lvl5pPr>
      <a:lvl6pPr marL="1600200" indent="914400" algn="l" defTabSz="914400" rtl="0" eaLnBrk="1" latinLnBrk="0" hangingPunct="1">
        <a:lnSpc>
          <a:spcPct val="90000"/>
        </a:lnSpc>
        <a:spcBef>
          <a:spcPts val="500"/>
        </a:spcBef>
        <a:buFont typeface="Arial" panose="020B0604020202020204" pitchFamily="34" charset="0"/>
        <a:buNone/>
        <a:defRPr sz="1600" kern="1200">
          <a:solidFill>
            <a:schemeClr val="accent3"/>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828" userDrawn="1">
          <p15:clr>
            <a:srgbClr val="F26B43"/>
          </p15:clr>
        </p15:guide>
        <p15:guide id="2" pos="270" userDrawn="1">
          <p15:clr>
            <a:srgbClr val="F26B43"/>
          </p15:clr>
        </p15:guide>
        <p15:guide id="3" pos="7412" userDrawn="1">
          <p15:clr>
            <a:srgbClr val="F26B43"/>
          </p15:clr>
        </p15:guide>
        <p15:guide id="4" orient="horz" pos="911"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8.xml"/></Relationships>
</file>

<file path=ppt/slides/_rels/slide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xml"/><Relationship Id="rId1" Type="http://schemas.openxmlformats.org/officeDocument/2006/relationships/slideLayout" Target="../slideLayouts/slideLayout2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000" b="1">
                <a:solidFill>
                  <a:srgbClr val="142A4A"/>
                </a:solidFill>
              </a:rPr>
              <a:t>Tri automatique des demandes RH</a:t>
            </a:r>
          </a:p>
        </p:txBody>
      </p:sp>
      <p:sp>
        <p:nvSpPr>
          <p:cNvPr id="3" name="Text Placeholder 2"/>
          <p:cNvSpPr>
            <a:spLocks noGrp="1"/>
          </p:cNvSpPr>
          <p:nvPr>
            <p:ph type="body" sz="quarter" idx="13"/>
          </p:nvPr>
        </p:nvSpPr>
        <p:spPr/>
        <p:txBody>
          <a:bodyPr/>
          <a:lstStyle/>
          <a:p>
            <a:r>
              <a:rPr sz="1800" b="0" dirty="0" err="1">
                <a:solidFill>
                  <a:schemeClr val="bg1"/>
                </a:solidFill>
              </a:rPr>
              <a:t>Décision</a:t>
            </a:r>
            <a:r>
              <a:rPr sz="1800" b="0" dirty="0">
                <a:solidFill>
                  <a:schemeClr val="bg1"/>
                </a:solidFill>
              </a:rPr>
              <a:t> de conception après </a:t>
            </a:r>
            <a:r>
              <a:rPr sz="1800" b="0" dirty="0" err="1">
                <a:solidFill>
                  <a:schemeClr val="bg1"/>
                </a:solidFill>
              </a:rPr>
              <a:t>contrainte</a:t>
            </a:r>
            <a:r>
              <a:rPr sz="1800" b="0" dirty="0">
                <a:solidFill>
                  <a:schemeClr val="bg1"/>
                </a:solidFill>
              </a:rPr>
              <a:t> DPO : classer à </a:t>
            </a:r>
            <a:r>
              <a:rPr sz="1800" b="0" dirty="0" err="1">
                <a:solidFill>
                  <a:schemeClr val="bg1"/>
                </a:solidFill>
              </a:rPr>
              <a:t>partir</a:t>
            </a:r>
            <a:r>
              <a:rPr sz="1800" b="0" dirty="0">
                <a:solidFill>
                  <a:schemeClr val="bg1"/>
                </a:solidFill>
              </a:rPr>
              <a:t> de </a:t>
            </a:r>
            <a:r>
              <a:rPr sz="1800" b="0" dirty="0" err="1">
                <a:solidFill>
                  <a:schemeClr val="bg1"/>
                </a:solidFill>
              </a:rPr>
              <a:t>l’objet</a:t>
            </a:r>
            <a:r>
              <a:rPr sz="1800" b="0" dirty="0">
                <a:solidFill>
                  <a:schemeClr val="bg1"/>
                </a:solidFill>
              </a:rPr>
              <a:t> seul</a:t>
            </a:r>
          </a:p>
        </p:txBody>
      </p:sp>
      <p:sp>
        <p:nvSpPr>
          <p:cNvPr id="4" name="Text Placeholder 3"/>
          <p:cNvSpPr>
            <a:spLocks noGrp="1"/>
          </p:cNvSpPr>
          <p:nvPr>
            <p:ph type="body" sz="quarter" idx="15"/>
          </p:nvPr>
        </p:nvSpPr>
        <p:spPr/>
        <p:txBody>
          <a:bodyPr/>
          <a:lstStyle/>
          <a:p>
            <a:r>
              <a:rPr sz="1200" b="0" dirty="0" err="1"/>
              <a:t>Présentation</a:t>
            </a:r>
            <a:r>
              <a:rPr sz="1200" b="0" dirty="0"/>
              <a:t> </a:t>
            </a:r>
            <a:r>
              <a:rPr sz="1200" b="0" dirty="0" err="1"/>
              <a:t>synthétique</a:t>
            </a:r>
            <a:r>
              <a:rPr sz="1200" b="0" dirty="0"/>
              <a:t> | Dossier de conception</a:t>
            </a:r>
          </a:p>
          <a:p>
            <a:r>
              <a:rPr lang="en-US" sz="1200" dirty="0"/>
              <a:t>Théo et Célia</a:t>
            </a:r>
            <a:endParaRPr sz="1200" b="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sz="2400" b="1" dirty="0">
                <a:solidFill>
                  <a:srgbClr val="142A4A"/>
                </a:solidFill>
              </a:rPr>
              <a:t>Fluidifier le tri pour réallouer le temps des équipes</a:t>
            </a:r>
            <a:br>
              <a:rPr lang="fr-FR" sz="2400" b="1" dirty="0">
                <a:solidFill>
                  <a:srgbClr val="142A4A"/>
                </a:solidFill>
              </a:rPr>
            </a:br>
            <a:endParaRPr lang="fr-FR" sz="2400" b="1" dirty="0">
              <a:solidFill>
                <a:srgbClr val="142A4A"/>
              </a:solidFill>
            </a:endParaRPr>
          </a:p>
        </p:txBody>
      </p:sp>
      <p:sp>
        <p:nvSpPr>
          <p:cNvPr id="3" name="Text Placeholder 2"/>
          <p:cNvSpPr>
            <a:spLocks noGrp="1"/>
          </p:cNvSpPr>
          <p:nvPr>
            <p:ph type="body" sz="quarter" idx="10"/>
          </p:nvPr>
        </p:nvSpPr>
        <p:spPr/>
        <p:txBody>
          <a:bodyPr/>
          <a:lstStyle/>
          <a:p>
            <a:endParaRPr lang="fr-FR" sz="1300" b="0" dirty="0">
              <a:solidFill>
                <a:srgbClr val="5D6D7E"/>
              </a:solidFill>
            </a:endParaRPr>
          </a:p>
          <a:p>
            <a:r>
              <a:rPr lang="fr-FR" sz="1300" b="0" dirty="0">
                <a:solidFill>
                  <a:srgbClr val="5D6D7E"/>
                </a:solidFill>
              </a:rPr>
              <a:t>Automatiser le tri sans faire sortir le contenu sensible du </a:t>
            </a:r>
            <a:r>
              <a:rPr lang="fr-FR" sz="1300" b="0" dirty="0" err="1">
                <a:solidFill>
                  <a:srgbClr val="5D6D7E"/>
                </a:solidFill>
              </a:rPr>
              <a:t>ticketing</a:t>
            </a:r>
            <a:endParaRPr lang="fr-FR" sz="1300" b="0" dirty="0">
              <a:solidFill>
                <a:srgbClr val="5D6D7E"/>
              </a:solidFill>
            </a:endParaRPr>
          </a:p>
        </p:txBody>
      </p:sp>
      <p:sp>
        <p:nvSpPr>
          <p:cNvPr id="4" name="Content Placeholder 3"/>
          <p:cNvSpPr>
            <a:spLocks noGrp="1"/>
          </p:cNvSpPr>
          <p:nvPr>
            <p:ph idx="12"/>
          </p:nvPr>
        </p:nvSpPr>
        <p:spPr/>
        <p:txBody>
          <a:bodyPr wrap="square"/>
          <a:lstStyle/>
          <a:p>
            <a:pPr>
              <a:lnSpc>
                <a:spcPct val="102000"/>
              </a:lnSpc>
              <a:spcAft>
                <a:spcPts val="600"/>
              </a:spcAft>
              <a:defRPr sz="1500" b="1">
                <a:solidFill>
                  <a:srgbClr val="0066CC"/>
                </a:solidFill>
              </a:defRPr>
            </a:pPr>
            <a:r>
              <a:rPr dirty="0" err="1"/>
              <a:t>Besoin</a:t>
            </a:r>
            <a:r>
              <a:rPr dirty="0"/>
              <a:t> initial</a:t>
            </a:r>
            <a:endParaRPr lang="fr-FR" dirty="0"/>
          </a:p>
          <a:p>
            <a:pPr>
              <a:lnSpc>
                <a:spcPct val="102000"/>
              </a:lnSpc>
              <a:defRPr sz="1500" b="1">
                <a:solidFill>
                  <a:srgbClr val="0066CC"/>
                </a:solidFill>
              </a:defRPr>
            </a:pPr>
            <a:r>
              <a:rPr lang="fr-FR" i="1" dirty="0"/>
              <a:t>ESN ~500 salariés, Lille. Brigitte Lefranc, DRH, reçoit.« Notre boîte mail RH reçoit 80 tickets/jour : congés, paie, mutuelle, formation, autres. On les trie à la main, ça prend 1h le matin à 2 personnes. On voudrait automatiser le tri vers les bonnes équipes. »</a:t>
            </a:r>
          </a:p>
          <a:p>
            <a:pPr>
              <a:lnSpc>
                <a:spcPct val="102000"/>
              </a:lnSpc>
              <a:spcAft>
                <a:spcPts val="600"/>
              </a:spcAft>
              <a:defRPr sz="1500" b="1">
                <a:solidFill>
                  <a:srgbClr val="0066CC"/>
                </a:solidFill>
              </a:defRPr>
            </a:pPr>
            <a:endParaRPr lang="fr-FR" dirty="0"/>
          </a:p>
          <a:p>
            <a:pPr>
              <a:lnSpc>
                <a:spcPct val="102000"/>
              </a:lnSpc>
              <a:spcAft>
                <a:spcPts val="600"/>
              </a:spcAft>
              <a:defRPr sz="1500" b="1">
                <a:solidFill>
                  <a:srgbClr val="0066CC"/>
                </a:solidFill>
              </a:defRPr>
            </a:pPr>
            <a:endParaRPr dirty="0"/>
          </a:p>
          <a:p>
            <a:pPr>
              <a:lnSpc>
                <a:spcPct val="102000"/>
              </a:lnSpc>
              <a:spcAft>
                <a:spcPts val="600"/>
              </a:spcAft>
              <a:defRPr sz="1500" b="0">
                <a:solidFill>
                  <a:srgbClr val="142A4A"/>
                </a:solidFill>
              </a:defRPr>
            </a:pPr>
            <a:r>
              <a:rPr dirty="0" err="1"/>
              <a:t>Orienter</a:t>
            </a:r>
            <a:r>
              <a:rPr dirty="0"/>
              <a:t> les </a:t>
            </a:r>
            <a:r>
              <a:rPr dirty="0" err="1"/>
              <a:t>demandes</a:t>
            </a:r>
            <a:r>
              <a:rPr dirty="0"/>
              <a:t> RH vers 6 équipes</a:t>
            </a:r>
          </a:p>
          <a:p>
            <a:pPr>
              <a:lnSpc>
                <a:spcPct val="102000"/>
              </a:lnSpc>
              <a:spcAft>
                <a:spcPts val="600"/>
              </a:spcAft>
              <a:defRPr sz="1500" b="0">
                <a:solidFill>
                  <a:srgbClr val="142A4A"/>
                </a:solidFill>
              </a:defRPr>
            </a:pPr>
            <a:r>
              <a:rPr dirty="0"/>
              <a:t>80 tickets/jour, </a:t>
            </a:r>
            <a:r>
              <a:rPr dirty="0" err="1"/>
              <a:t>jusqu’à</a:t>
            </a:r>
            <a:r>
              <a:rPr dirty="0"/>
              <a:t> 150 </a:t>
            </a:r>
            <a:r>
              <a:rPr dirty="0" err="1"/>
              <a:t>en</a:t>
            </a:r>
            <a:r>
              <a:rPr dirty="0"/>
              <a:t> pointe</a:t>
            </a:r>
          </a:p>
          <a:p>
            <a:pPr>
              <a:lnSpc>
                <a:spcPct val="102000"/>
              </a:lnSpc>
              <a:spcAft>
                <a:spcPts val="600"/>
              </a:spcAft>
              <a:defRPr sz="1500" b="0">
                <a:solidFill>
                  <a:srgbClr val="142A4A"/>
                </a:solidFill>
              </a:defRPr>
            </a:pPr>
            <a:r>
              <a:rPr dirty="0"/>
              <a:t>Passer </a:t>
            </a:r>
            <a:r>
              <a:rPr dirty="0" err="1"/>
              <a:t>d’environ</a:t>
            </a:r>
            <a:r>
              <a:rPr dirty="0"/>
              <a:t> 1 h à 10 min de tri </a:t>
            </a:r>
            <a:r>
              <a:rPr dirty="0" err="1"/>
              <a:t>quotidien</a:t>
            </a:r>
            <a:endParaRPr dirty="0"/>
          </a:p>
          <a:p>
            <a:pPr>
              <a:lnSpc>
                <a:spcPct val="102000"/>
              </a:lnSpc>
              <a:spcAft>
                <a:spcPts val="600"/>
              </a:spcAft>
              <a:defRPr sz="1500" b="0">
                <a:solidFill>
                  <a:srgbClr val="142A4A"/>
                </a:solidFill>
              </a:defRPr>
            </a:pPr>
            <a:r>
              <a:rPr dirty="0"/>
              <a:t>Viser &gt; 85 % de </a:t>
            </a:r>
            <a:r>
              <a:rPr dirty="0" err="1"/>
              <a:t>routage</a:t>
            </a:r>
            <a:r>
              <a:rPr dirty="0"/>
              <a:t> correct</a:t>
            </a:r>
          </a:p>
        </p:txBody>
      </p:sp>
      <p:sp>
        <p:nvSpPr>
          <p:cNvPr id="5" name="Content Placeholder 4"/>
          <p:cNvSpPr>
            <a:spLocks noGrp="1"/>
          </p:cNvSpPr>
          <p:nvPr>
            <p:ph idx="13"/>
          </p:nvPr>
        </p:nvSpPr>
        <p:spPr/>
        <p:txBody>
          <a:bodyPr wrap="square"/>
          <a:lstStyle/>
          <a:p>
            <a:pPr>
              <a:lnSpc>
                <a:spcPct val="102000"/>
              </a:lnSpc>
              <a:spcAft>
                <a:spcPts val="600"/>
              </a:spcAft>
              <a:defRPr sz="1500" b="1">
                <a:solidFill>
                  <a:srgbClr val="0066CC"/>
                </a:solidFill>
              </a:defRPr>
            </a:pPr>
            <a:r>
              <a:rPr dirty="0" err="1"/>
              <a:t>Évolution</a:t>
            </a:r>
            <a:r>
              <a:rPr dirty="0"/>
              <a:t> après avis DPO</a:t>
            </a:r>
            <a:endParaRPr lang="fr-FR" dirty="0"/>
          </a:p>
          <a:p>
            <a:pPr>
              <a:lnSpc>
                <a:spcPct val="102000"/>
              </a:lnSpc>
              <a:defRPr sz="1500" b="1">
                <a:solidFill>
                  <a:srgbClr val="0066CC"/>
                </a:solidFill>
              </a:defRPr>
            </a:pPr>
            <a:r>
              <a:rPr lang="fr-FR" i="1" dirty="0"/>
              <a:t>« Bonjour, j'ai parlé du projet à Nadia, notre DPO. Sa position : </a:t>
            </a:r>
            <a:r>
              <a:rPr lang="fr-FR" i="1" dirty="0" err="1"/>
              <a:t>seull'objet</a:t>
            </a:r>
            <a:r>
              <a:rPr lang="fr-FR" i="1" dirty="0"/>
              <a:t> des mails peut être analysé par un outil automatique. Le corps </a:t>
            </a:r>
            <a:r>
              <a:rPr lang="fr-FR" i="1" dirty="0" err="1"/>
              <a:t>dumessage</a:t>
            </a:r>
            <a:r>
              <a:rPr lang="fr-FR" i="1" dirty="0"/>
              <a:t>, qui contient les données de santé et les numéros de sécu, ne </a:t>
            </a:r>
            <a:r>
              <a:rPr lang="fr-FR" i="1" dirty="0" err="1"/>
              <a:t>doitpas</a:t>
            </a:r>
            <a:r>
              <a:rPr lang="fr-FR" i="1" dirty="0"/>
              <a:t> sortir de l'outil de </a:t>
            </a:r>
            <a:r>
              <a:rPr lang="fr-FR" i="1" dirty="0" err="1"/>
              <a:t>ticketing</a:t>
            </a:r>
            <a:r>
              <a:rPr lang="fr-FR" i="1" dirty="0"/>
              <a:t>. Est-ce que le tri reste </a:t>
            </a:r>
            <a:r>
              <a:rPr lang="fr-FR" i="1" dirty="0" err="1"/>
              <a:t>possiblecomme</a:t>
            </a:r>
            <a:r>
              <a:rPr lang="fr-FR" i="1" dirty="0"/>
              <a:t> ça ? »</a:t>
            </a:r>
            <a:endParaRPr i="1" dirty="0"/>
          </a:p>
          <a:p>
            <a:pPr>
              <a:lnSpc>
                <a:spcPct val="102000"/>
              </a:lnSpc>
              <a:spcAft>
                <a:spcPts val="600"/>
              </a:spcAft>
              <a:defRPr sz="1500" b="0">
                <a:solidFill>
                  <a:srgbClr val="142A4A"/>
                </a:solidFill>
              </a:defRPr>
            </a:pPr>
            <a:r>
              <a:rPr dirty="0"/>
              <a:t>Seul </a:t>
            </a:r>
            <a:r>
              <a:rPr dirty="0" err="1"/>
              <a:t>l’objet</a:t>
            </a:r>
            <a:r>
              <a:rPr dirty="0"/>
              <a:t> </a:t>
            </a:r>
            <a:r>
              <a:rPr dirty="0" err="1"/>
              <a:t>peut</a:t>
            </a:r>
            <a:r>
              <a:rPr dirty="0"/>
              <a:t> </a:t>
            </a:r>
            <a:r>
              <a:rPr dirty="0" err="1"/>
              <a:t>être</a:t>
            </a:r>
            <a:r>
              <a:rPr dirty="0"/>
              <a:t> </a:t>
            </a:r>
            <a:r>
              <a:rPr dirty="0" err="1"/>
              <a:t>analysé</a:t>
            </a:r>
            <a:r>
              <a:rPr dirty="0"/>
              <a:t> </a:t>
            </a:r>
            <a:r>
              <a:rPr dirty="0" err="1"/>
              <a:t>automatiquement</a:t>
            </a:r>
            <a:endParaRPr dirty="0"/>
          </a:p>
          <a:p>
            <a:pPr>
              <a:lnSpc>
                <a:spcPct val="102000"/>
              </a:lnSpc>
              <a:spcAft>
                <a:spcPts val="600"/>
              </a:spcAft>
              <a:defRPr sz="1500" b="0">
                <a:solidFill>
                  <a:srgbClr val="142A4A"/>
                </a:solidFill>
              </a:defRPr>
            </a:pPr>
            <a:r>
              <a:rPr dirty="0"/>
              <a:t>Le corps et les </a:t>
            </a:r>
            <a:r>
              <a:rPr dirty="0" err="1"/>
              <a:t>pièces</a:t>
            </a:r>
            <a:r>
              <a:rPr dirty="0"/>
              <a:t> </a:t>
            </a:r>
            <a:r>
              <a:rPr dirty="0" err="1"/>
              <a:t>jointes</a:t>
            </a:r>
            <a:r>
              <a:rPr dirty="0"/>
              <a:t> </a:t>
            </a:r>
            <a:r>
              <a:rPr dirty="0" err="1"/>
              <a:t>restent</a:t>
            </a:r>
            <a:r>
              <a:rPr dirty="0"/>
              <a:t> dans le ticketing</a:t>
            </a:r>
          </a:p>
          <a:p>
            <a:pPr>
              <a:lnSpc>
                <a:spcPct val="102000"/>
              </a:lnSpc>
              <a:spcAft>
                <a:spcPts val="600"/>
              </a:spcAft>
              <a:defRPr sz="1500" b="0">
                <a:solidFill>
                  <a:srgbClr val="142A4A"/>
                </a:solidFill>
              </a:defRPr>
            </a:pPr>
            <a:r>
              <a:rPr dirty="0"/>
              <a:t>La </a:t>
            </a:r>
            <a:r>
              <a:rPr dirty="0" err="1"/>
              <a:t>faisabilité</a:t>
            </a:r>
            <a:r>
              <a:rPr dirty="0"/>
              <a:t> et les KPI </a:t>
            </a:r>
            <a:r>
              <a:rPr dirty="0" err="1"/>
              <a:t>doivent</a:t>
            </a:r>
            <a:r>
              <a:rPr dirty="0"/>
              <a:t> </a:t>
            </a:r>
            <a:r>
              <a:rPr dirty="0" err="1"/>
              <a:t>être</a:t>
            </a:r>
            <a:r>
              <a:rPr dirty="0"/>
              <a:t> </a:t>
            </a:r>
            <a:r>
              <a:rPr dirty="0" err="1"/>
              <a:t>démontrés</a:t>
            </a:r>
            <a:r>
              <a:rPr dirty="0"/>
              <a:t> sur </a:t>
            </a:r>
            <a:r>
              <a:rPr dirty="0" err="1"/>
              <a:t>l’objet</a:t>
            </a:r>
            <a:r>
              <a:rPr dirty="0"/>
              <a:t> seul</a:t>
            </a:r>
          </a:p>
          <a:p>
            <a:pPr>
              <a:lnSpc>
                <a:spcPct val="102000"/>
              </a:lnSpc>
              <a:spcAft>
                <a:spcPts val="600"/>
              </a:spcAft>
              <a:defRPr sz="1500" b="0">
                <a:solidFill>
                  <a:srgbClr val="142A4A"/>
                </a:solidFill>
              </a:defRPr>
            </a:pPr>
            <a:r>
              <a:rPr dirty="0"/>
              <a:t>Le </a:t>
            </a:r>
            <a:r>
              <a:rPr dirty="0" err="1"/>
              <a:t>pilote</a:t>
            </a:r>
            <a:r>
              <a:rPr dirty="0"/>
              <a:t> est </a:t>
            </a:r>
            <a:r>
              <a:rPr dirty="0" err="1"/>
              <a:t>bloqué</a:t>
            </a:r>
            <a:r>
              <a:rPr dirty="0"/>
              <a:t> </a:t>
            </a:r>
            <a:r>
              <a:rPr dirty="0" err="1"/>
              <a:t>si</a:t>
            </a:r>
            <a:r>
              <a:rPr dirty="0"/>
              <a:t> </a:t>
            </a:r>
            <a:r>
              <a:rPr dirty="0" err="1"/>
              <a:t>l’API</a:t>
            </a:r>
            <a:r>
              <a:rPr dirty="0"/>
              <a:t> ne </a:t>
            </a:r>
            <a:r>
              <a:rPr dirty="0" err="1"/>
              <a:t>garantit</a:t>
            </a:r>
            <a:r>
              <a:rPr dirty="0"/>
              <a:t> pas </a:t>
            </a:r>
            <a:r>
              <a:rPr dirty="0" err="1"/>
              <a:t>cette</a:t>
            </a:r>
            <a:r>
              <a:rPr dirty="0"/>
              <a:t> </a:t>
            </a:r>
            <a:r>
              <a:rPr dirty="0" err="1"/>
              <a:t>séparation</a:t>
            </a: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500" b="1">
                <a:solidFill>
                  <a:srgbClr val="142A4A"/>
                </a:solidFill>
              </a:rPr>
              <a:t>La conception retient une solution sobre, explicable et contrôlable</a:t>
            </a:r>
          </a:p>
        </p:txBody>
      </p:sp>
      <p:sp>
        <p:nvSpPr>
          <p:cNvPr id="3" name="Text Placeholder 2"/>
          <p:cNvSpPr>
            <a:spLocks noGrp="1"/>
          </p:cNvSpPr>
          <p:nvPr>
            <p:ph type="body" sz="quarter" idx="10"/>
          </p:nvPr>
        </p:nvSpPr>
        <p:spPr/>
        <p:txBody>
          <a:bodyPr/>
          <a:lstStyle/>
          <a:p>
            <a:r>
              <a:rPr sz="1300" b="0">
                <a:solidFill>
                  <a:srgbClr val="5D6D7E"/>
                </a:solidFill>
              </a:rPr>
              <a:t>Réponse de conception</a:t>
            </a:r>
          </a:p>
        </p:txBody>
      </p:sp>
      <p:sp>
        <p:nvSpPr>
          <p:cNvPr id="4" name="Text Placeholder 3"/>
          <p:cNvSpPr>
            <a:spLocks noGrp="1"/>
          </p:cNvSpPr>
          <p:nvPr>
            <p:ph type="body" sz="quarter" idx="14"/>
          </p:nvPr>
        </p:nvSpPr>
        <p:spPr/>
        <p:txBody>
          <a:bodyPr/>
          <a:lstStyle/>
          <a:p>
            <a:r>
              <a:rPr sz="1400" b="1">
                <a:solidFill>
                  <a:srgbClr val="FFFFFF"/>
                </a:solidFill>
              </a:rPr>
              <a:t>CHOIX</a:t>
            </a:r>
          </a:p>
        </p:txBody>
      </p:sp>
      <p:sp>
        <p:nvSpPr>
          <p:cNvPr id="5" name="Content Placeholder 4"/>
          <p:cNvSpPr>
            <a:spLocks noGrp="1"/>
          </p:cNvSpPr>
          <p:nvPr>
            <p:ph idx="12"/>
          </p:nvPr>
        </p:nvSpPr>
        <p:spPr/>
        <p:txBody>
          <a:bodyPr wrap="square"/>
          <a:lstStyle/>
          <a:p>
            <a:pPr>
              <a:lnSpc>
                <a:spcPct val="105000"/>
              </a:lnSpc>
              <a:spcAft>
                <a:spcPts val="600"/>
              </a:spcAft>
              <a:defRPr sz="1600" b="1">
                <a:solidFill>
                  <a:srgbClr val="142A4A"/>
                </a:solidFill>
              </a:defRPr>
            </a:pPr>
            <a:r>
              <a:rPr>
                <a:solidFill>
                  <a:srgbClr val="0066CC"/>
                </a:solidFill>
              </a:rPr>
              <a:t>Classifieur supervisé classique</a:t>
            </a:r>
          </a:p>
          <a:p>
            <a:pPr>
              <a:lnSpc>
                <a:spcPct val="105000"/>
              </a:lnSpc>
              <a:spcAft>
                <a:spcPts val="600"/>
              </a:spcAft>
              <a:defRPr sz="1600" b="0">
                <a:solidFill>
                  <a:srgbClr val="142A4A"/>
                </a:solidFill>
              </a:defRPr>
            </a:pPr>
            <a:r>
              <a:t>TF-IDF avec régression logistique ou SVM, entraîné sur des catégories historiques auditées.</a:t>
            </a:r>
          </a:p>
          <a:p>
            <a:pPr>
              <a:lnSpc>
                <a:spcPct val="105000"/>
              </a:lnSpc>
              <a:spcAft>
                <a:spcPts val="600"/>
              </a:spcAft>
              <a:defRPr sz="1600" b="1">
                <a:solidFill>
                  <a:srgbClr val="142A4A"/>
                </a:solidFill>
              </a:defRPr>
            </a:pPr>
            <a:r>
              <a:rPr>
                <a:solidFill>
                  <a:srgbClr val="0066CC"/>
                </a:solidFill>
              </a:rPr>
              <a:t>Pourquoi ce choix</a:t>
            </a:r>
          </a:p>
          <a:p>
            <a:pPr>
              <a:lnSpc>
                <a:spcPct val="105000"/>
              </a:lnSpc>
              <a:spcAft>
                <a:spcPts val="600"/>
              </a:spcAft>
              <a:defRPr sz="1600" b="0">
                <a:solidFill>
                  <a:srgbClr val="142A4A"/>
                </a:solidFill>
              </a:defRPr>
            </a:pPr>
            <a:r>
              <a:t>Une classification à catégories finies ne nécessite ni génération, ni RAG, ni agent.</a:t>
            </a:r>
          </a:p>
          <a:p>
            <a:pPr>
              <a:lnSpc>
                <a:spcPct val="105000"/>
              </a:lnSpc>
              <a:spcAft>
                <a:spcPts val="600"/>
              </a:spcAft>
              <a:defRPr sz="1600" b="0">
                <a:solidFill>
                  <a:srgbClr val="142A4A"/>
                </a:solidFill>
              </a:defRPr>
            </a:pPr>
            <a:r>
              <a:t>Le ML classique est sobre : calcul CPU local, latence annoncée &lt; 10 ms par ticket.</a:t>
            </a:r>
          </a:p>
          <a:p>
            <a:pPr>
              <a:lnSpc>
                <a:spcPct val="105000"/>
              </a:lnSpc>
              <a:spcAft>
                <a:spcPts val="600"/>
              </a:spcAft>
              <a:defRPr sz="1600" b="1">
                <a:solidFill>
                  <a:srgbClr val="142A4A"/>
                </a:solidFill>
              </a:defRPr>
            </a:pPr>
            <a:r>
              <a:rPr>
                <a:solidFill>
                  <a:srgbClr val="0066CC"/>
                </a:solidFill>
              </a:rPr>
              <a:t>Garde-fous</a:t>
            </a:r>
          </a:p>
          <a:p>
            <a:pPr>
              <a:lnSpc>
                <a:spcPct val="105000"/>
              </a:lnSpc>
              <a:spcAft>
                <a:spcPts val="600"/>
              </a:spcAft>
              <a:defRPr sz="1600" b="0">
                <a:solidFill>
                  <a:srgbClr val="142A4A"/>
                </a:solidFill>
              </a:defRPr>
            </a:pPr>
            <a:r>
              <a:t>Score de confiance, revue humaine des cas incertains et validation humaine des tickets paie proches de la clôture.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500" b="1">
                <a:solidFill>
                  <a:srgbClr val="142A4A"/>
                </a:solidFill>
              </a:rPr>
              <a:t>L’architecture cible applique strictement la contrainte DPO</a:t>
            </a:r>
          </a:p>
        </p:txBody>
      </p:sp>
      <p:sp>
        <p:nvSpPr>
          <p:cNvPr id="3" name="Text Placeholder 2"/>
          <p:cNvSpPr>
            <a:spLocks noGrp="1"/>
          </p:cNvSpPr>
          <p:nvPr>
            <p:ph type="body" sz="quarter" idx="10"/>
          </p:nvPr>
        </p:nvSpPr>
        <p:spPr/>
        <p:txBody>
          <a:bodyPr/>
          <a:lstStyle/>
          <a:p>
            <a:r>
              <a:rPr sz="1300" b="0">
                <a:solidFill>
                  <a:srgbClr val="5D6D7E"/>
                </a:solidFill>
              </a:rPr>
              <a:t>Capture du schéma défini dans le dossier de conception</a:t>
            </a:r>
          </a:p>
        </p:txBody>
      </p:sp>
      <p:pic>
        <p:nvPicPr>
          <p:cNvPr id="7" name="Image 6">
            <a:extLst>
              <a:ext uri="{FF2B5EF4-FFF2-40B4-BE49-F238E27FC236}">
                <a16:creationId xmlns:a16="http://schemas.microsoft.com/office/drawing/2014/main" id="{1A3FBDDB-AC93-A741-63C7-013077D88348}"/>
              </a:ext>
            </a:extLst>
          </p:cNvPr>
          <p:cNvPicPr>
            <a:picLocks noChangeAspect="1"/>
          </p:cNvPicPr>
          <p:nvPr/>
        </p:nvPicPr>
        <p:blipFill>
          <a:blip r:embed="rId3"/>
          <a:stretch>
            <a:fillRect/>
          </a:stretch>
        </p:blipFill>
        <p:spPr>
          <a:xfrm>
            <a:off x="176563" y="2297549"/>
            <a:ext cx="11838874" cy="1169021"/>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400" b="1">
                <a:solidFill>
                  <a:srgbClr val="142A4A"/>
                </a:solidFill>
              </a:rPr>
              <a:t>Le pilote est dimensionné pour rester dans le budget annoncé</a:t>
            </a:r>
          </a:p>
        </p:txBody>
      </p:sp>
      <p:sp>
        <p:nvSpPr>
          <p:cNvPr id="3" name="Text Placeholder 2"/>
          <p:cNvSpPr>
            <a:spLocks noGrp="1"/>
          </p:cNvSpPr>
          <p:nvPr>
            <p:ph type="body" sz="quarter" idx="10"/>
          </p:nvPr>
        </p:nvSpPr>
        <p:spPr/>
        <p:txBody>
          <a:bodyPr/>
          <a:lstStyle/>
          <a:p>
            <a:r>
              <a:rPr sz="1300" b="0">
                <a:solidFill>
                  <a:srgbClr val="5D6D7E"/>
                </a:solidFill>
              </a:rPr>
              <a:t>Ordres de grandeur et conditions de décision</a:t>
            </a:r>
          </a:p>
        </p:txBody>
      </p:sp>
      <p:sp>
        <p:nvSpPr>
          <p:cNvPr id="4" name="Text Placeholder 3"/>
          <p:cNvSpPr>
            <a:spLocks noGrp="1"/>
          </p:cNvSpPr>
          <p:nvPr>
            <p:ph type="body" sz="quarter" idx="21"/>
          </p:nvPr>
        </p:nvSpPr>
        <p:spPr/>
        <p:txBody>
          <a:bodyPr/>
          <a:lstStyle/>
          <a:p>
            <a:r>
              <a:rPr sz="1700" b="1">
                <a:solidFill>
                  <a:srgbClr val="0066CC"/>
                </a:solidFill>
              </a:rPr>
              <a:t>1. Coût de build</a:t>
            </a:r>
          </a:p>
        </p:txBody>
      </p:sp>
      <p:sp>
        <p:nvSpPr>
          <p:cNvPr id="5" name="Text Placeholder 4"/>
          <p:cNvSpPr>
            <a:spLocks noGrp="1"/>
          </p:cNvSpPr>
          <p:nvPr>
            <p:ph type="body" sz="quarter" idx="13"/>
          </p:nvPr>
        </p:nvSpPr>
        <p:spPr/>
        <p:txBody>
          <a:bodyPr wrap="square"/>
          <a:lstStyle/>
          <a:p>
            <a:pPr>
              <a:lnSpc>
                <a:spcPct val="102000"/>
              </a:lnSpc>
              <a:spcAft>
                <a:spcPts val="600"/>
              </a:spcAft>
              <a:defRPr sz="1300" b="1">
                <a:solidFill>
                  <a:srgbClr val="0066CC"/>
                </a:solidFill>
              </a:defRPr>
            </a:pPr>
            <a:r>
              <a:t>15–25 j.h</a:t>
            </a:r>
          </a:p>
          <a:p>
            <a:pPr>
              <a:lnSpc>
                <a:spcPct val="102000"/>
              </a:lnSpc>
              <a:spcAft>
                <a:spcPts val="600"/>
              </a:spcAft>
              <a:defRPr sz="1300" b="1">
                <a:solidFill>
                  <a:srgbClr val="142A4A"/>
                </a:solidFill>
              </a:defRPr>
            </a:pPr>
            <a:r>
              <a:t>Environ 6 000 à 22 500 €</a:t>
            </a:r>
          </a:p>
          <a:p>
            <a:pPr>
              <a:lnSpc>
                <a:spcPct val="102000"/>
              </a:lnSpc>
              <a:spcAft>
                <a:spcPts val="600"/>
              </a:spcAft>
              <a:defRPr sz="1300" b="0">
                <a:solidFill>
                  <a:srgbClr val="142A4A"/>
                </a:solidFill>
              </a:defRPr>
            </a:pPr>
            <a:r>
              <a:t>Audit des données, modèle, évaluation, intégration API, tests et déploiement pilote.</a:t>
            </a:r>
          </a:p>
        </p:txBody>
      </p:sp>
      <p:sp>
        <p:nvSpPr>
          <p:cNvPr id="6" name="Text Placeholder 5"/>
          <p:cNvSpPr>
            <a:spLocks noGrp="1"/>
          </p:cNvSpPr>
          <p:nvPr>
            <p:ph type="body" sz="quarter" idx="19"/>
          </p:nvPr>
        </p:nvSpPr>
        <p:spPr/>
        <p:txBody>
          <a:bodyPr/>
          <a:lstStyle/>
          <a:p>
            <a:r>
              <a:rPr sz="1700" b="1">
                <a:solidFill>
                  <a:srgbClr val="0066CC"/>
                </a:solidFill>
              </a:rPr>
              <a:t>2. Coût d’exploitation</a:t>
            </a:r>
          </a:p>
        </p:txBody>
      </p:sp>
      <p:sp>
        <p:nvSpPr>
          <p:cNvPr id="7" name="Text Placeholder 6"/>
          <p:cNvSpPr>
            <a:spLocks noGrp="1"/>
          </p:cNvSpPr>
          <p:nvPr>
            <p:ph type="body" sz="quarter" idx="15"/>
          </p:nvPr>
        </p:nvSpPr>
        <p:spPr/>
        <p:txBody>
          <a:bodyPr wrap="square"/>
          <a:lstStyle/>
          <a:p>
            <a:pPr>
              <a:lnSpc>
                <a:spcPct val="102000"/>
              </a:lnSpc>
              <a:spcAft>
                <a:spcPts val="600"/>
              </a:spcAft>
              <a:defRPr sz="1300" b="1">
                <a:solidFill>
                  <a:srgbClr val="0066CC"/>
                </a:solidFill>
              </a:defRPr>
            </a:pPr>
            <a:r>
              <a:t>ML classique local</a:t>
            </a:r>
          </a:p>
          <a:p>
            <a:pPr>
              <a:lnSpc>
                <a:spcPct val="102000"/>
              </a:lnSpc>
              <a:spcAft>
                <a:spcPts val="600"/>
              </a:spcAft>
              <a:defRPr sz="1300" b="1">
                <a:solidFill>
                  <a:srgbClr val="142A4A"/>
                </a:solidFill>
              </a:defRPr>
            </a:pPr>
            <a:r>
              <a:t>~0 € de calcul CPU/mois</a:t>
            </a:r>
          </a:p>
          <a:p>
            <a:pPr>
              <a:lnSpc>
                <a:spcPct val="102000"/>
              </a:lnSpc>
              <a:spcAft>
                <a:spcPts val="600"/>
              </a:spcAft>
              <a:defRPr sz="1300" b="0">
                <a:solidFill>
                  <a:srgbClr val="142A4A"/>
                </a:solidFill>
              </a:defRPr>
            </a:pPr>
            <a:r>
              <a:t>&lt; 10 ms par ticket ; serveur dédié éventuel : 10–100 €/mois.</a:t>
            </a:r>
          </a:p>
          <a:p>
            <a:pPr>
              <a:lnSpc>
                <a:spcPct val="102000"/>
              </a:lnSpc>
              <a:spcAft>
                <a:spcPts val="600"/>
              </a:spcAft>
              <a:defRPr sz="1300" b="0">
                <a:solidFill>
                  <a:srgbClr val="142A4A"/>
                </a:solidFill>
              </a:defRPr>
            </a:pPr>
            <a:r>
              <a:t>Maintenance : 10–15 % du coût de build/an.</a:t>
            </a:r>
          </a:p>
        </p:txBody>
      </p:sp>
      <p:sp>
        <p:nvSpPr>
          <p:cNvPr id="8" name="Text Placeholder 7"/>
          <p:cNvSpPr>
            <a:spLocks noGrp="1"/>
          </p:cNvSpPr>
          <p:nvPr>
            <p:ph type="body" sz="quarter" idx="20"/>
          </p:nvPr>
        </p:nvSpPr>
        <p:spPr/>
        <p:txBody>
          <a:bodyPr/>
          <a:lstStyle/>
          <a:p>
            <a:r>
              <a:rPr sz="1700" b="1">
                <a:solidFill>
                  <a:srgbClr val="0066CC"/>
                </a:solidFill>
              </a:rPr>
              <a:t>3. Décision pilote</a:t>
            </a:r>
          </a:p>
        </p:txBody>
      </p:sp>
      <p:sp>
        <p:nvSpPr>
          <p:cNvPr id="9" name="Text Placeholder 8"/>
          <p:cNvSpPr>
            <a:spLocks noGrp="1"/>
          </p:cNvSpPr>
          <p:nvPr>
            <p:ph type="body" sz="quarter" idx="17"/>
          </p:nvPr>
        </p:nvSpPr>
        <p:spPr/>
        <p:txBody>
          <a:bodyPr wrap="square"/>
          <a:lstStyle/>
          <a:p>
            <a:pPr>
              <a:lnSpc>
                <a:spcPct val="102000"/>
              </a:lnSpc>
              <a:spcAft>
                <a:spcPts val="600"/>
              </a:spcAft>
              <a:defRPr sz="1300" b="1">
                <a:solidFill>
                  <a:srgbClr val="0066CC"/>
                </a:solidFill>
              </a:defRPr>
            </a:pPr>
            <a:r>
              <a:t>Budget client : 20–30 k€</a:t>
            </a:r>
          </a:p>
          <a:p>
            <a:pPr>
              <a:lnSpc>
                <a:spcPct val="102000"/>
              </a:lnSpc>
              <a:spcAft>
                <a:spcPts val="600"/>
              </a:spcAft>
              <a:defRPr sz="1300" b="0">
                <a:solidFill>
                  <a:srgbClr val="142A4A"/>
                </a:solidFill>
              </a:defRPr>
            </a:pPr>
            <a:r>
              <a:t>Sécuriser l’API et auditer les historiques.</a:t>
            </a:r>
          </a:p>
          <a:p>
            <a:pPr>
              <a:lnSpc>
                <a:spcPct val="102000"/>
              </a:lnSpc>
              <a:spcAft>
                <a:spcPts val="600"/>
              </a:spcAft>
              <a:defRPr sz="1300" b="0">
                <a:solidFill>
                  <a:srgbClr val="142A4A"/>
                </a:solidFill>
              </a:defRPr>
            </a:pPr>
            <a:r>
              <a:t>Prouver &gt; 85 % de routage, ≤ 20 % de revue et 10 min/jour.</a:t>
            </a:r>
          </a:p>
          <a:p>
            <a:pPr>
              <a:lnSpc>
                <a:spcPct val="102000"/>
              </a:lnSpc>
              <a:spcAft>
                <a:spcPts val="600"/>
              </a:spcAft>
              <a:defRPr sz="1300" b="0">
                <a:solidFill>
                  <a:srgbClr val="142A4A"/>
                </a:solidFill>
              </a:defRPr>
            </a:pPr>
            <a:r>
              <a:t>Activer progressivement après validation DSI/DPO/RH.</a:t>
            </a:r>
          </a:p>
        </p:txBody>
      </p:sp>
    </p:spTree>
  </p:cSld>
  <p:clrMapOvr>
    <a:masterClrMapping/>
  </p:clrMapOvr>
</p:sld>
</file>

<file path=ppt/theme/theme1.xml><?xml version="1.0" encoding="utf-8"?>
<a:theme xmlns:a="http://schemas.openxmlformats.org/drawingml/2006/main" name="White background">
  <a:themeElements>
    <a:clrScheme name="New Atos">
      <a:dk1>
        <a:sysClr val="windowText" lastClr="000000"/>
      </a:dk1>
      <a:lt1>
        <a:sysClr val="window" lastClr="FFFFFF"/>
      </a:lt1>
      <a:dk2>
        <a:srgbClr val="000000"/>
      </a:dk2>
      <a:lt2>
        <a:srgbClr val="FFFFFF"/>
      </a:lt2>
      <a:accent1>
        <a:srgbClr val="0073E6"/>
      </a:accent1>
      <a:accent2>
        <a:srgbClr val="3DC7FF"/>
      </a:accent2>
      <a:accent3>
        <a:srgbClr val="00005C"/>
      </a:accent3>
      <a:accent4>
        <a:srgbClr val="EF5E82"/>
      </a:accent4>
      <a:accent5>
        <a:srgbClr val="4AA82D"/>
      </a:accent5>
      <a:accent6>
        <a:srgbClr val="663894"/>
      </a:accent6>
      <a:hlink>
        <a:srgbClr val="00005C"/>
      </a:hlink>
      <a:folHlink>
        <a:srgbClr val="00005C"/>
      </a:folHlink>
    </a:clrScheme>
    <a:fontScheme name="New Atos">
      <a:majorFont>
        <a:latin typeface="Biennale Bold"/>
        <a:ea typeface=""/>
        <a:cs typeface=""/>
      </a:majorFont>
      <a:minorFont>
        <a:latin typeface="Biennal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noAutofit/>
      </a:bodyPr>
      <a:lstStyle>
        <a:defPPr algn="l">
          <a:defRPr dirty="0" err="1" smtClean="0">
            <a:solidFill>
              <a:schemeClr val="accent3"/>
            </a:solidFill>
          </a:defRPr>
        </a:defPPr>
      </a:lstStyle>
    </a:txDef>
  </a:objectDefaults>
  <a:extraClrSchemeLst/>
  <a:custClrLst>
    <a:custClr name="Atos Blue">
      <a:srgbClr val="0073E6"/>
    </a:custClr>
    <a:custClr name="Atos Light blue">
      <a:srgbClr val="3DC7FF"/>
    </a:custClr>
    <a:custClr name="Atos Deep blue">
      <a:srgbClr val="00005C"/>
    </a:custClr>
    <a:custClr name="Atos Pink">
      <a:srgbClr val="EF5E82"/>
    </a:custClr>
    <a:custClr name="Atos Green">
      <a:srgbClr val="4AA82D"/>
    </a:custClr>
    <a:custClr name="Atos Purple">
      <a:srgbClr val="663894"/>
    </a:custClr>
    <a:custClr name="Atos Orange">
      <a:srgbClr val="F56A00"/>
    </a:custClr>
  </a:custClrLst>
  <a:extLst>
    <a:ext uri="{05A4C25C-085E-4340-85A3-A5531E510DB2}">
      <thm15:themeFamily xmlns:thm15="http://schemas.microsoft.com/office/thememl/2012/main" name="Atos - for internal use" id="{3B3A3B2C-1E1C-4D91-A332-A25A85DD6C22}" vid="{4C1739FA-EE10-4216-BA2C-92595F650FB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44C1A6680E41A4781F62CC101B3C49A" ma:contentTypeVersion="6" ma:contentTypeDescription="Create a new document." ma:contentTypeScope="" ma:versionID="1fca24d0af956cb6111ea2aa2c9cbd9d">
  <xsd:schema xmlns:xsd="http://www.w3.org/2001/XMLSchema" xmlns:xs="http://www.w3.org/2001/XMLSchema" xmlns:p="http://schemas.microsoft.com/office/2006/metadata/properties" xmlns:ns2="7346e314-1113-4693-bfa8-aa1e3a055fba" xmlns:ns3="4f6e62a9-eef7-483a-b511-db9ffe238984" targetNamespace="http://schemas.microsoft.com/office/2006/metadata/properties" ma:root="true" ma:fieldsID="f2a39d9c048f409ff061f494c6a3f476" ns2:_="" ns3:_="">
    <xsd:import namespace="7346e314-1113-4693-bfa8-aa1e3a055fba"/>
    <xsd:import namespace="4f6e62a9-eef7-483a-b511-db9ffe238984"/>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MediaServiceSearchProperties"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346e314-1113-4693-bfa8-aa1e3a055fb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1"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4f6e62a9-eef7-483a-b511-db9ffe238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A7B42A4F-6068-4438-A44C-29347D310AFB}">
  <ds:schemaRefs>
    <ds:schemaRef ds:uri="4f6e62a9-eef7-483a-b511-db9ffe238984"/>
    <ds:schemaRef ds:uri="7346e314-1113-4693-bfa8-aa1e3a055fba"/>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5C4F2FBD-A563-4198-9C8A-256BC3F3AEF2}">
  <ds:schemaRefs>
    <ds:schemaRef ds:uri="http://schemas.microsoft.com/sharepoint/v3/contenttype/forms"/>
  </ds:schemaRefs>
</ds:datastoreItem>
</file>

<file path=customXml/itemProps3.xml><?xml version="1.0" encoding="utf-8"?>
<ds:datastoreItem xmlns:ds="http://schemas.openxmlformats.org/officeDocument/2006/customXml" ds:itemID="{BDB615C0-8708-4DB2-BAE1-29973200EB52}">
  <ds:schemaRefs>
    <ds:schemaRef ds:uri="http://purl.org/dc/terms/"/>
    <ds:schemaRef ds:uri="http://purl.org/dc/dcmitype/"/>
    <ds:schemaRef ds:uri="http://schemas.microsoft.com/office/infopath/2007/PartnerControls"/>
    <ds:schemaRef ds:uri="http://schemas.microsoft.com/office/2006/documentManagement/types"/>
    <ds:schemaRef ds:uri="http://schemas.microsoft.com/office/2006/metadata/properties"/>
    <ds:schemaRef ds:uri="http://purl.org/dc/elements/1.1/"/>
    <ds:schemaRef ds:uri="4f6e62a9-eef7-483a-b511-db9ffe238984"/>
    <ds:schemaRef ds:uri="http://schemas.openxmlformats.org/package/2006/metadata/core-properties"/>
    <ds:schemaRef ds:uri="7346e314-1113-4693-bfa8-aa1e3a055fba"/>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Atos - for internal use</Template>
  <TotalTime>10792</TotalTime>
  <Words>608</Words>
  <Application>Microsoft Office PowerPoint</Application>
  <PresentationFormat>Grand écran</PresentationFormat>
  <Paragraphs>63</Paragraphs>
  <Slides>5</Slides>
  <Notes>5</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5</vt:i4>
      </vt:variant>
    </vt:vector>
  </HeadingPairs>
  <TitlesOfParts>
    <vt:vector size="10" baseType="lpstr">
      <vt:lpstr>Arial</vt:lpstr>
      <vt:lpstr>Biennale Bold</vt:lpstr>
      <vt:lpstr>Calibri</vt:lpstr>
      <vt:lpstr>Biennale</vt:lpstr>
      <vt:lpstr>White background</vt:lpstr>
      <vt:lpstr>Tri automatique des demandes RH</vt:lpstr>
      <vt:lpstr>Fluidifier le tri pour réallouer le temps des équipes </vt:lpstr>
      <vt:lpstr>La conception retient une solution sobre, explicable et contrôlable</vt:lpstr>
      <vt:lpstr>L’architecture cible applique strictement la contrainte DPO</vt:lpstr>
      <vt:lpstr>Le pilote est dimensionné pour rester dans le budget annoncé</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Tri automatique des demandes RH — dossier de conception</dc:title>
  <dc:subject>Présentation synthétique du cadrage et de la conception</dc:subject>
  <dc:creator>Célia Fortuna</dc:creator>
  <cp:lastModifiedBy>Célia Fortuna</cp:lastModifiedBy>
  <cp:revision>7</cp:revision>
  <dcterms:created xsi:type="dcterms:W3CDTF">2026-09-30T08:58:10Z</dcterms:created>
  <dcterms:modified xsi:type="dcterms:W3CDTF">2026-09-30T09:18:58Z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e463cba9-5f6c-478d-9329-7b2295e4e8ed_Enabled">
    <vt:lpwstr>true</vt:lpwstr>
  </property>
  <property fmtid="{D5CDD505-2E9C-101B-9397-08002B2CF9AE}" pid="3" name="MSIP_Label_e463cba9-5f6c-478d-9329-7b2295e4e8ed_SetDate">
    <vt:lpwstr>2023-05-03T09:31:47Z</vt:lpwstr>
  </property>
  <property fmtid="{D5CDD505-2E9C-101B-9397-08002B2CF9AE}" pid="4" name="MSIP_Label_e463cba9-5f6c-478d-9329-7b2295e4e8ed_Method">
    <vt:lpwstr>Standard</vt:lpwstr>
  </property>
  <property fmtid="{D5CDD505-2E9C-101B-9397-08002B2CF9AE}" pid="5" name="MSIP_Label_e463cba9-5f6c-478d-9329-7b2295e4e8ed_Name">
    <vt:lpwstr>All Employees_2</vt:lpwstr>
  </property>
  <property fmtid="{D5CDD505-2E9C-101B-9397-08002B2CF9AE}" pid="6" name="MSIP_Label_e463cba9-5f6c-478d-9329-7b2295e4e8ed_SiteId">
    <vt:lpwstr>33440fc6-b7c7-412c-bb73-0e70b0198d5a</vt:lpwstr>
  </property>
  <property fmtid="{D5CDD505-2E9C-101B-9397-08002B2CF9AE}" pid="7" name="MSIP_Label_e463cba9-5f6c-478d-9329-7b2295e4e8ed_ActionId">
    <vt:lpwstr>f3077d30-5bbd-4ea4-90f4-d1428cae596c</vt:lpwstr>
  </property>
  <property fmtid="{D5CDD505-2E9C-101B-9397-08002B2CF9AE}" pid="8" name="MSIP_Label_e463cba9-5f6c-478d-9329-7b2295e4e8ed_ContentBits">
    <vt:lpwstr>0</vt:lpwstr>
  </property>
  <property fmtid="{D5CDD505-2E9C-101B-9397-08002B2CF9AE}" pid="9" name="Datum">
    <vt:lpwstr>dd/mm/yyyy</vt:lpwstr>
  </property>
  <property fmtid="{D5CDD505-2E9C-101B-9397-08002B2CF9AE}" pid="10" name="Author">
    <vt:lpwstr>Presentation Title</vt:lpwstr>
  </property>
  <property fmtid="{D5CDD505-2E9C-101B-9397-08002B2CF9AE}" pid="11" name="Classification">
    <vt:lpwstr>© Atos - for internal use</vt:lpwstr>
  </property>
  <property fmtid="{D5CDD505-2E9C-101B-9397-08002B2CF9AE}" pid="12" name="ContentTypeId">
    <vt:lpwstr>0x010100844C1A6680E41A4781F62CC101B3C49A</vt:lpwstr>
  </property>
</Properties>
</file>